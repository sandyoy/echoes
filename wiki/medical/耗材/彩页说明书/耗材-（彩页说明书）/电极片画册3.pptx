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5125700" cy="8642350"/>
  <p:notesSz cx="15125700" cy="8642350"/>
  <p:custDataLst>
    <p:tags r:id="rId4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2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2679128"/>
            <a:ext cx="12856845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4839716"/>
            <a:ext cx="10587990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E6E6E6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E6E6E6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1987740"/>
            <a:ext cx="6579679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1987740"/>
            <a:ext cx="6579679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E6E6E6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9911" y="1336194"/>
            <a:ext cx="1094104" cy="116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rgbClr val="E6E6E6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1987740"/>
            <a:ext cx="13613130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2738" y="8037385"/>
            <a:ext cx="4840224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285" y="8037385"/>
            <a:ext cx="3478911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576974" y="7865489"/>
            <a:ext cx="435610" cy="515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986C6"/>
                </a:solidFill>
                <a:latin typeface="Impact" panose="020B0806030902050204"/>
                <a:cs typeface="Impact" panose="020B0806030902050204"/>
              </a:defRPr>
            </a:lvl1pPr>
          </a:lstStyle>
          <a:p>
            <a:pPr marL="254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5" dirty="0"/>
            </a:fld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5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7.png"/><Relationship Id="rId1" Type="http://schemas.openxmlformats.org/officeDocument/2006/relationships/image" Target="../media/image3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jpe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62.png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1" Type="http://schemas.openxmlformats.org/officeDocument/2006/relationships/image" Target="../media/image58.jpeg"/><Relationship Id="rId10" Type="http://schemas.openxmlformats.org/officeDocument/2006/relationships/image" Target="../media/image57.jpeg"/><Relationship Id="rId1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30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9" Type="http://schemas.openxmlformats.org/officeDocument/2006/relationships/slideLayout" Target="../slideLayouts/slideLayout2.xml"/><Relationship Id="rId38" Type="http://schemas.openxmlformats.org/officeDocument/2006/relationships/image" Target="../media/image70.png"/><Relationship Id="rId37" Type="http://schemas.openxmlformats.org/officeDocument/2006/relationships/image" Target="../media/image69.png"/><Relationship Id="rId36" Type="http://schemas.openxmlformats.org/officeDocument/2006/relationships/image" Target="../media/image103.png"/><Relationship Id="rId35" Type="http://schemas.openxmlformats.org/officeDocument/2006/relationships/image" Target="../media/image102.png"/><Relationship Id="rId34" Type="http://schemas.openxmlformats.org/officeDocument/2006/relationships/image" Target="../media/image101.png"/><Relationship Id="rId33" Type="http://schemas.openxmlformats.org/officeDocument/2006/relationships/image" Target="../media/image100.png"/><Relationship Id="rId32" Type="http://schemas.openxmlformats.org/officeDocument/2006/relationships/image" Target="../media/image68.png"/><Relationship Id="rId31" Type="http://schemas.openxmlformats.org/officeDocument/2006/relationships/image" Target="../media/image30.png"/><Relationship Id="rId30" Type="http://schemas.openxmlformats.org/officeDocument/2006/relationships/image" Target="../media/image67.png"/><Relationship Id="rId3" Type="http://schemas.openxmlformats.org/officeDocument/2006/relationships/image" Target="../media/image73.png"/><Relationship Id="rId29" Type="http://schemas.openxmlformats.org/officeDocument/2006/relationships/image" Target="../media/image99.png"/><Relationship Id="rId28" Type="http://schemas.openxmlformats.org/officeDocument/2006/relationships/image" Target="../media/image98.png"/><Relationship Id="rId27" Type="http://schemas.openxmlformats.org/officeDocument/2006/relationships/image" Target="../media/image97.png"/><Relationship Id="rId26" Type="http://schemas.openxmlformats.org/officeDocument/2006/relationships/image" Target="../media/image96.png"/><Relationship Id="rId25" Type="http://schemas.openxmlformats.org/officeDocument/2006/relationships/image" Target="../media/image95.png"/><Relationship Id="rId24" Type="http://schemas.openxmlformats.org/officeDocument/2006/relationships/image" Target="../media/image94.png"/><Relationship Id="rId23" Type="http://schemas.openxmlformats.org/officeDocument/2006/relationships/image" Target="../media/image93.png"/><Relationship Id="rId22" Type="http://schemas.openxmlformats.org/officeDocument/2006/relationships/image" Target="../media/image92.png"/><Relationship Id="rId21" Type="http://schemas.openxmlformats.org/officeDocument/2006/relationships/image" Target="../media/image91.png"/><Relationship Id="rId20" Type="http://schemas.openxmlformats.org/officeDocument/2006/relationships/image" Target="../media/image90.png"/><Relationship Id="rId2" Type="http://schemas.openxmlformats.org/officeDocument/2006/relationships/image" Target="../media/image72.png"/><Relationship Id="rId19" Type="http://schemas.openxmlformats.org/officeDocument/2006/relationships/image" Target="../media/image89.png"/><Relationship Id="rId18" Type="http://schemas.openxmlformats.org/officeDocument/2006/relationships/image" Target="../media/image88.png"/><Relationship Id="rId17" Type="http://schemas.openxmlformats.org/officeDocument/2006/relationships/image" Target="../media/image87.png"/><Relationship Id="rId16" Type="http://schemas.openxmlformats.org/officeDocument/2006/relationships/image" Target="../media/image86.png"/><Relationship Id="rId15" Type="http://schemas.openxmlformats.org/officeDocument/2006/relationships/image" Target="../media/image85.png"/><Relationship Id="rId14" Type="http://schemas.openxmlformats.org/officeDocument/2006/relationships/image" Target="../media/image84.png"/><Relationship Id="rId13" Type="http://schemas.openxmlformats.org/officeDocument/2006/relationships/image" Target="../media/image83.png"/><Relationship Id="rId12" Type="http://schemas.openxmlformats.org/officeDocument/2006/relationships/image" Target="../media/image82.png"/><Relationship Id="rId11" Type="http://schemas.openxmlformats.org/officeDocument/2006/relationships/image" Target="../media/image81.png"/><Relationship Id="rId10" Type="http://schemas.openxmlformats.org/officeDocument/2006/relationships/image" Target="../media/image80.png"/><Relationship Id="rId1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1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4.png"/><Relationship Id="rId7" Type="http://schemas.openxmlformats.org/officeDocument/2006/relationships/image" Target="../media/image113.png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image" Target="../media/image124.png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27.png"/><Relationship Id="rId10" Type="http://schemas.openxmlformats.org/officeDocument/2006/relationships/image" Target="../media/image126.png"/><Relationship Id="rId1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8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41.png"/><Relationship Id="rId7" Type="http://schemas.openxmlformats.org/officeDocument/2006/relationships/image" Target="../media/image140.png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1.png"/><Relationship Id="rId1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21.png"/><Relationship Id="rId4" Type="http://schemas.openxmlformats.org/officeDocument/2006/relationships/image" Target="../media/image142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image" Target="../media/image153.png"/><Relationship Id="rId7" Type="http://schemas.openxmlformats.org/officeDocument/2006/relationships/image" Target="../media/image128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6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56.png"/><Relationship Id="rId7" Type="http://schemas.openxmlformats.org/officeDocument/2006/relationships/image" Target="../media/image155.png"/><Relationship Id="rId6" Type="http://schemas.openxmlformats.org/officeDocument/2006/relationships/image" Target="../media/image154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6.png"/><Relationship Id="rId1" Type="http://schemas.openxmlformats.org/officeDocument/2006/relationships/image" Target="../media/image106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13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54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67.png"/><Relationship Id="rId7" Type="http://schemas.openxmlformats.org/officeDocument/2006/relationships/image" Target="../media/image112.png"/><Relationship Id="rId6" Type="http://schemas.openxmlformats.org/officeDocument/2006/relationships/image" Target="../media/image154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968"/>
            <a:ext cx="15115540" cy="8626475"/>
          </a:xfrm>
          <a:custGeom>
            <a:avLst/>
            <a:gdLst/>
            <a:ahLst/>
            <a:cxnLst/>
            <a:rect l="l" t="t" r="r" b="b"/>
            <a:pathLst>
              <a:path w="15115540" h="8626475">
                <a:moveTo>
                  <a:pt x="0" y="0"/>
                </a:moveTo>
                <a:lnTo>
                  <a:pt x="15115532" y="0"/>
                </a:lnTo>
                <a:lnTo>
                  <a:pt x="15115532" y="8626031"/>
                </a:lnTo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728236" y="719697"/>
            <a:ext cx="272415" cy="271145"/>
          </a:xfrm>
          <a:custGeom>
            <a:avLst/>
            <a:gdLst/>
            <a:ahLst/>
            <a:cxnLst/>
            <a:rect l="l" t="t" r="r" b="b"/>
            <a:pathLst>
              <a:path w="272415" h="271144">
                <a:moveTo>
                  <a:pt x="272171" y="0"/>
                </a:moveTo>
                <a:lnTo>
                  <a:pt x="0" y="0"/>
                </a:lnTo>
                <a:lnTo>
                  <a:pt x="0" y="270810"/>
                </a:lnTo>
                <a:lnTo>
                  <a:pt x="236786" y="270810"/>
                </a:lnTo>
                <a:lnTo>
                  <a:pt x="250878" y="267782"/>
                </a:lnTo>
                <a:lnTo>
                  <a:pt x="262090" y="259332"/>
                </a:lnTo>
                <a:lnTo>
                  <a:pt x="269496" y="246414"/>
                </a:lnTo>
                <a:lnTo>
                  <a:pt x="269956" y="243591"/>
                </a:lnTo>
                <a:lnTo>
                  <a:pt x="46271" y="243591"/>
                </a:lnTo>
                <a:lnTo>
                  <a:pt x="46271" y="29937"/>
                </a:lnTo>
                <a:lnTo>
                  <a:pt x="272171" y="29937"/>
                </a:lnTo>
                <a:lnTo>
                  <a:pt x="272171" y="0"/>
                </a:lnTo>
                <a:close/>
              </a:path>
              <a:path w="272415" h="271144">
                <a:moveTo>
                  <a:pt x="272171" y="29937"/>
                </a:moveTo>
                <a:lnTo>
                  <a:pt x="225899" y="29937"/>
                </a:lnTo>
                <a:lnTo>
                  <a:pt x="225899" y="227261"/>
                </a:lnTo>
                <a:lnTo>
                  <a:pt x="223654" y="235538"/>
                </a:lnTo>
                <a:lnTo>
                  <a:pt x="217869" y="240515"/>
                </a:lnTo>
                <a:lnTo>
                  <a:pt x="209977" y="242948"/>
                </a:lnTo>
                <a:lnTo>
                  <a:pt x="201405" y="243591"/>
                </a:lnTo>
                <a:lnTo>
                  <a:pt x="269956" y="243591"/>
                </a:lnTo>
                <a:lnTo>
                  <a:pt x="272171" y="229983"/>
                </a:lnTo>
                <a:lnTo>
                  <a:pt x="272171" y="2993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390263" y="821588"/>
            <a:ext cx="274320" cy="224154"/>
          </a:xfrm>
          <a:custGeom>
            <a:avLst/>
            <a:gdLst/>
            <a:ahLst/>
            <a:cxnLst/>
            <a:rect l="l" t="t" r="r" b="b"/>
            <a:pathLst>
              <a:path w="274319" h="224155">
                <a:moveTo>
                  <a:pt x="68208" y="104523"/>
                </a:moveTo>
                <a:lnTo>
                  <a:pt x="19157" y="120910"/>
                </a:lnTo>
                <a:lnTo>
                  <a:pt x="0" y="165862"/>
                </a:lnTo>
                <a:lnTo>
                  <a:pt x="3008" y="182726"/>
                </a:lnTo>
                <a:lnTo>
                  <a:pt x="6554" y="193130"/>
                </a:lnTo>
                <a:lnTo>
                  <a:pt x="11543" y="197133"/>
                </a:lnTo>
                <a:lnTo>
                  <a:pt x="12731" y="201579"/>
                </a:lnTo>
                <a:lnTo>
                  <a:pt x="15967" y="203624"/>
                </a:lnTo>
                <a:lnTo>
                  <a:pt x="27052" y="212721"/>
                </a:lnTo>
                <a:lnTo>
                  <a:pt x="30180" y="213602"/>
                </a:lnTo>
                <a:lnTo>
                  <a:pt x="33574" y="216547"/>
                </a:lnTo>
                <a:lnTo>
                  <a:pt x="43209" y="220083"/>
                </a:lnTo>
                <a:lnTo>
                  <a:pt x="48526" y="221220"/>
                </a:lnTo>
                <a:lnTo>
                  <a:pt x="50516" y="221447"/>
                </a:lnTo>
                <a:lnTo>
                  <a:pt x="56032" y="222239"/>
                </a:lnTo>
                <a:lnTo>
                  <a:pt x="119336" y="220838"/>
                </a:lnTo>
                <a:lnTo>
                  <a:pt x="177669" y="199130"/>
                </a:lnTo>
                <a:lnTo>
                  <a:pt x="219506" y="166059"/>
                </a:lnTo>
                <a:lnTo>
                  <a:pt x="245654" y="132261"/>
                </a:lnTo>
                <a:lnTo>
                  <a:pt x="255541" y="114379"/>
                </a:lnTo>
                <a:lnTo>
                  <a:pt x="137293" y="114379"/>
                </a:lnTo>
                <a:lnTo>
                  <a:pt x="119734" y="114105"/>
                </a:lnTo>
                <a:lnTo>
                  <a:pt x="108059" y="110401"/>
                </a:lnTo>
                <a:lnTo>
                  <a:pt x="99868" y="110222"/>
                </a:lnTo>
                <a:lnTo>
                  <a:pt x="94137" y="106822"/>
                </a:lnTo>
                <a:lnTo>
                  <a:pt x="85707" y="105469"/>
                </a:lnTo>
                <a:lnTo>
                  <a:pt x="68208" y="104523"/>
                </a:lnTo>
                <a:close/>
              </a:path>
              <a:path w="274319" h="224155">
                <a:moveTo>
                  <a:pt x="269933" y="0"/>
                </a:moveTo>
                <a:lnTo>
                  <a:pt x="267837" y="5647"/>
                </a:lnTo>
                <a:lnTo>
                  <a:pt x="265841" y="13067"/>
                </a:lnTo>
                <a:lnTo>
                  <a:pt x="263842" y="20797"/>
                </a:lnTo>
                <a:lnTo>
                  <a:pt x="261736" y="27371"/>
                </a:lnTo>
                <a:lnTo>
                  <a:pt x="225421" y="79807"/>
                </a:lnTo>
                <a:lnTo>
                  <a:pt x="168856" y="110053"/>
                </a:lnTo>
                <a:lnTo>
                  <a:pt x="137293" y="114379"/>
                </a:lnTo>
                <a:lnTo>
                  <a:pt x="255541" y="114379"/>
                </a:lnTo>
                <a:lnTo>
                  <a:pt x="272257" y="55476"/>
                </a:lnTo>
                <a:lnTo>
                  <a:pt x="273955" y="30644"/>
                </a:lnTo>
                <a:lnTo>
                  <a:pt x="271762" y="6520"/>
                </a:lnTo>
                <a:lnTo>
                  <a:pt x="26993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167789" y="72105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268088" y="0"/>
                </a:moveTo>
                <a:lnTo>
                  <a:pt x="0" y="0"/>
                </a:lnTo>
                <a:lnTo>
                  <a:pt x="0" y="234064"/>
                </a:lnTo>
                <a:lnTo>
                  <a:pt x="2883" y="246957"/>
                </a:lnTo>
                <a:lnTo>
                  <a:pt x="10751" y="257809"/>
                </a:lnTo>
                <a:lnTo>
                  <a:pt x="22429" y="265294"/>
                </a:lnTo>
                <a:lnTo>
                  <a:pt x="36744" y="268084"/>
                </a:lnTo>
                <a:lnTo>
                  <a:pt x="270809" y="268084"/>
                </a:lnTo>
                <a:lnTo>
                  <a:pt x="270809" y="239508"/>
                </a:lnTo>
                <a:lnTo>
                  <a:pt x="68042" y="239508"/>
                </a:lnTo>
                <a:lnTo>
                  <a:pt x="59223" y="238553"/>
                </a:lnTo>
                <a:lnTo>
                  <a:pt x="52340" y="235487"/>
                </a:lnTo>
                <a:lnTo>
                  <a:pt x="47866" y="230009"/>
                </a:lnTo>
                <a:lnTo>
                  <a:pt x="46269" y="221816"/>
                </a:lnTo>
                <a:lnTo>
                  <a:pt x="46269" y="31297"/>
                </a:lnTo>
                <a:lnTo>
                  <a:pt x="268088" y="31297"/>
                </a:lnTo>
                <a:lnTo>
                  <a:pt x="268088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283240" y="663897"/>
            <a:ext cx="273685" cy="224154"/>
          </a:xfrm>
          <a:custGeom>
            <a:avLst/>
            <a:gdLst/>
            <a:ahLst/>
            <a:cxnLst/>
            <a:rect l="l" t="t" r="r" b="b"/>
            <a:pathLst>
              <a:path w="273684" h="224155">
                <a:moveTo>
                  <a:pt x="187794" y="0"/>
                </a:moveTo>
                <a:lnTo>
                  <a:pt x="118726" y="14167"/>
                </a:lnTo>
                <a:lnTo>
                  <a:pt x="60891" y="51372"/>
                </a:lnTo>
                <a:lnTo>
                  <a:pt x="17408" y="111613"/>
                </a:lnTo>
                <a:lnTo>
                  <a:pt x="0" y="183409"/>
                </a:lnTo>
                <a:lnTo>
                  <a:pt x="0" y="198443"/>
                </a:lnTo>
                <a:lnTo>
                  <a:pt x="599" y="204748"/>
                </a:lnTo>
                <a:lnTo>
                  <a:pt x="1539" y="211570"/>
                </a:lnTo>
                <a:lnTo>
                  <a:pt x="2354" y="217918"/>
                </a:lnTo>
                <a:lnTo>
                  <a:pt x="2721" y="223920"/>
                </a:lnTo>
                <a:lnTo>
                  <a:pt x="4263" y="219499"/>
                </a:lnTo>
                <a:lnTo>
                  <a:pt x="6486" y="211384"/>
                </a:lnTo>
                <a:lnTo>
                  <a:pt x="8701" y="203077"/>
                </a:lnTo>
                <a:lnTo>
                  <a:pt x="10515" y="196964"/>
                </a:lnTo>
                <a:lnTo>
                  <a:pt x="37344" y="152595"/>
                </a:lnTo>
                <a:lnTo>
                  <a:pt x="78664" y="121454"/>
                </a:lnTo>
                <a:lnTo>
                  <a:pt x="116480" y="109745"/>
                </a:lnTo>
                <a:lnTo>
                  <a:pt x="135136" y="107781"/>
                </a:lnTo>
                <a:lnTo>
                  <a:pt x="244786" y="107781"/>
                </a:lnTo>
                <a:lnTo>
                  <a:pt x="263835" y="91731"/>
                </a:lnTo>
                <a:lnTo>
                  <a:pt x="273542" y="67628"/>
                </a:lnTo>
                <a:lnTo>
                  <a:pt x="270332" y="38585"/>
                </a:lnTo>
                <a:lnTo>
                  <a:pt x="267084" y="28997"/>
                </a:lnTo>
                <a:lnTo>
                  <a:pt x="263902" y="27939"/>
                </a:lnTo>
                <a:lnTo>
                  <a:pt x="259920" y="20420"/>
                </a:lnTo>
                <a:lnTo>
                  <a:pt x="257199" y="17698"/>
                </a:lnTo>
                <a:lnTo>
                  <a:pt x="242845" y="9630"/>
                </a:lnTo>
                <a:lnTo>
                  <a:pt x="239346" y="6808"/>
                </a:lnTo>
                <a:lnTo>
                  <a:pt x="229414" y="3642"/>
                </a:lnTo>
                <a:lnTo>
                  <a:pt x="215843" y="1549"/>
                </a:lnTo>
                <a:lnTo>
                  <a:pt x="201135" y="383"/>
                </a:lnTo>
                <a:lnTo>
                  <a:pt x="187794" y="0"/>
                </a:lnTo>
                <a:close/>
              </a:path>
              <a:path w="273684" h="224155">
                <a:moveTo>
                  <a:pt x="244786" y="107781"/>
                </a:moveTo>
                <a:lnTo>
                  <a:pt x="135136" y="107781"/>
                </a:lnTo>
                <a:lnTo>
                  <a:pt x="153303" y="107915"/>
                </a:lnTo>
                <a:lnTo>
                  <a:pt x="165496" y="111593"/>
                </a:lnTo>
                <a:lnTo>
                  <a:pt x="176047" y="113437"/>
                </a:lnTo>
                <a:lnTo>
                  <a:pt x="183855" y="115958"/>
                </a:lnTo>
                <a:lnTo>
                  <a:pt x="194836" y="117632"/>
                </a:lnTo>
                <a:lnTo>
                  <a:pt x="214905" y="116932"/>
                </a:lnTo>
                <a:lnTo>
                  <a:pt x="243520" y="108847"/>
                </a:lnTo>
                <a:lnTo>
                  <a:pt x="244786" y="107781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24945" y="760521"/>
            <a:ext cx="206848" cy="18915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285961" y="771678"/>
            <a:ext cx="163195" cy="266700"/>
          </a:xfrm>
          <a:custGeom>
            <a:avLst/>
            <a:gdLst/>
            <a:ahLst/>
            <a:cxnLst/>
            <a:rect l="l" t="t" r="r" b="b"/>
            <a:pathLst>
              <a:path w="163194" h="266700">
                <a:moveTo>
                  <a:pt x="132414" y="0"/>
                </a:moveTo>
                <a:lnTo>
                  <a:pt x="75943" y="13673"/>
                </a:lnTo>
                <a:lnTo>
                  <a:pt x="34622" y="44814"/>
                </a:lnTo>
                <a:lnTo>
                  <a:pt x="13057" y="76834"/>
                </a:lnTo>
                <a:lnTo>
                  <a:pt x="3715" y="103789"/>
                </a:lnTo>
                <a:lnTo>
                  <a:pt x="1541" y="111718"/>
                </a:lnTo>
                <a:lnTo>
                  <a:pt x="0" y="116138"/>
                </a:lnTo>
                <a:lnTo>
                  <a:pt x="2785" y="125734"/>
                </a:lnTo>
                <a:lnTo>
                  <a:pt x="5002" y="135795"/>
                </a:lnTo>
                <a:lnTo>
                  <a:pt x="21237" y="175362"/>
                </a:lnTo>
                <a:lnTo>
                  <a:pt x="43226" y="206978"/>
                </a:lnTo>
                <a:lnTo>
                  <a:pt x="70899" y="233747"/>
                </a:lnTo>
                <a:lnTo>
                  <a:pt x="111008" y="257784"/>
                </a:lnTo>
                <a:lnTo>
                  <a:pt x="137876" y="266457"/>
                </a:lnTo>
                <a:lnTo>
                  <a:pt x="134481" y="263512"/>
                </a:lnTo>
                <a:lnTo>
                  <a:pt x="131353" y="262630"/>
                </a:lnTo>
                <a:lnTo>
                  <a:pt x="120269" y="253533"/>
                </a:lnTo>
                <a:lnTo>
                  <a:pt x="117033" y="251489"/>
                </a:lnTo>
                <a:lnTo>
                  <a:pt x="91230" y="227919"/>
                </a:lnTo>
                <a:lnTo>
                  <a:pt x="70577" y="194712"/>
                </a:lnTo>
                <a:lnTo>
                  <a:pt x="59342" y="153970"/>
                </a:lnTo>
                <a:lnTo>
                  <a:pt x="61794" y="107794"/>
                </a:lnTo>
                <a:lnTo>
                  <a:pt x="91613" y="48422"/>
                </a:lnTo>
                <a:lnTo>
                  <a:pt x="143446" y="9813"/>
                </a:lnTo>
                <a:lnTo>
                  <a:pt x="162774" y="3812"/>
                </a:lnTo>
                <a:lnTo>
                  <a:pt x="150582" y="134"/>
                </a:lnTo>
                <a:lnTo>
                  <a:pt x="132414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498321" y="670706"/>
            <a:ext cx="161925" cy="265430"/>
          </a:xfrm>
          <a:custGeom>
            <a:avLst/>
            <a:gdLst/>
            <a:ahLst/>
            <a:cxnLst/>
            <a:rect l="l" t="t" r="r" b="b"/>
            <a:pathLst>
              <a:path w="161925" h="265430">
                <a:moveTo>
                  <a:pt x="24264" y="0"/>
                </a:moveTo>
                <a:lnTo>
                  <a:pt x="27763" y="2821"/>
                </a:lnTo>
                <a:lnTo>
                  <a:pt x="38525" y="8848"/>
                </a:lnTo>
                <a:lnTo>
                  <a:pt x="42117" y="10890"/>
                </a:lnTo>
                <a:lnTo>
                  <a:pt x="44838" y="13611"/>
                </a:lnTo>
                <a:lnTo>
                  <a:pt x="49979" y="14983"/>
                </a:lnTo>
                <a:lnTo>
                  <a:pt x="55034" y="20678"/>
                </a:lnTo>
                <a:lnTo>
                  <a:pt x="82713" y="51875"/>
                </a:lnTo>
                <a:lnTo>
                  <a:pt x="99149" y="88742"/>
                </a:lnTo>
                <a:lnTo>
                  <a:pt x="104536" y="131086"/>
                </a:lnTo>
                <a:lnTo>
                  <a:pt x="101441" y="155944"/>
                </a:lnTo>
                <a:lnTo>
                  <a:pt x="78055" y="208752"/>
                </a:lnTo>
                <a:lnTo>
                  <a:pt x="36756" y="246393"/>
                </a:lnTo>
                <a:lnTo>
                  <a:pt x="0" y="261283"/>
                </a:lnTo>
                <a:lnTo>
                  <a:pt x="11675" y="264987"/>
                </a:lnTo>
                <a:lnTo>
                  <a:pt x="60797" y="260935"/>
                </a:lnTo>
                <a:lnTo>
                  <a:pt x="117378" y="230677"/>
                </a:lnTo>
                <a:lnTo>
                  <a:pt x="153677" y="178253"/>
                </a:lnTo>
                <a:lnTo>
                  <a:pt x="157782" y="163950"/>
                </a:lnTo>
                <a:lnTo>
                  <a:pt x="159778" y="156529"/>
                </a:lnTo>
                <a:lnTo>
                  <a:pt x="150907" y="111063"/>
                </a:lnTo>
                <a:lnTo>
                  <a:pt x="130860" y="74562"/>
                </a:lnTo>
                <a:lnTo>
                  <a:pt x="105628" y="45130"/>
                </a:lnTo>
                <a:lnTo>
                  <a:pt x="75045" y="21509"/>
                </a:lnTo>
                <a:lnTo>
                  <a:pt x="36403" y="2941"/>
                </a:lnTo>
                <a:lnTo>
                  <a:pt x="24264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400273" y="809514"/>
            <a:ext cx="147863" cy="103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781185" y="764604"/>
            <a:ext cx="164786" cy="186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50756" y="828565"/>
            <a:ext cx="57785" cy="55880"/>
          </a:xfrm>
          <a:custGeom>
            <a:avLst/>
            <a:gdLst/>
            <a:ahLst/>
            <a:cxnLst/>
            <a:rect l="l" t="t" r="r" b="b"/>
            <a:pathLst>
              <a:path w="57784" h="55880">
                <a:moveTo>
                  <a:pt x="56210" y="0"/>
                </a:moveTo>
                <a:lnTo>
                  <a:pt x="0" y="0"/>
                </a:lnTo>
                <a:lnTo>
                  <a:pt x="0" y="55796"/>
                </a:lnTo>
                <a:lnTo>
                  <a:pt x="57157" y="55796"/>
                </a:lnTo>
                <a:lnTo>
                  <a:pt x="57157" y="946"/>
                </a:lnTo>
                <a:lnTo>
                  <a:pt x="56210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205666" y="3010216"/>
            <a:ext cx="712470" cy="1718945"/>
          </a:xfrm>
          <a:custGeom>
            <a:avLst/>
            <a:gdLst/>
            <a:ahLst/>
            <a:cxnLst/>
            <a:rect l="l" t="t" r="r" b="b"/>
            <a:pathLst>
              <a:path w="712469" h="1718945">
                <a:moveTo>
                  <a:pt x="356001" y="0"/>
                </a:moveTo>
                <a:lnTo>
                  <a:pt x="307864" y="3265"/>
                </a:lnTo>
                <a:lnTo>
                  <a:pt x="261644" y="12773"/>
                </a:lnTo>
                <a:lnTo>
                  <a:pt x="217772" y="28090"/>
                </a:lnTo>
                <a:lnTo>
                  <a:pt x="176682" y="48785"/>
                </a:lnTo>
                <a:lnTo>
                  <a:pt x="138805" y="74424"/>
                </a:lnTo>
                <a:lnTo>
                  <a:pt x="104575" y="104575"/>
                </a:lnTo>
                <a:lnTo>
                  <a:pt x="74424" y="138805"/>
                </a:lnTo>
                <a:lnTo>
                  <a:pt x="48785" y="176681"/>
                </a:lnTo>
                <a:lnTo>
                  <a:pt x="28090" y="217772"/>
                </a:lnTo>
                <a:lnTo>
                  <a:pt x="12773" y="261643"/>
                </a:lnTo>
                <a:lnTo>
                  <a:pt x="3265" y="307863"/>
                </a:lnTo>
                <a:lnTo>
                  <a:pt x="0" y="356000"/>
                </a:lnTo>
                <a:lnTo>
                  <a:pt x="0" y="1362638"/>
                </a:lnTo>
                <a:lnTo>
                  <a:pt x="3265" y="1410775"/>
                </a:lnTo>
                <a:lnTo>
                  <a:pt x="12773" y="1456995"/>
                </a:lnTo>
                <a:lnTo>
                  <a:pt x="28090" y="1500867"/>
                </a:lnTo>
                <a:lnTo>
                  <a:pt x="48785" y="1541958"/>
                </a:lnTo>
                <a:lnTo>
                  <a:pt x="74424" y="1579834"/>
                </a:lnTo>
                <a:lnTo>
                  <a:pt x="104575" y="1614064"/>
                </a:lnTo>
                <a:lnTo>
                  <a:pt x="138805" y="1644215"/>
                </a:lnTo>
                <a:lnTo>
                  <a:pt x="176682" y="1669854"/>
                </a:lnTo>
                <a:lnTo>
                  <a:pt x="217772" y="1690549"/>
                </a:lnTo>
                <a:lnTo>
                  <a:pt x="261644" y="1705867"/>
                </a:lnTo>
                <a:lnTo>
                  <a:pt x="307864" y="1715374"/>
                </a:lnTo>
                <a:lnTo>
                  <a:pt x="356007" y="1718640"/>
                </a:lnTo>
                <a:lnTo>
                  <a:pt x="404144" y="1715374"/>
                </a:lnTo>
                <a:lnTo>
                  <a:pt x="450364" y="1705867"/>
                </a:lnTo>
                <a:lnTo>
                  <a:pt x="494236" y="1690549"/>
                </a:lnTo>
                <a:lnTo>
                  <a:pt x="535326" y="1669854"/>
                </a:lnTo>
                <a:lnTo>
                  <a:pt x="573203" y="1644215"/>
                </a:lnTo>
                <a:lnTo>
                  <a:pt x="607433" y="1614064"/>
                </a:lnTo>
                <a:lnTo>
                  <a:pt x="637584" y="1579834"/>
                </a:lnTo>
                <a:lnTo>
                  <a:pt x="663223" y="1541958"/>
                </a:lnTo>
                <a:lnTo>
                  <a:pt x="683918" y="1500867"/>
                </a:lnTo>
                <a:lnTo>
                  <a:pt x="699235" y="1456995"/>
                </a:lnTo>
                <a:lnTo>
                  <a:pt x="708743" y="1410775"/>
                </a:lnTo>
                <a:lnTo>
                  <a:pt x="712008" y="1362638"/>
                </a:lnTo>
                <a:lnTo>
                  <a:pt x="712008" y="356000"/>
                </a:lnTo>
                <a:lnTo>
                  <a:pt x="708743" y="307863"/>
                </a:lnTo>
                <a:lnTo>
                  <a:pt x="699235" y="261643"/>
                </a:lnTo>
                <a:lnTo>
                  <a:pt x="683918" y="217772"/>
                </a:lnTo>
                <a:lnTo>
                  <a:pt x="663223" y="176681"/>
                </a:lnTo>
                <a:lnTo>
                  <a:pt x="637584" y="138805"/>
                </a:lnTo>
                <a:lnTo>
                  <a:pt x="607433" y="104575"/>
                </a:lnTo>
                <a:lnTo>
                  <a:pt x="573203" y="74424"/>
                </a:lnTo>
                <a:lnTo>
                  <a:pt x="535326" y="48785"/>
                </a:lnTo>
                <a:lnTo>
                  <a:pt x="494236" y="28090"/>
                </a:lnTo>
                <a:lnTo>
                  <a:pt x="450364" y="12773"/>
                </a:lnTo>
                <a:lnTo>
                  <a:pt x="404144" y="3265"/>
                </a:lnTo>
                <a:lnTo>
                  <a:pt x="356001" y="0"/>
                </a:lnTo>
                <a:close/>
              </a:path>
            </a:pathLst>
          </a:custGeom>
          <a:solidFill>
            <a:srgbClr val="89C7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450767" y="4932061"/>
            <a:ext cx="524510" cy="1264920"/>
          </a:xfrm>
          <a:custGeom>
            <a:avLst/>
            <a:gdLst/>
            <a:ahLst/>
            <a:cxnLst/>
            <a:rect l="l" t="t" r="r" b="b"/>
            <a:pathLst>
              <a:path w="524509" h="1264920">
                <a:moveTo>
                  <a:pt x="261940" y="0"/>
                </a:moveTo>
                <a:lnTo>
                  <a:pt x="215013" y="4239"/>
                </a:lnTo>
                <a:lnTo>
                  <a:pt x="170781" y="16456"/>
                </a:lnTo>
                <a:lnTo>
                  <a:pt x="129999" y="35895"/>
                </a:lnTo>
                <a:lnTo>
                  <a:pt x="93420" y="61801"/>
                </a:lnTo>
                <a:lnTo>
                  <a:pt x="61801" y="93420"/>
                </a:lnTo>
                <a:lnTo>
                  <a:pt x="35895" y="129999"/>
                </a:lnTo>
                <a:lnTo>
                  <a:pt x="16456" y="170781"/>
                </a:lnTo>
                <a:lnTo>
                  <a:pt x="4239" y="215013"/>
                </a:lnTo>
                <a:lnTo>
                  <a:pt x="0" y="261940"/>
                </a:lnTo>
                <a:lnTo>
                  <a:pt x="0" y="1002607"/>
                </a:lnTo>
                <a:lnTo>
                  <a:pt x="4239" y="1049534"/>
                </a:lnTo>
                <a:lnTo>
                  <a:pt x="16456" y="1093765"/>
                </a:lnTo>
                <a:lnTo>
                  <a:pt x="35895" y="1134547"/>
                </a:lnTo>
                <a:lnTo>
                  <a:pt x="61801" y="1171125"/>
                </a:lnTo>
                <a:lnTo>
                  <a:pt x="93420" y="1202745"/>
                </a:lnTo>
                <a:lnTo>
                  <a:pt x="129999" y="1228651"/>
                </a:lnTo>
                <a:lnTo>
                  <a:pt x="170781" y="1248090"/>
                </a:lnTo>
                <a:lnTo>
                  <a:pt x="215013" y="1260306"/>
                </a:lnTo>
                <a:lnTo>
                  <a:pt x="261942" y="1264546"/>
                </a:lnTo>
                <a:lnTo>
                  <a:pt x="308869" y="1260306"/>
                </a:lnTo>
                <a:lnTo>
                  <a:pt x="353101" y="1248090"/>
                </a:lnTo>
                <a:lnTo>
                  <a:pt x="393883" y="1228651"/>
                </a:lnTo>
                <a:lnTo>
                  <a:pt x="430461" y="1202745"/>
                </a:lnTo>
                <a:lnTo>
                  <a:pt x="462081" y="1171125"/>
                </a:lnTo>
                <a:lnTo>
                  <a:pt x="487987" y="1134547"/>
                </a:lnTo>
                <a:lnTo>
                  <a:pt x="507426" y="1093765"/>
                </a:lnTo>
                <a:lnTo>
                  <a:pt x="519642" y="1049534"/>
                </a:lnTo>
                <a:lnTo>
                  <a:pt x="523882" y="1002607"/>
                </a:lnTo>
                <a:lnTo>
                  <a:pt x="523882" y="261940"/>
                </a:lnTo>
                <a:lnTo>
                  <a:pt x="519642" y="215013"/>
                </a:lnTo>
                <a:lnTo>
                  <a:pt x="507426" y="170781"/>
                </a:lnTo>
                <a:lnTo>
                  <a:pt x="487987" y="129999"/>
                </a:lnTo>
                <a:lnTo>
                  <a:pt x="462081" y="93420"/>
                </a:lnTo>
                <a:lnTo>
                  <a:pt x="430461" y="61801"/>
                </a:lnTo>
                <a:lnTo>
                  <a:pt x="393883" y="35895"/>
                </a:lnTo>
                <a:lnTo>
                  <a:pt x="353101" y="16456"/>
                </a:lnTo>
                <a:lnTo>
                  <a:pt x="308869" y="4239"/>
                </a:lnTo>
                <a:lnTo>
                  <a:pt x="261940" y="0"/>
                </a:lnTo>
                <a:close/>
              </a:path>
            </a:pathLst>
          </a:custGeom>
          <a:solidFill>
            <a:srgbClr val="F5B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268460" y="5017958"/>
            <a:ext cx="304800" cy="735965"/>
          </a:xfrm>
          <a:custGeom>
            <a:avLst/>
            <a:gdLst/>
            <a:ahLst/>
            <a:cxnLst/>
            <a:rect l="l" t="t" r="r" b="b"/>
            <a:pathLst>
              <a:path w="304800" h="735964">
                <a:moveTo>
                  <a:pt x="152401" y="0"/>
                </a:moveTo>
                <a:lnTo>
                  <a:pt x="200438" y="7802"/>
                </a:lnTo>
                <a:lnTo>
                  <a:pt x="242258" y="29504"/>
                </a:lnTo>
                <a:lnTo>
                  <a:pt x="275299" y="62545"/>
                </a:lnTo>
                <a:lnTo>
                  <a:pt x="297000" y="104364"/>
                </a:lnTo>
                <a:lnTo>
                  <a:pt x="304803" y="152402"/>
                </a:lnTo>
                <a:lnTo>
                  <a:pt x="304803" y="583332"/>
                </a:lnTo>
                <a:lnTo>
                  <a:pt x="297000" y="631370"/>
                </a:lnTo>
                <a:lnTo>
                  <a:pt x="275299" y="673189"/>
                </a:lnTo>
                <a:lnTo>
                  <a:pt x="242258" y="706230"/>
                </a:lnTo>
                <a:lnTo>
                  <a:pt x="200438" y="727932"/>
                </a:lnTo>
                <a:lnTo>
                  <a:pt x="152401" y="735735"/>
                </a:lnTo>
                <a:lnTo>
                  <a:pt x="104364" y="727932"/>
                </a:lnTo>
                <a:lnTo>
                  <a:pt x="62545" y="706230"/>
                </a:lnTo>
                <a:lnTo>
                  <a:pt x="29504" y="673189"/>
                </a:lnTo>
                <a:lnTo>
                  <a:pt x="7802" y="631370"/>
                </a:lnTo>
                <a:lnTo>
                  <a:pt x="0" y="583332"/>
                </a:lnTo>
                <a:lnTo>
                  <a:pt x="0" y="152402"/>
                </a:lnTo>
                <a:lnTo>
                  <a:pt x="7802" y="104364"/>
                </a:lnTo>
                <a:lnTo>
                  <a:pt x="29504" y="62545"/>
                </a:lnTo>
                <a:lnTo>
                  <a:pt x="62545" y="29504"/>
                </a:lnTo>
                <a:lnTo>
                  <a:pt x="104364" y="7802"/>
                </a:lnTo>
                <a:lnTo>
                  <a:pt x="152401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294009" y="3390336"/>
            <a:ext cx="554990" cy="1339850"/>
          </a:xfrm>
          <a:custGeom>
            <a:avLst/>
            <a:gdLst/>
            <a:ahLst/>
            <a:cxnLst/>
            <a:rect l="l" t="t" r="r" b="b"/>
            <a:pathLst>
              <a:path w="554990" h="1339850">
                <a:moveTo>
                  <a:pt x="277449" y="0"/>
                </a:moveTo>
                <a:lnTo>
                  <a:pt x="327160" y="4490"/>
                </a:lnTo>
                <a:lnTo>
                  <a:pt x="374010" y="17431"/>
                </a:lnTo>
                <a:lnTo>
                  <a:pt x="417207" y="38020"/>
                </a:lnTo>
                <a:lnTo>
                  <a:pt x="455951" y="65461"/>
                </a:lnTo>
                <a:lnTo>
                  <a:pt x="489443" y="98953"/>
                </a:lnTo>
                <a:lnTo>
                  <a:pt x="516884" y="137697"/>
                </a:lnTo>
                <a:lnTo>
                  <a:pt x="537473" y="180895"/>
                </a:lnTo>
                <a:lnTo>
                  <a:pt x="550413" y="227746"/>
                </a:lnTo>
                <a:lnTo>
                  <a:pt x="554904" y="277451"/>
                </a:lnTo>
                <a:lnTo>
                  <a:pt x="554904" y="1061975"/>
                </a:lnTo>
                <a:lnTo>
                  <a:pt x="550413" y="1111680"/>
                </a:lnTo>
                <a:lnTo>
                  <a:pt x="537473" y="1158530"/>
                </a:lnTo>
                <a:lnTo>
                  <a:pt x="516884" y="1201727"/>
                </a:lnTo>
                <a:lnTo>
                  <a:pt x="489443" y="1240470"/>
                </a:lnTo>
                <a:lnTo>
                  <a:pt x="455951" y="1273962"/>
                </a:lnTo>
                <a:lnTo>
                  <a:pt x="417207" y="1301402"/>
                </a:lnTo>
                <a:lnTo>
                  <a:pt x="374010" y="1321992"/>
                </a:lnTo>
                <a:lnTo>
                  <a:pt x="327160" y="1334932"/>
                </a:lnTo>
                <a:lnTo>
                  <a:pt x="277455" y="1339423"/>
                </a:lnTo>
                <a:lnTo>
                  <a:pt x="227744" y="1334932"/>
                </a:lnTo>
                <a:lnTo>
                  <a:pt x="180893" y="1321992"/>
                </a:lnTo>
                <a:lnTo>
                  <a:pt x="137697" y="1301402"/>
                </a:lnTo>
                <a:lnTo>
                  <a:pt x="98953" y="1273962"/>
                </a:lnTo>
                <a:lnTo>
                  <a:pt x="65461" y="1240470"/>
                </a:lnTo>
                <a:lnTo>
                  <a:pt x="38020" y="1201727"/>
                </a:lnTo>
                <a:lnTo>
                  <a:pt x="17430" y="1158530"/>
                </a:lnTo>
                <a:lnTo>
                  <a:pt x="4490" y="1111680"/>
                </a:lnTo>
                <a:lnTo>
                  <a:pt x="0" y="1061975"/>
                </a:lnTo>
                <a:lnTo>
                  <a:pt x="0" y="277451"/>
                </a:lnTo>
                <a:lnTo>
                  <a:pt x="4490" y="227746"/>
                </a:lnTo>
                <a:lnTo>
                  <a:pt x="17430" y="180895"/>
                </a:lnTo>
                <a:lnTo>
                  <a:pt x="38020" y="137697"/>
                </a:lnTo>
                <a:lnTo>
                  <a:pt x="65461" y="98953"/>
                </a:lnTo>
                <a:lnTo>
                  <a:pt x="98953" y="65461"/>
                </a:lnTo>
                <a:lnTo>
                  <a:pt x="137697" y="38020"/>
                </a:lnTo>
                <a:lnTo>
                  <a:pt x="180893" y="17431"/>
                </a:lnTo>
                <a:lnTo>
                  <a:pt x="227744" y="4490"/>
                </a:lnTo>
                <a:lnTo>
                  <a:pt x="277449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749234" y="3809437"/>
            <a:ext cx="554990" cy="1339850"/>
          </a:xfrm>
          <a:custGeom>
            <a:avLst/>
            <a:gdLst/>
            <a:ahLst/>
            <a:cxnLst/>
            <a:rect l="l" t="t" r="r" b="b"/>
            <a:pathLst>
              <a:path w="554990" h="1339850">
                <a:moveTo>
                  <a:pt x="277449" y="0"/>
                </a:moveTo>
                <a:lnTo>
                  <a:pt x="327160" y="4490"/>
                </a:lnTo>
                <a:lnTo>
                  <a:pt x="374010" y="17431"/>
                </a:lnTo>
                <a:lnTo>
                  <a:pt x="417207" y="38020"/>
                </a:lnTo>
                <a:lnTo>
                  <a:pt x="455951" y="65461"/>
                </a:lnTo>
                <a:lnTo>
                  <a:pt x="489443" y="98953"/>
                </a:lnTo>
                <a:lnTo>
                  <a:pt x="516884" y="137697"/>
                </a:lnTo>
                <a:lnTo>
                  <a:pt x="537473" y="180895"/>
                </a:lnTo>
                <a:lnTo>
                  <a:pt x="550413" y="227746"/>
                </a:lnTo>
                <a:lnTo>
                  <a:pt x="554904" y="277451"/>
                </a:lnTo>
                <a:lnTo>
                  <a:pt x="554904" y="1061975"/>
                </a:lnTo>
                <a:lnTo>
                  <a:pt x="550413" y="1111680"/>
                </a:lnTo>
                <a:lnTo>
                  <a:pt x="537473" y="1158530"/>
                </a:lnTo>
                <a:lnTo>
                  <a:pt x="516884" y="1201727"/>
                </a:lnTo>
                <a:lnTo>
                  <a:pt x="489443" y="1240470"/>
                </a:lnTo>
                <a:lnTo>
                  <a:pt x="455951" y="1273962"/>
                </a:lnTo>
                <a:lnTo>
                  <a:pt x="417207" y="1301402"/>
                </a:lnTo>
                <a:lnTo>
                  <a:pt x="374010" y="1321992"/>
                </a:lnTo>
                <a:lnTo>
                  <a:pt x="327160" y="1334932"/>
                </a:lnTo>
                <a:lnTo>
                  <a:pt x="277455" y="1339423"/>
                </a:lnTo>
                <a:lnTo>
                  <a:pt x="227744" y="1334932"/>
                </a:lnTo>
                <a:lnTo>
                  <a:pt x="180893" y="1321992"/>
                </a:lnTo>
                <a:lnTo>
                  <a:pt x="137697" y="1301402"/>
                </a:lnTo>
                <a:lnTo>
                  <a:pt x="98953" y="1273962"/>
                </a:lnTo>
                <a:lnTo>
                  <a:pt x="65461" y="1240470"/>
                </a:lnTo>
                <a:lnTo>
                  <a:pt x="38020" y="1201727"/>
                </a:lnTo>
                <a:lnTo>
                  <a:pt x="17430" y="1158530"/>
                </a:lnTo>
                <a:lnTo>
                  <a:pt x="4490" y="1111680"/>
                </a:lnTo>
                <a:lnTo>
                  <a:pt x="0" y="1061975"/>
                </a:lnTo>
                <a:lnTo>
                  <a:pt x="0" y="277451"/>
                </a:lnTo>
                <a:lnTo>
                  <a:pt x="4490" y="227746"/>
                </a:lnTo>
                <a:lnTo>
                  <a:pt x="17430" y="180895"/>
                </a:lnTo>
                <a:lnTo>
                  <a:pt x="38020" y="137697"/>
                </a:lnTo>
                <a:lnTo>
                  <a:pt x="65461" y="98953"/>
                </a:lnTo>
                <a:lnTo>
                  <a:pt x="98953" y="65461"/>
                </a:lnTo>
                <a:lnTo>
                  <a:pt x="137697" y="38020"/>
                </a:lnTo>
                <a:lnTo>
                  <a:pt x="180893" y="17431"/>
                </a:lnTo>
                <a:lnTo>
                  <a:pt x="227744" y="4490"/>
                </a:lnTo>
                <a:lnTo>
                  <a:pt x="277449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273893" y="5333436"/>
            <a:ext cx="309880" cy="747395"/>
          </a:xfrm>
          <a:custGeom>
            <a:avLst/>
            <a:gdLst/>
            <a:ahLst/>
            <a:cxnLst/>
            <a:rect l="l" t="t" r="r" b="b"/>
            <a:pathLst>
              <a:path w="309879" h="747395">
                <a:moveTo>
                  <a:pt x="154782" y="0"/>
                </a:moveTo>
                <a:lnTo>
                  <a:pt x="203578" y="7924"/>
                </a:lnTo>
                <a:lnTo>
                  <a:pt x="246050" y="29965"/>
                </a:lnTo>
                <a:lnTo>
                  <a:pt x="279606" y="63521"/>
                </a:lnTo>
                <a:lnTo>
                  <a:pt x="301646" y="105993"/>
                </a:lnTo>
                <a:lnTo>
                  <a:pt x="309571" y="154782"/>
                </a:lnTo>
                <a:lnTo>
                  <a:pt x="309571" y="592460"/>
                </a:lnTo>
                <a:lnTo>
                  <a:pt x="301646" y="641247"/>
                </a:lnTo>
                <a:lnTo>
                  <a:pt x="279606" y="683720"/>
                </a:lnTo>
                <a:lnTo>
                  <a:pt x="246050" y="717276"/>
                </a:lnTo>
                <a:lnTo>
                  <a:pt x="203578" y="739316"/>
                </a:lnTo>
                <a:lnTo>
                  <a:pt x="154790" y="747241"/>
                </a:lnTo>
                <a:lnTo>
                  <a:pt x="105993" y="739316"/>
                </a:lnTo>
                <a:lnTo>
                  <a:pt x="63521" y="717276"/>
                </a:lnTo>
                <a:lnTo>
                  <a:pt x="29965" y="683720"/>
                </a:lnTo>
                <a:lnTo>
                  <a:pt x="7924" y="641247"/>
                </a:lnTo>
                <a:lnTo>
                  <a:pt x="0" y="592460"/>
                </a:lnTo>
                <a:lnTo>
                  <a:pt x="0" y="154782"/>
                </a:lnTo>
                <a:lnTo>
                  <a:pt x="7924" y="105993"/>
                </a:lnTo>
                <a:lnTo>
                  <a:pt x="29965" y="63521"/>
                </a:lnTo>
                <a:lnTo>
                  <a:pt x="63521" y="29965"/>
                </a:lnTo>
                <a:lnTo>
                  <a:pt x="105993" y="7924"/>
                </a:lnTo>
                <a:lnTo>
                  <a:pt x="154782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446031" y="5038161"/>
            <a:ext cx="360680" cy="869315"/>
          </a:xfrm>
          <a:custGeom>
            <a:avLst/>
            <a:gdLst/>
            <a:ahLst/>
            <a:cxnLst/>
            <a:rect l="l" t="t" r="r" b="b"/>
            <a:pathLst>
              <a:path w="360680" h="869314">
                <a:moveTo>
                  <a:pt x="180032" y="0"/>
                </a:moveTo>
                <a:lnTo>
                  <a:pt x="227756" y="6459"/>
                </a:lnTo>
                <a:lnTo>
                  <a:pt x="270722" y="24671"/>
                </a:lnTo>
                <a:lnTo>
                  <a:pt x="307187" y="52884"/>
                </a:lnTo>
                <a:lnTo>
                  <a:pt x="335400" y="89349"/>
                </a:lnTo>
                <a:lnTo>
                  <a:pt x="353612" y="132315"/>
                </a:lnTo>
                <a:lnTo>
                  <a:pt x="360071" y="180032"/>
                </a:lnTo>
                <a:lnTo>
                  <a:pt x="360071" y="689104"/>
                </a:lnTo>
                <a:lnTo>
                  <a:pt x="353612" y="736821"/>
                </a:lnTo>
                <a:lnTo>
                  <a:pt x="335400" y="779787"/>
                </a:lnTo>
                <a:lnTo>
                  <a:pt x="307187" y="816252"/>
                </a:lnTo>
                <a:lnTo>
                  <a:pt x="270722" y="844466"/>
                </a:lnTo>
                <a:lnTo>
                  <a:pt x="227756" y="862677"/>
                </a:lnTo>
                <a:lnTo>
                  <a:pt x="180040" y="869137"/>
                </a:lnTo>
                <a:lnTo>
                  <a:pt x="132315" y="862677"/>
                </a:lnTo>
                <a:lnTo>
                  <a:pt x="89349" y="844466"/>
                </a:lnTo>
                <a:lnTo>
                  <a:pt x="52884" y="816252"/>
                </a:lnTo>
                <a:lnTo>
                  <a:pt x="24671" y="779787"/>
                </a:lnTo>
                <a:lnTo>
                  <a:pt x="6459" y="736821"/>
                </a:lnTo>
                <a:lnTo>
                  <a:pt x="0" y="689104"/>
                </a:lnTo>
                <a:lnTo>
                  <a:pt x="0" y="180032"/>
                </a:lnTo>
                <a:lnTo>
                  <a:pt x="6459" y="132315"/>
                </a:lnTo>
                <a:lnTo>
                  <a:pt x="24671" y="89349"/>
                </a:lnTo>
                <a:lnTo>
                  <a:pt x="52884" y="52884"/>
                </a:lnTo>
                <a:lnTo>
                  <a:pt x="89349" y="24671"/>
                </a:lnTo>
                <a:lnTo>
                  <a:pt x="132315" y="6459"/>
                </a:lnTo>
                <a:lnTo>
                  <a:pt x="180032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007742" y="4824731"/>
            <a:ext cx="531360" cy="12825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986716" y="4086543"/>
            <a:ext cx="568960" cy="1373505"/>
          </a:xfrm>
          <a:custGeom>
            <a:avLst/>
            <a:gdLst/>
            <a:ahLst/>
            <a:cxnLst/>
            <a:rect l="l" t="t" r="r" b="b"/>
            <a:pathLst>
              <a:path w="568959" h="1373504">
                <a:moveTo>
                  <a:pt x="284421" y="0"/>
                </a:moveTo>
                <a:lnTo>
                  <a:pt x="238444" y="3740"/>
                </a:lnTo>
                <a:lnTo>
                  <a:pt x="194770" y="14562"/>
                </a:lnTo>
                <a:lnTo>
                  <a:pt x="153998" y="31869"/>
                </a:lnTo>
                <a:lnTo>
                  <a:pt x="116725" y="55063"/>
                </a:lnTo>
                <a:lnTo>
                  <a:pt x="83547" y="83548"/>
                </a:lnTo>
                <a:lnTo>
                  <a:pt x="55063" y="116725"/>
                </a:lnTo>
                <a:lnTo>
                  <a:pt x="31868" y="153999"/>
                </a:lnTo>
                <a:lnTo>
                  <a:pt x="14562" y="194771"/>
                </a:lnTo>
                <a:lnTo>
                  <a:pt x="3740" y="238444"/>
                </a:lnTo>
                <a:lnTo>
                  <a:pt x="0" y="284421"/>
                </a:lnTo>
                <a:lnTo>
                  <a:pt x="0" y="1088657"/>
                </a:lnTo>
                <a:lnTo>
                  <a:pt x="3740" y="1134635"/>
                </a:lnTo>
                <a:lnTo>
                  <a:pt x="14562" y="1178308"/>
                </a:lnTo>
                <a:lnTo>
                  <a:pt x="31868" y="1219080"/>
                </a:lnTo>
                <a:lnTo>
                  <a:pt x="55063" y="1256354"/>
                </a:lnTo>
                <a:lnTo>
                  <a:pt x="83547" y="1289531"/>
                </a:lnTo>
                <a:lnTo>
                  <a:pt x="116725" y="1318016"/>
                </a:lnTo>
                <a:lnTo>
                  <a:pt x="153998" y="1341210"/>
                </a:lnTo>
                <a:lnTo>
                  <a:pt x="194770" y="1358517"/>
                </a:lnTo>
                <a:lnTo>
                  <a:pt x="238444" y="1369339"/>
                </a:lnTo>
                <a:lnTo>
                  <a:pt x="284424" y="1373079"/>
                </a:lnTo>
                <a:lnTo>
                  <a:pt x="330401" y="1369339"/>
                </a:lnTo>
                <a:lnTo>
                  <a:pt x="374074" y="1358517"/>
                </a:lnTo>
                <a:lnTo>
                  <a:pt x="414846" y="1341210"/>
                </a:lnTo>
                <a:lnTo>
                  <a:pt x="452120" y="1318016"/>
                </a:lnTo>
                <a:lnTo>
                  <a:pt x="485297" y="1289531"/>
                </a:lnTo>
                <a:lnTo>
                  <a:pt x="513782" y="1256354"/>
                </a:lnTo>
                <a:lnTo>
                  <a:pt x="536976" y="1219080"/>
                </a:lnTo>
                <a:lnTo>
                  <a:pt x="554283" y="1178308"/>
                </a:lnTo>
                <a:lnTo>
                  <a:pt x="565105" y="1134635"/>
                </a:lnTo>
                <a:lnTo>
                  <a:pt x="568845" y="1088657"/>
                </a:lnTo>
                <a:lnTo>
                  <a:pt x="568845" y="284421"/>
                </a:lnTo>
                <a:lnTo>
                  <a:pt x="565105" y="238444"/>
                </a:lnTo>
                <a:lnTo>
                  <a:pt x="554283" y="194771"/>
                </a:lnTo>
                <a:lnTo>
                  <a:pt x="536976" y="153999"/>
                </a:lnTo>
                <a:lnTo>
                  <a:pt x="513782" y="116725"/>
                </a:lnTo>
                <a:lnTo>
                  <a:pt x="485297" y="83548"/>
                </a:lnTo>
                <a:lnTo>
                  <a:pt x="452120" y="55063"/>
                </a:lnTo>
                <a:lnTo>
                  <a:pt x="414846" y="31869"/>
                </a:lnTo>
                <a:lnTo>
                  <a:pt x="374074" y="14562"/>
                </a:lnTo>
                <a:lnTo>
                  <a:pt x="330401" y="3740"/>
                </a:lnTo>
                <a:lnTo>
                  <a:pt x="284421" y="0"/>
                </a:lnTo>
                <a:close/>
              </a:path>
            </a:pathLst>
          </a:custGeom>
          <a:solidFill>
            <a:srgbClr val="F6B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558860" y="4756017"/>
            <a:ext cx="190500" cy="460375"/>
          </a:xfrm>
          <a:custGeom>
            <a:avLst/>
            <a:gdLst/>
            <a:ahLst/>
            <a:cxnLst/>
            <a:rect l="l" t="t" r="r" b="b"/>
            <a:pathLst>
              <a:path w="190500" h="460375">
                <a:moveTo>
                  <a:pt x="95248" y="0"/>
                </a:moveTo>
                <a:lnTo>
                  <a:pt x="132232" y="7515"/>
                </a:lnTo>
                <a:lnTo>
                  <a:pt x="162518" y="27979"/>
                </a:lnTo>
                <a:lnTo>
                  <a:pt x="182981" y="58265"/>
                </a:lnTo>
                <a:lnTo>
                  <a:pt x="190497" y="95248"/>
                </a:lnTo>
                <a:lnTo>
                  <a:pt x="190497" y="364572"/>
                </a:lnTo>
                <a:lnTo>
                  <a:pt x="182981" y="401555"/>
                </a:lnTo>
                <a:lnTo>
                  <a:pt x="162518" y="431841"/>
                </a:lnTo>
                <a:lnTo>
                  <a:pt x="132232" y="452305"/>
                </a:lnTo>
                <a:lnTo>
                  <a:pt x="95248" y="459821"/>
                </a:lnTo>
                <a:lnTo>
                  <a:pt x="58265" y="452305"/>
                </a:lnTo>
                <a:lnTo>
                  <a:pt x="27979" y="431841"/>
                </a:lnTo>
                <a:lnTo>
                  <a:pt x="7515" y="401555"/>
                </a:lnTo>
                <a:lnTo>
                  <a:pt x="0" y="364572"/>
                </a:lnTo>
                <a:lnTo>
                  <a:pt x="0" y="95248"/>
                </a:lnTo>
                <a:lnTo>
                  <a:pt x="7515" y="58265"/>
                </a:lnTo>
                <a:lnTo>
                  <a:pt x="27979" y="27979"/>
                </a:lnTo>
                <a:lnTo>
                  <a:pt x="58265" y="7515"/>
                </a:lnTo>
                <a:lnTo>
                  <a:pt x="95248" y="0"/>
                </a:lnTo>
                <a:close/>
              </a:path>
            </a:pathLst>
          </a:custGeom>
          <a:ln w="6350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70697" y="4667574"/>
            <a:ext cx="328295" cy="792480"/>
          </a:xfrm>
          <a:custGeom>
            <a:avLst/>
            <a:gdLst/>
            <a:ahLst/>
            <a:cxnLst/>
            <a:rect l="l" t="t" r="r" b="b"/>
            <a:pathLst>
              <a:path w="328295" h="792479">
                <a:moveTo>
                  <a:pt x="164066" y="0"/>
                </a:moveTo>
                <a:lnTo>
                  <a:pt x="120580" y="5886"/>
                </a:lnTo>
                <a:lnTo>
                  <a:pt x="81425" y="22482"/>
                </a:lnTo>
                <a:lnTo>
                  <a:pt x="48194" y="48193"/>
                </a:lnTo>
                <a:lnTo>
                  <a:pt x="22482" y="81424"/>
                </a:lnTo>
                <a:lnTo>
                  <a:pt x="5886" y="120580"/>
                </a:lnTo>
                <a:lnTo>
                  <a:pt x="0" y="164066"/>
                </a:lnTo>
                <a:lnTo>
                  <a:pt x="0" y="627987"/>
                </a:lnTo>
                <a:lnTo>
                  <a:pt x="5886" y="671472"/>
                </a:lnTo>
                <a:lnTo>
                  <a:pt x="22482" y="710628"/>
                </a:lnTo>
                <a:lnTo>
                  <a:pt x="48194" y="743859"/>
                </a:lnTo>
                <a:lnTo>
                  <a:pt x="81425" y="769570"/>
                </a:lnTo>
                <a:lnTo>
                  <a:pt x="120580" y="786166"/>
                </a:lnTo>
                <a:lnTo>
                  <a:pt x="164070" y="792053"/>
                </a:lnTo>
                <a:lnTo>
                  <a:pt x="207555" y="786166"/>
                </a:lnTo>
                <a:lnTo>
                  <a:pt x="246711" y="769570"/>
                </a:lnTo>
                <a:lnTo>
                  <a:pt x="279942" y="743859"/>
                </a:lnTo>
                <a:lnTo>
                  <a:pt x="305653" y="710628"/>
                </a:lnTo>
                <a:lnTo>
                  <a:pt x="322249" y="671472"/>
                </a:lnTo>
                <a:lnTo>
                  <a:pt x="328136" y="627987"/>
                </a:lnTo>
                <a:lnTo>
                  <a:pt x="328136" y="164066"/>
                </a:lnTo>
                <a:lnTo>
                  <a:pt x="322249" y="120580"/>
                </a:lnTo>
                <a:lnTo>
                  <a:pt x="305653" y="81424"/>
                </a:lnTo>
                <a:lnTo>
                  <a:pt x="279942" y="48193"/>
                </a:lnTo>
                <a:lnTo>
                  <a:pt x="246711" y="22482"/>
                </a:lnTo>
                <a:lnTo>
                  <a:pt x="207555" y="5886"/>
                </a:lnTo>
                <a:lnTo>
                  <a:pt x="164066" y="0"/>
                </a:lnTo>
                <a:close/>
              </a:path>
            </a:pathLst>
          </a:custGeom>
          <a:solidFill>
            <a:srgbClr val="7DB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65822" y="4124650"/>
            <a:ext cx="607233" cy="14657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733490" y="2558041"/>
            <a:ext cx="1302207" cy="31432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821193" y="3789061"/>
            <a:ext cx="792215" cy="19122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477368" y="4351036"/>
            <a:ext cx="873608" cy="21087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044510" y="5110650"/>
            <a:ext cx="215900" cy="520700"/>
          </a:xfrm>
          <a:custGeom>
            <a:avLst/>
            <a:gdLst/>
            <a:ahLst/>
            <a:cxnLst/>
            <a:rect l="l" t="t" r="r" b="b"/>
            <a:pathLst>
              <a:path w="215900" h="520700">
                <a:moveTo>
                  <a:pt x="107801" y="0"/>
                </a:moveTo>
                <a:lnTo>
                  <a:pt x="149659" y="8506"/>
                </a:lnTo>
                <a:lnTo>
                  <a:pt x="183937" y="31666"/>
                </a:lnTo>
                <a:lnTo>
                  <a:pt x="207097" y="65944"/>
                </a:lnTo>
                <a:lnTo>
                  <a:pt x="215604" y="107802"/>
                </a:lnTo>
                <a:lnTo>
                  <a:pt x="215604" y="412625"/>
                </a:lnTo>
                <a:lnTo>
                  <a:pt x="207097" y="454482"/>
                </a:lnTo>
                <a:lnTo>
                  <a:pt x="183937" y="488760"/>
                </a:lnTo>
                <a:lnTo>
                  <a:pt x="149659" y="511920"/>
                </a:lnTo>
                <a:lnTo>
                  <a:pt x="107801" y="520426"/>
                </a:lnTo>
                <a:lnTo>
                  <a:pt x="65943" y="511920"/>
                </a:lnTo>
                <a:lnTo>
                  <a:pt x="31666" y="488760"/>
                </a:lnTo>
                <a:lnTo>
                  <a:pt x="8506" y="454482"/>
                </a:lnTo>
                <a:lnTo>
                  <a:pt x="0" y="412625"/>
                </a:lnTo>
                <a:lnTo>
                  <a:pt x="0" y="107802"/>
                </a:lnTo>
                <a:lnTo>
                  <a:pt x="8506" y="65944"/>
                </a:lnTo>
                <a:lnTo>
                  <a:pt x="31666" y="31666"/>
                </a:lnTo>
                <a:lnTo>
                  <a:pt x="65943" y="8506"/>
                </a:lnTo>
                <a:lnTo>
                  <a:pt x="107801" y="0"/>
                </a:lnTo>
                <a:close/>
              </a:path>
            </a:pathLst>
          </a:custGeom>
          <a:ln w="6349">
            <a:solidFill>
              <a:srgbClr val="7473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698065" y="7302517"/>
            <a:ext cx="5419846" cy="228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57202" y="7302517"/>
            <a:ext cx="2188845" cy="228600"/>
          </a:xfrm>
          <a:custGeom>
            <a:avLst/>
            <a:gdLst/>
            <a:ahLst/>
            <a:cxnLst/>
            <a:rect l="l" t="t" r="r" b="b"/>
            <a:pathLst>
              <a:path w="2188845" h="228600">
                <a:moveTo>
                  <a:pt x="2045610" y="0"/>
                </a:moveTo>
                <a:lnTo>
                  <a:pt x="0" y="0"/>
                </a:lnTo>
                <a:lnTo>
                  <a:pt x="0" y="228588"/>
                </a:lnTo>
                <a:lnTo>
                  <a:pt x="2188486" y="228588"/>
                </a:lnTo>
                <a:lnTo>
                  <a:pt x="2045610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9808233" y="7898325"/>
            <a:ext cx="27711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⼴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州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医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1300" spc="2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物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科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技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限</a:t>
            </a:r>
            <a:r>
              <a:rPr sz="1300" spc="2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公</a:t>
            </a:r>
            <a:r>
              <a:rPr sz="1300" spc="2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3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司</a:t>
            </a:r>
            <a:endParaRPr sz="13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7070080"/>
            <a:ext cx="445134" cy="1212215"/>
          </a:xfrm>
          <a:custGeom>
            <a:avLst/>
            <a:gdLst/>
            <a:ahLst/>
            <a:cxnLst/>
            <a:rect l="l" t="t" r="r" b="b"/>
            <a:pathLst>
              <a:path w="445134" h="1212215">
                <a:moveTo>
                  <a:pt x="0" y="1211839"/>
                </a:moveTo>
                <a:lnTo>
                  <a:pt x="0" y="0"/>
                </a:lnTo>
                <a:lnTo>
                  <a:pt x="444955" y="0"/>
                </a:lnTo>
                <a:lnTo>
                  <a:pt x="444955" y="1211839"/>
                </a:lnTo>
                <a:lnTo>
                  <a:pt x="0" y="1211839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93013" y="7847320"/>
            <a:ext cx="126993" cy="1676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2691" y="7565731"/>
            <a:ext cx="148689" cy="1572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8495" y="7108060"/>
            <a:ext cx="2414548" cy="1856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181471" y="2316801"/>
            <a:ext cx="2947670" cy="8743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50" b="1" spc="29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体表电</a:t>
            </a:r>
            <a:r>
              <a:rPr sz="5550" b="1" spc="-551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</a:t>
            </a:r>
            <a:endParaRPr sz="55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85734" y="1657997"/>
            <a:ext cx="586105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b="1" spc="10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</a:t>
            </a:r>
            <a:endParaRPr sz="4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64549" y="1874747"/>
            <a:ext cx="398145" cy="487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0" b="1" spc="-237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</a:t>
            </a:r>
            <a:endParaRPr sz="3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927110" y="2025918"/>
            <a:ext cx="237143" cy="2371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947225" y="2013780"/>
            <a:ext cx="211454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1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endParaRPr sz="14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53437" y="1536558"/>
            <a:ext cx="435609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2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endParaRPr sz="3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25147" y="1787583"/>
            <a:ext cx="492759" cy="601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1" spc="-354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endParaRPr sz="37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004012" y="2030819"/>
            <a:ext cx="105029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b="1" spc="90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刺激器</a:t>
            </a:r>
            <a:r>
              <a:rPr sz="1950" b="1" spc="-5" dirty="0">
                <a:solidFill>
                  <a:srgbClr val="0089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endParaRPr sz="19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44242" y="1637719"/>
            <a:ext cx="1375410" cy="111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B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o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d</a:t>
            </a:r>
            <a:r>
              <a:rPr sz="550" b="1" spc="-4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y</a:t>
            </a:r>
            <a:r>
              <a:rPr sz="550" b="1" spc="7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s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u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r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f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a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c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8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-4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l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c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-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t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r</a:t>
            </a:r>
            <a:r>
              <a:rPr sz="550" b="1" spc="-4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o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d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s</a:t>
            </a:r>
            <a:r>
              <a:rPr sz="550" b="1" spc="8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f</a:t>
            </a:r>
            <a:r>
              <a:rPr sz="550" b="1" spc="-4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o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r</a:t>
            </a:r>
            <a:endParaRPr sz="550">
              <a:latin typeface="江城律动黑" panose="020B0800000000000000" charset="-122"/>
              <a:cs typeface="江城律动黑" panose="020B0800000000000000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244211" y="1740352"/>
            <a:ext cx="1473835" cy="111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-15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Th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r</a:t>
            </a:r>
            <a:r>
              <a:rPr sz="550" b="1" spc="-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v</a:t>
            </a:r>
            <a:r>
              <a:rPr sz="550" b="1" spc="-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8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a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-15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Th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2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d</a:t>
            </a:r>
            <a:r>
              <a:rPr sz="550" b="1" spc="7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4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m</a:t>
            </a:r>
            <a:r>
              <a:rPr sz="550" b="1" spc="-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u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s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c</a:t>
            </a:r>
            <a:r>
              <a:rPr sz="550" b="1" spc="-4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l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e</a:t>
            </a:r>
            <a:r>
              <a:rPr sz="550" b="1" spc="8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s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-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t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i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4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m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u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l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a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-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t</a:t>
            </a:r>
            <a:r>
              <a:rPr sz="550" b="1" spc="-3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o</a:t>
            </a:r>
            <a:r>
              <a:rPr sz="550" b="1" spc="-2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50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r</a:t>
            </a:r>
            <a:r>
              <a:rPr sz="550" b="1" spc="-3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 </a:t>
            </a:r>
            <a:r>
              <a:rPr sz="550" b="1" spc="15" dirty="0">
                <a:solidFill>
                  <a:srgbClr val="0089CC"/>
                </a:solidFill>
                <a:latin typeface="江城律动黑" panose="020B0800000000000000" charset="-122"/>
                <a:cs typeface="江城律动黑" panose="020B0800000000000000" charset="-122"/>
              </a:rPr>
              <a:t>s</a:t>
            </a:r>
            <a:endParaRPr sz="550">
              <a:latin typeface="江城律动黑" panose="020B0800000000000000" charset="-122"/>
              <a:cs typeface="江城律动黑" panose="020B0800000000000000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99024" y="1781012"/>
            <a:ext cx="5663455" cy="252325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89781" y="4287159"/>
            <a:ext cx="3442635" cy="7215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824050" y="4398279"/>
            <a:ext cx="520625" cy="32810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889943" y="2445242"/>
            <a:ext cx="1409700" cy="1409700"/>
          </a:xfrm>
          <a:custGeom>
            <a:avLst/>
            <a:gdLst/>
            <a:ahLst/>
            <a:cxnLst/>
            <a:rect l="l" t="t" r="r" b="b"/>
            <a:pathLst>
              <a:path w="1409700" h="1409700">
                <a:moveTo>
                  <a:pt x="0" y="0"/>
                </a:moveTo>
                <a:lnTo>
                  <a:pt x="1409698" y="0"/>
                </a:lnTo>
                <a:lnTo>
                  <a:pt x="1409698" y="1409698"/>
                </a:lnTo>
                <a:lnTo>
                  <a:pt x="0" y="1409698"/>
                </a:lnTo>
                <a:lnTo>
                  <a:pt x="0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64916" y="7318729"/>
            <a:ext cx="3881120" cy="972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G </a:t>
            </a:r>
            <a:r>
              <a:rPr sz="65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u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a </a:t>
            </a:r>
            <a:r>
              <a:rPr sz="6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n </a:t>
            </a:r>
            <a:r>
              <a:rPr sz="650" spc="-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g </a:t>
            </a:r>
            <a:r>
              <a:rPr sz="650" spc="-1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z </a:t>
            </a:r>
            <a:r>
              <a:rPr sz="65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h </a:t>
            </a:r>
            <a:r>
              <a:rPr sz="65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o </a:t>
            </a:r>
            <a:r>
              <a:rPr sz="65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u </a:t>
            </a:r>
            <a:r>
              <a:rPr sz="650" spc="-4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Y </a:t>
            </a:r>
            <a:r>
              <a:rPr sz="65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u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a </a:t>
            </a:r>
            <a:r>
              <a:rPr sz="6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n y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i </a:t>
            </a:r>
            <a:r>
              <a:rPr sz="650" spc="2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B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i </a:t>
            </a:r>
            <a:r>
              <a:rPr sz="65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o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t </a:t>
            </a:r>
            <a:r>
              <a:rPr sz="650" spc="-1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e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c </a:t>
            </a:r>
            <a:r>
              <a:rPr sz="65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h </a:t>
            </a:r>
            <a:r>
              <a:rPr sz="6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n </a:t>
            </a:r>
            <a:r>
              <a:rPr sz="65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o </a:t>
            </a:r>
            <a:r>
              <a:rPr sz="650" spc="1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l </a:t>
            </a:r>
            <a:r>
              <a:rPr sz="65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o </a:t>
            </a:r>
            <a:r>
              <a:rPr sz="650" spc="-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g </a:t>
            </a:r>
            <a:r>
              <a:rPr sz="6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y </a:t>
            </a:r>
            <a:r>
              <a:rPr sz="650" spc="-2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C </a:t>
            </a:r>
            <a:r>
              <a:rPr sz="65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o </a:t>
            </a:r>
            <a:r>
              <a:rPr sz="6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. , </a:t>
            </a:r>
            <a:r>
              <a:rPr sz="650" spc="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L </a:t>
            </a:r>
            <a:r>
              <a:rPr sz="650" spc="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t</a:t>
            </a:r>
            <a:r>
              <a:rPr sz="6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650" spc="-1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d</a:t>
            </a:r>
            <a:endParaRPr sz="6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65430">
              <a:lnSpc>
                <a:spcPct val="100000"/>
              </a:lnSpc>
              <a:spcBef>
                <a:spcPts val="1135"/>
              </a:spcBef>
              <a:tabLst>
                <a:tab pos="2011680" algn="l"/>
              </a:tabLst>
            </a:pP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服务热线</a:t>
            </a:r>
            <a:r>
              <a:rPr sz="1000" spc="-2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：020-84215664	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400-8015-973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65430" marR="5080">
              <a:lnSpc>
                <a:spcPct val="176000"/>
              </a:lnSpc>
              <a:spcBef>
                <a:spcPts val="110"/>
              </a:spcBef>
            </a:pP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公司地址</a:t>
            </a:r>
            <a:r>
              <a:rPr sz="1000" spc="-459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⼴东省⼴州市天河区华夏</a:t>
            </a:r>
            <a:r>
              <a:rPr sz="100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路</a:t>
            </a:r>
            <a:r>
              <a:rPr sz="1000" spc="-1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28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号富⼒</a:t>
            </a:r>
            <a:r>
              <a:rPr sz="1000" spc="36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·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盈信⼤</a:t>
            </a:r>
            <a:r>
              <a:rPr sz="100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厦</a:t>
            </a:r>
            <a:r>
              <a:rPr sz="1000" spc="-1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00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楼 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全国总代理</a:t>
            </a:r>
            <a:r>
              <a:rPr sz="1000" spc="-459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⼴州圆爱康⽣物科技有限公</a:t>
            </a:r>
            <a:r>
              <a:rPr sz="1000" spc="-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司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95616" y="8115101"/>
            <a:ext cx="121791" cy="14124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250" y="1882809"/>
            <a:ext cx="15117912" cy="64183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59919" y="2052057"/>
            <a:ext cx="770890" cy="837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00" spc="195" dirty="0">
                <a:solidFill>
                  <a:srgbClr val="89755B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5300" spc="10" dirty="0">
                <a:solidFill>
                  <a:srgbClr val="89755B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53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794790" y="408179"/>
            <a:ext cx="1215390" cy="152400"/>
          </a:xfrm>
          <a:custGeom>
            <a:avLst/>
            <a:gdLst/>
            <a:ahLst/>
            <a:cxnLst/>
            <a:rect l="l" t="t" r="r" b="b"/>
            <a:pathLst>
              <a:path w="1215390" h="152400">
                <a:moveTo>
                  <a:pt x="0" y="151992"/>
                </a:moveTo>
                <a:lnTo>
                  <a:pt x="1215259" y="151992"/>
                </a:lnTo>
                <a:lnTo>
                  <a:pt x="1215259" y="0"/>
                </a:lnTo>
                <a:lnTo>
                  <a:pt x="0" y="0"/>
                </a:lnTo>
                <a:lnTo>
                  <a:pt x="0" y="151992"/>
                </a:lnTo>
                <a:close/>
              </a:path>
            </a:pathLst>
          </a:custGeom>
          <a:solidFill>
            <a:srgbClr val="8975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709790" y="408179"/>
            <a:ext cx="953769" cy="152400"/>
          </a:xfrm>
          <a:custGeom>
            <a:avLst/>
            <a:gdLst/>
            <a:ahLst/>
            <a:cxnLst/>
            <a:rect l="l" t="t" r="r" b="b"/>
            <a:pathLst>
              <a:path w="953770" h="152400">
                <a:moveTo>
                  <a:pt x="0" y="151992"/>
                </a:moveTo>
                <a:lnTo>
                  <a:pt x="953734" y="151992"/>
                </a:lnTo>
                <a:lnTo>
                  <a:pt x="953734" y="0"/>
                </a:lnTo>
                <a:lnTo>
                  <a:pt x="0" y="0"/>
                </a:lnTo>
                <a:lnTo>
                  <a:pt x="0" y="151992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33409" y="408179"/>
            <a:ext cx="848994" cy="149860"/>
          </a:xfrm>
          <a:custGeom>
            <a:avLst/>
            <a:gdLst/>
            <a:ahLst/>
            <a:cxnLst/>
            <a:rect l="l" t="t" r="r" b="b"/>
            <a:pathLst>
              <a:path w="848995" h="149859">
                <a:moveTo>
                  <a:pt x="0" y="149345"/>
                </a:moveTo>
                <a:lnTo>
                  <a:pt x="848473" y="149345"/>
                </a:lnTo>
                <a:lnTo>
                  <a:pt x="848473" y="0"/>
                </a:lnTo>
                <a:lnTo>
                  <a:pt x="0" y="0"/>
                </a:lnTo>
                <a:lnTo>
                  <a:pt x="0" y="149345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135574" y="408179"/>
            <a:ext cx="1622425" cy="152400"/>
          </a:xfrm>
          <a:custGeom>
            <a:avLst/>
            <a:gdLst/>
            <a:ahLst/>
            <a:cxnLst/>
            <a:rect l="l" t="t" r="r" b="b"/>
            <a:pathLst>
              <a:path w="1622425" h="152400">
                <a:moveTo>
                  <a:pt x="0" y="151992"/>
                </a:moveTo>
                <a:lnTo>
                  <a:pt x="1622343" y="151992"/>
                </a:lnTo>
                <a:lnTo>
                  <a:pt x="1622343" y="0"/>
                </a:lnTo>
                <a:lnTo>
                  <a:pt x="0" y="0"/>
                </a:lnTo>
                <a:lnTo>
                  <a:pt x="0" y="151992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0097" y="719697"/>
            <a:ext cx="272415" cy="271145"/>
          </a:xfrm>
          <a:custGeom>
            <a:avLst/>
            <a:gdLst/>
            <a:ahLst/>
            <a:cxnLst/>
            <a:rect l="l" t="t" r="r" b="b"/>
            <a:pathLst>
              <a:path w="272415" h="271144">
                <a:moveTo>
                  <a:pt x="272169" y="0"/>
                </a:moveTo>
                <a:lnTo>
                  <a:pt x="0" y="0"/>
                </a:lnTo>
                <a:lnTo>
                  <a:pt x="0" y="270810"/>
                </a:lnTo>
                <a:lnTo>
                  <a:pt x="236786" y="270810"/>
                </a:lnTo>
                <a:lnTo>
                  <a:pt x="250877" y="267782"/>
                </a:lnTo>
                <a:lnTo>
                  <a:pt x="262089" y="259332"/>
                </a:lnTo>
                <a:lnTo>
                  <a:pt x="269495" y="246414"/>
                </a:lnTo>
                <a:lnTo>
                  <a:pt x="269954" y="243591"/>
                </a:lnTo>
                <a:lnTo>
                  <a:pt x="46269" y="243591"/>
                </a:lnTo>
                <a:lnTo>
                  <a:pt x="46269" y="29937"/>
                </a:lnTo>
                <a:lnTo>
                  <a:pt x="272169" y="29937"/>
                </a:lnTo>
                <a:lnTo>
                  <a:pt x="272169" y="0"/>
                </a:lnTo>
                <a:close/>
              </a:path>
              <a:path w="272415" h="271144">
                <a:moveTo>
                  <a:pt x="272169" y="29937"/>
                </a:moveTo>
                <a:lnTo>
                  <a:pt x="225899" y="29937"/>
                </a:lnTo>
                <a:lnTo>
                  <a:pt x="225899" y="227261"/>
                </a:lnTo>
                <a:lnTo>
                  <a:pt x="223654" y="235538"/>
                </a:lnTo>
                <a:lnTo>
                  <a:pt x="217869" y="240515"/>
                </a:lnTo>
                <a:lnTo>
                  <a:pt x="209977" y="242948"/>
                </a:lnTo>
                <a:lnTo>
                  <a:pt x="201405" y="243591"/>
                </a:lnTo>
                <a:lnTo>
                  <a:pt x="269954" y="243591"/>
                </a:lnTo>
                <a:lnTo>
                  <a:pt x="272169" y="229983"/>
                </a:lnTo>
                <a:lnTo>
                  <a:pt x="272169" y="2993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2123" y="821588"/>
            <a:ext cx="274320" cy="224154"/>
          </a:xfrm>
          <a:custGeom>
            <a:avLst/>
            <a:gdLst/>
            <a:ahLst/>
            <a:cxnLst/>
            <a:rect l="l" t="t" r="r" b="b"/>
            <a:pathLst>
              <a:path w="274319" h="224155">
                <a:moveTo>
                  <a:pt x="68209" y="104523"/>
                </a:moveTo>
                <a:lnTo>
                  <a:pt x="19159" y="120910"/>
                </a:lnTo>
                <a:lnTo>
                  <a:pt x="0" y="165862"/>
                </a:lnTo>
                <a:lnTo>
                  <a:pt x="3008" y="182726"/>
                </a:lnTo>
                <a:lnTo>
                  <a:pt x="6554" y="193130"/>
                </a:lnTo>
                <a:lnTo>
                  <a:pt x="11544" y="197133"/>
                </a:lnTo>
                <a:lnTo>
                  <a:pt x="12732" y="201579"/>
                </a:lnTo>
                <a:lnTo>
                  <a:pt x="15968" y="203624"/>
                </a:lnTo>
                <a:lnTo>
                  <a:pt x="27053" y="212721"/>
                </a:lnTo>
                <a:lnTo>
                  <a:pt x="30181" y="213602"/>
                </a:lnTo>
                <a:lnTo>
                  <a:pt x="33576" y="216547"/>
                </a:lnTo>
                <a:lnTo>
                  <a:pt x="43210" y="220083"/>
                </a:lnTo>
                <a:lnTo>
                  <a:pt x="48527" y="221220"/>
                </a:lnTo>
                <a:lnTo>
                  <a:pt x="50517" y="221447"/>
                </a:lnTo>
                <a:lnTo>
                  <a:pt x="56033" y="222239"/>
                </a:lnTo>
                <a:lnTo>
                  <a:pt x="119336" y="220838"/>
                </a:lnTo>
                <a:lnTo>
                  <a:pt x="177670" y="199130"/>
                </a:lnTo>
                <a:lnTo>
                  <a:pt x="219507" y="166059"/>
                </a:lnTo>
                <a:lnTo>
                  <a:pt x="245655" y="132261"/>
                </a:lnTo>
                <a:lnTo>
                  <a:pt x="255542" y="114379"/>
                </a:lnTo>
                <a:lnTo>
                  <a:pt x="137294" y="114379"/>
                </a:lnTo>
                <a:lnTo>
                  <a:pt x="119735" y="114105"/>
                </a:lnTo>
                <a:lnTo>
                  <a:pt x="108060" y="110401"/>
                </a:lnTo>
                <a:lnTo>
                  <a:pt x="99870" y="110222"/>
                </a:lnTo>
                <a:lnTo>
                  <a:pt x="94138" y="106822"/>
                </a:lnTo>
                <a:lnTo>
                  <a:pt x="85708" y="105469"/>
                </a:lnTo>
                <a:lnTo>
                  <a:pt x="68209" y="104523"/>
                </a:lnTo>
                <a:close/>
              </a:path>
              <a:path w="274319" h="224155">
                <a:moveTo>
                  <a:pt x="269934" y="0"/>
                </a:moveTo>
                <a:lnTo>
                  <a:pt x="267838" y="5647"/>
                </a:lnTo>
                <a:lnTo>
                  <a:pt x="265842" y="13067"/>
                </a:lnTo>
                <a:lnTo>
                  <a:pt x="263843" y="20797"/>
                </a:lnTo>
                <a:lnTo>
                  <a:pt x="261736" y="27371"/>
                </a:lnTo>
                <a:lnTo>
                  <a:pt x="225421" y="79807"/>
                </a:lnTo>
                <a:lnTo>
                  <a:pt x="168857" y="110053"/>
                </a:lnTo>
                <a:lnTo>
                  <a:pt x="137294" y="114379"/>
                </a:lnTo>
                <a:lnTo>
                  <a:pt x="255542" y="114379"/>
                </a:lnTo>
                <a:lnTo>
                  <a:pt x="272258" y="55476"/>
                </a:lnTo>
                <a:lnTo>
                  <a:pt x="273956" y="30644"/>
                </a:lnTo>
                <a:lnTo>
                  <a:pt x="271763" y="6520"/>
                </a:lnTo>
                <a:lnTo>
                  <a:pt x="269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59650" y="72105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268089" y="0"/>
                </a:moveTo>
                <a:lnTo>
                  <a:pt x="0" y="0"/>
                </a:lnTo>
                <a:lnTo>
                  <a:pt x="0" y="234064"/>
                </a:lnTo>
                <a:lnTo>
                  <a:pt x="2883" y="246957"/>
                </a:lnTo>
                <a:lnTo>
                  <a:pt x="10752" y="257809"/>
                </a:lnTo>
                <a:lnTo>
                  <a:pt x="22431" y="265294"/>
                </a:lnTo>
                <a:lnTo>
                  <a:pt x="36746" y="268084"/>
                </a:lnTo>
                <a:lnTo>
                  <a:pt x="270810" y="268084"/>
                </a:lnTo>
                <a:lnTo>
                  <a:pt x="270810" y="239508"/>
                </a:lnTo>
                <a:lnTo>
                  <a:pt x="68044" y="239508"/>
                </a:lnTo>
                <a:lnTo>
                  <a:pt x="59224" y="238553"/>
                </a:lnTo>
                <a:lnTo>
                  <a:pt x="52342" y="235487"/>
                </a:lnTo>
                <a:lnTo>
                  <a:pt x="47867" y="230009"/>
                </a:lnTo>
                <a:lnTo>
                  <a:pt x="46271" y="221816"/>
                </a:lnTo>
                <a:lnTo>
                  <a:pt x="46271" y="31297"/>
                </a:lnTo>
                <a:lnTo>
                  <a:pt x="268089" y="31297"/>
                </a:lnTo>
                <a:lnTo>
                  <a:pt x="268089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75101" y="663897"/>
            <a:ext cx="273685" cy="224154"/>
          </a:xfrm>
          <a:custGeom>
            <a:avLst/>
            <a:gdLst/>
            <a:ahLst/>
            <a:cxnLst/>
            <a:rect l="l" t="t" r="r" b="b"/>
            <a:pathLst>
              <a:path w="273684" h="224155">
                <a:moveTo>
                  <a:pt x="187794" y="0"/>
                </a:moveTo>
                <a:lnTo>
                  <a:pt x="118726" y="14167"/>
                </a:lnTo>
                <a:lnTo>
                  <a:pt x="60890" y="51372"/>
                </a:lnTo>
                <a:lnTo>
                  <a:pt x="17408" y="111613"/>
                </a:lnTo>
                <a:lnTo>
                  <a:pt x="0" y="183409"/>
                </a:lnTo>
                <a:lnTo>
                  <a:pt x="0" y="198443"/>
                </a:lnTo>
                <a:lnTo>
                  <a:pt x="599" y="204748"/>
                </a:lnTo>
                <a:lnTo>
                  <a:pt x="1539" y="211570"/>
                </a:lnTo>
                <a:lnTo>
                  <a:pt x="2354" y="217918"/>
                </a:lnTo>
                <a:lnTo>
                  <a:pt x="2721" y="223920"/>
                </a:lnTo>
                <a:lnTo>
                  <a:pt x="4263" y="219499"/>
                </a:lnTo>
                <a:lnTo>
                  <a:pt x="6486" y="211384"/>
                </a:lnTo>
                <a:lnTo>
                  <a:pt x="8701" y="203077"/>
                </a:lnTo>
                <a:lnTo>
                  <a:pt x="10515" y="196964"/>
                </a:lnTo>
                <a:lnTo>
                  <a:pt x="37343" y="152595"/>
                </a:lnTo>
                <a:lnTo>
                  <a:pt x="78664" y="121454"/>
                </a:lnTo>
                <a:lnTo>
                  <a:pt x="116479" y="109745"/>
                </a:lnTo>
                <a:lnTo>
                  <a:pt x="135135" y="107781"/>
                </a:lnTo>
                <a:lnTo>
                  <a:pt x="244786" y="107781"/>
                </a:lnTo>
                <a:lnTo>
                  <a:pt x="263835" y="91731"/>
                </a:lnTo>
                <a:lnTo>
                  <a:pt x="273541" y="67628"/>
                </a:lnTo>
                <a:lnTo>
                  <a:pt x="270330" y="38585"/>
                </a:lnTo>
                <a:lnTo>
                  <a:pt x="267084" y="28997"/>
                </a:lnTo>
                <a:lnTo>
                  <a:pt x="263902" y="27939"/>
                </a:lnTo>
                <a:lnTo>
                  <a:pt x="259920" y="20420"/>
                </a:lnTo>
                <a:lnTo>
                  <a:pt x="257199" y="17698"/>
                </a:lnTo>
                <a:lnTo>
                  <a:pt x="242845" y="9630"/>
                </a:lnTo>
                <a:lnTo>
                  <a:pt x="239346" y="6808"/>
                </a:lnTo>
                <a:lnTo>
                  <a:pt x="229413" y="3642"/>
                </a:lnTo>
                <a:lnTo>
                  <a:pt x="215842" y="1549"/>
                </a:lnTo>
                <a:lnTo>
                  <a:pt x="201134" y="383"/>
                </a:lnTo>
                <a:lnTo>
                  <a:pt x="187794" y="0"/>
                </a:lnTo>
                <a:close/>
              </a:path>
              <a:path w="273684" h="224155">
                <a:moveTo>
                  <a:pt x="244786" y="107781"/>
                </a:moveTo>
                <a:lnTo>
                  <a:pt x="135135" y="107781"/>
                </a:lnTo>
                <a:lnTo>
                  <a:pt x="153303" y="107915"/>
                </a:lnTo>
                <a:lnTo>
                  <a:pt x="165496" y="111593"/>
                </a:lnTo>
                <a:lnTo>
                  <a:pt x="176047" y="113437"/>
                </a:lnTo>
                <a:lnTo>
                  <a:pt x="183855" y="115958"/>
                </a:lnTo>
                <a:lnTo>
                  <a:pt x="194836" y="117632"/>
                </a:lnTo>
                <a:lnTo>
                  <a:pt x="214905" y="116932"/>
                </a:lnTo>
                <a:lnTo>
                  <a:pt x="243520" y="108847"/>
                </a:lnTo>
                <a:lnTo>
                  <a:pt x="244786" y="107781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16807" y="760521"/>
            <a:ext cx="206848" cy="189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7822" y="771678"/>
            <a:ext cx="163195" cy="266700"/>
          </a:xfrm>
          <a:custGeom>
            <a:avLst/>
            <a:gdLst/>
            <a:ahLst/>
            <a:cxnLst/>
            <a:rect l="l" t="t" r="r" b="b"/>
            <a:pathLst>
              <a:path w="163194" h="266700">
                <a:moveTo>
                  <a:pt x="132413" y="0"/>
                </a:moveTo>
                <a:lnTo>
                  <a:pt x="75942" y="13673"/>
                </a:lnTo>
                <a:lnTo>
                  <a:pt x="34622" y="44814"/>
                </a:lnTo>
                <a:lnTo>
                  <a:pt x="13057" y="76834"/>
                </a:lnTo>
                <a:lnTo>
                  <a:pt x="3715" y="103789"/>
                </a:lnTo>
                <a:lnTo>
                  <a:pt x="1541" y="111718"/>
                </a:lnTo>
                <a:lnTo>
                  <a:pt x="0" y="116138"/>
                </a:lnTo>
                <a:lnTo>
                  <a:pt x="2785" y="125734"/>
                </a:lnTo>
                <a:lnTo>
                  <a:pt x="5002" y="135795"/>
                </a:lnTo>
                <a:lnTo>
                  <a:pt x="21236" y="175362"/>
                </a:lnTo>
                <a:lnTo>
                  <a:pt x="43225" y="206978"/>
                </a:lnTo>
                <a:lnTo>
                  <a:pt x="70898" y="233747"/>
                </a:lnTo>
                <a:lnTo>
                  <a:pt x="111008" y="257784"/>
                </a:lnTo>
                <a:lnTo>
                  <a:pt x="137876" y="266457"/>
                </a:lnTo>
                <a:lnTo>
                  <a:pt x="134481" y="263512"/>
                </a:lnTo>
                <a:lnTo>
                  <a:pt x="131353" y="262630"/>
                </a:lnTo>
                <a:lnTo>
                  <a:pt x="120269" y="253533"/>
                </a:lnTo>
                <a:lnTo>
                  <a:pt x="117033" y="251489"/>
                </a:lnTo>
                <a:lnTo>
                  <a:pt x="91230" y="227919"/>
                </a:lnTo>
                <a:lnTo>
                  <a:pt x="70576" y="194712"/>
                </a:lnTo>
                <a:lnTo>
                  <a:pt x="59341" y="153970"/>
                </a:lnTo>
                <a:lnTo>
                  <a:pt x="61794" y="107794"/>
                </a:lnTo>
                <a:lnTo>
                  <a:pt x="91613" y="48422"/>
                </a:lnTo>
                <a:lnTo>
                  <a:pt x="143446" y="9813"/>
                </a:lnTo>
                <a:lnTo>
                  <a:pt x="162774" y="3812"/>
                </a:lnTo>
                <a:lnTo>
                  <a:pt x="150581" y="134"/>
                </a:lnTo>
                <a:lnTo>
                  <a:pt x="132413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90183" y="670706"/>
            <a:ext cx="161925" cy="265430"/>
          </a:xfrm>
          <a:custGeom>
            <a:avLst/>
            <a:gdLst/>
            <a:ahLst/>
            <a:cxnLst/>
            <a:rect l="l" t="t" r="r" b="b"/>
            <a:pathLst>
              <a:path w="161925" h="265430">
                <a:moveTo>
                  <a:pt x="24264" y="0"/>
                </a:moveTo>
                <a:lnTo>
                  <a:pt x="27763" y="2821"/>
                </a:lnTo>
                <a:lnTo>
                  <a:pt x="38525" y="8848"/>
                </a:lnTo>
                <a:lnTo>
                  <a:pt x="42117" y="10890"/>
                </a:lnTo>
                <a:lnTo>
                  <a:pt x="44838" y="13611"/>
                </a:lnTo>
                <a:lnTo>
                  <a:pt x="49979" y="14983"/>
                </a:lnTo>
                <a:lnTo>
                  <a:pt x="55032" y="20678"/>
                </a:lnTo>
                <a:lnTo>
                  <a:pt x="82712" y="51875"/>
                </a:lnTo>
                <a:lnTo>
                  <a:pt x="99148" y="88742"/>
                </a:lnTo>
                <a:lnTo>
                  <a:pt x="104536" y="131086"/>
                </a:lnTo>
                <a:lnTo>
                  <a:pt x="101441" y="155944"/>
                </a:lnTo>
                <a:lnTo>
                  <a:pt x="78055" y="208752"/>
                </a:lnTo>
                <a:lnTo>
                  <a:pt x="36756" y="246393"/>
                </a:lnTo>
                <a:lnTo>
                  <a:pt x="0" y="261283"/>
                </a:lnTo>
                <a:lnTo>
                  <a:pt x="11675" y="264987"/>
                </a:lnTo>
                <a:lnTo>
                  <a:pt x="60797" y="260935"/>
                </a:lnTo>
                <a:lnTo>
                  <a:pt x="117378" y="230677"/>
                </a:lnTo>
                <a:lnTo>
                  <a:pt x="153676" y="178253"/>
                </a:lnTo>
                <a:lnTo>
                  <a:pt x="157782" y="163950"/>
                </a:lnTo>
                <a:lnTo>
                  <a:pt x="159778" y="156529"/>
                </a:lnTo>
                <a:lnTo>
                  <a:pt x="150906" y="111063"/>
                </a:lnTo>
                <a:lnTo>
                  <a:pt x="130859" y="74562"/>
                </a:lnTo>
                <a:lnTo>
                  <a:pt x="105628" y="45130"/>
                </a:lnTo>
                <a:lnTo>
                  <a:pt x="75045" y="21509"/>
                </a:lnTo>
                <a:lnTo>
                  <a:pt x="36403" y="2941"/>
                </a:lnTo>
                <a:lnTo>
                  <a:pt x="24264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2134" y="809514"/>
            <a:ext cx="147863" cy="103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73046" y="764604"/>
            <a:ext cx="164786" cy="186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42618" y="828565"/>
            <a:ext cx="57785" cy="55880"/>
          </a:xfrm>
          <a:custGeom>
            <a:avLst/>
            <a:gdLst/>
            <a:ahLst/>
            <a:cxnLst/>
            <a:rect l="l" t="t" r="r" b="b"/>
            <a:pathLst>
              <a:path w="57784" h="55880">
                <a:moveTo>
                  <a:pt x="56210" y="0"/>
                </a:moveTo>
                <a:lnTo>
                  <a:pt x="0" y="0"/>
                </a:lnTo>
                <a:lnTo>
                  <a:pt x="0" y="55796"/>
                </a:lnTo>
                <a:lnTo>
                  <a:pt x="57157" y="55796"/>
                </a:lnTo>
                <a:lnTo>
                  <a:pt x="57157" y="946"/>
                </a:lnTo>
                <a:lnTo>
                  <a:pt x="56210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850842" y="5110552"/>
            <a:ext cx="3204845" cy="1026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8455">
              <a:lnSpc>
                <a:spcPts val="6325"/>
              </a:lnSpc>
              <a:spcBef>
                <a:spcPts val="125"/>
              </a:spcBef>
            </a:pPr>
            <a:r>
              <a:rPr sz="5300" spc="17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02</a:t>
            </a:r>
            <a:endParaRPr sz="5300">
              <a:latin typeface="Impact" panose="020B0806030902050204"/>
              <a:cs typeface="Impact" panose="020B0806030902050204"/>
            </a:endParaRPr>
          </a:p>
          <a:p>
            <a:pPr marL="12700">
              <a:lnSpc>
                <a:spcPts val="1525"/>
              </a:lnSpc>
            </a:pPr>
            <a:r>
              <a:rPr sz="1300" spc="45" dirty="0">
                <a:solidFill>
                  <a:srgbClr val="20A3B4"/>
                </a:solidFill>
                <a:latin typeface="Arial" panose="020B0604020202020204"/>
                <a:cs typeface="Arial" panose="020B0604020202020204"/>
              </a:rPr>
              <a:t>&gt;&gt;&gt;</a:t>
            </a:r>
            <a:r>
              <a:rPr sz="1300" spc="65" dirty="0">
                <a:solidFill>
                  <a:srgbClr val="20A3B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baseline="4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神经和肌肉刺激器用体表电极应用项目</a:t>
            </a:r>
            <a:endParaRPr sz="1950" baseline="4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70320" y="5993246"/>
            <a:ext cx="2733675" cy="144272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975"/>
              </a:spcBef>
            </a:pPr>
            <a:r>
              <a:rPr sz="5300" spc="10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04</a:t>
            </a:r>
            <a:endParaRPr sz="5300">
              <a:latin typeface="Impact" panose="020B0806030902050204"/>
              <a:cs typeface="Impact" panose="020B08060309020502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300" spc="4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&gt;&gt;&gt;</a:t>
            </a:r>
            <a:r>
              <a:rPr sz="1300" spc="25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dirty="0">
                <a:solidFill>
                  <a:srgbClr val="0986C6"/>
                </a:solidFill>
                <a:latin typeface="微软雅黑" panose="020B0503020204020204" charset="-122"/>
                <a:cs typeface="微软雅黑" panose="020B0503020204020204" charset="-122"/>
              </a:rPr>
              <a:t>神经和肌肉刺激器用体表电极：</a:t>
            </a:r>
            <a:endParaRPr sz="1300">
              <a:latin typeface="微软雅黑" panose="020B0503020204020204" charset="-122"/>
              <a:cs typeface="微软雅黑" panose="020B0503020204020204" charset="-122"/>
            </a:endParaRPr>
          </a:p>
          <a:p>
            <a:pPr marL="408940">
              <a:lnSpc>
                <a:spcPct val="100000"/>
              </a:lnSpc>
              <a:spcBef>
                <a:spcPts val="585"/>
              </a:spcBef>
            </a:pPr>
            <a:r>
              <a:rPr sz="1300" dirty="0">
                <a:solidFill>
                  <a:srgbClr val="0986C6"/>
                </a:solidFill>
                <a:latin typeface="微软雅黑" panose="020B0503020204020204" charset="-122"/>
                <a:cs typeface="微软雅黑" panose="020B0503020204020204" charset="-122"/>
              </a:rPr>
              <a:t>产品功能应用</a:t>
            </a:r>
            <a:endParaRPr sz="13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1940" y="1885598"/>
            <a:ext cx="188213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5" dirty="0">
                <a:solidFill>
                  <a:srgbClr val="89755B"/>
                </a:solidFill>
                <a:latin typeface="Arial" panose="020B0604020202020204"/>
                <a:cs typeface="Arial" panose="020B0604020202020204"/>
              </a:rPr>
              <a:t>&gt;&gt;&gt;</a:t>
            </a:r>
            <a:r>
              <a:rPr sz="1300" spc="55" dirty="0">
                <a:solidFill>
                  <a:srgbClr val="8975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dirty="0">
                <a:solidFill>
                  <a:srgbClr val="89755B"/>
                </a:solidFill>
                <a:latin typeface="微软雅黑" panose="020B0503020204020204" charset="-122"/>
                <a:cs typeface="微软雅黑" panose="020B0503020204020204" charset="-122"/>
              </a:rPr>
              <a:t>妇产科健康周期管理</a:t>
            </a:r>
            <a:endParaRPr sz="13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0117" y="2475217"/>
            <a:ext cx="2897505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100"/>
              </a:spcBef>
            </a:pPr>
            <a:r>
              <a:rPr sz="1300" spc="45" dirty="0">
                <a:solidFill>
                  <a:srgbClr val="E95B31"/>
                </a:solidFill>
                <a:latin typeface="Arial" panose="020B0604020202020204"/>
                <a:cs typeface="Arial" panose="020B0604020202020204"/>
              </a:rPr>
              <a:t>&gt;&gt;&gt;</a:t>
            </a:r>
            <a:r>
              <a:rPr sz="1300" spc="240" dirty="0">
                <a:solidFill>
                  <a:srgbClr val="E95B3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dirty="0">
                <a:solidFill>
                  <a:srgbClr val="E95B31"/>
                </a:solidFill>
                <a:latin typeface="微软雅黑" panose="020B0503020204020204" charset="-122"/>
                <a:cs typeface="微软雅黑" panose="020B0503020204020204" charset="-122"/>
              </a:rPr>
              <a:t>神经和肌肉刺激器用体表电极介绍</a:t>
            </a:r>
            <a:endParaRPr sz="13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0">
              <a:lnSpc>
                <a:spcPts val="6255"/>
              </a:lnSpc>
            </a:pPr>
            <a:r>
              <a:rPr sz="5300" spc="480" dirty="0">
                <a:solidFill>
                  <a:srgbClr val="E95B31"/>
                </a:solidFill>
                <a:latin typeface="Impact" panose="020B0806030902050204"/>
                <a:cs typeface="Impact" panose="020B0806030902050204"/>
              </a:rPr>
              <a:t>01</a:t>
            </a:r>
            <a:endParaRPr sz="53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911" y="2063"/>
            <a:ext cx="1341120" cy="1263015"/>
          </a:xfrm>
          <a:custGeom>
            <a:avLst/>
            <a:gdLst/>
            <a:ahLst/>
            <a:cxnLst/>
            <a:rect l="l" t="t" r="r" b="b"/>
            <a:pathLst>
              <a:path w="1341120" h="1263015">
                <a:moveTo>
                  <a:pt x="0" y="0"/>
                </a:moveTo>
                <a:lnTo>
                  <a:pt x="1341122" y="0"/>
                </a:lnTo>
                <a:lnTo>
                  <a:pt x="1341122" y="1262570"/>
                </a:lnTo>
                <a:lnTo>
                  <a:pt x="0" y="1262570"/>
                </a:lnTo>
                <a:lnTo>
                  <a:pt x="0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8507" y="1411237"/>
            <a:ext cx="6553834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00" b="1" u="heavy" spc="25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</a:t>
            </a:r>
            <a:r>
              <a:rPr sz="3400" b="1" u="heavy" spc="20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Microsoft JhengHei" panose="020B0604030504040204" charset="-120"/>
                <a:cs typeface="Microsoft JhengHei" panose="020B0604030504040204" charset="-120"/>
              </a:rPr>
              <a:t>介</a:t>
            </a:r>
            <a:r>
              <a:rPr sz="3400" b="1" u="heavy" spc="25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Microsoft JhengHei" panose="020B0604030504040204" charset="-120"/>
                <a:cs typeface="Microsoft JhengHei" panose="020B0604030504040204" charset="-120"/>
              </a:rPr>
              <a:t>绍</a:t>
            </a:r>
            <a:endParaRPr sz="3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2087" y="5576238"/>
            <a:ext cx="15120619" cy="3066415"/>
          </a:xfrm>
          <a:custGeom>
            <a:avLst/>
            <a:gdLst/>
            <a:ahLst/>
            <a:cxnLst/>
            <a:rect l="l" t="t" r="r" b="b"/>
            <a:pathLst>
              <a:path w="15120619" h="3066415">
                <a:moveTo>
                  <a:pt x="0" y="0"/>
                </a:moveTo>
                <a:lnTo>
                  <a:pt x="15120000" y="0"/>
                </a:lnTo>
                <a:lnTo>
                  <a:pt x="15120000" y="3065824"/>
                </a:lnTo>
                <a:lnTo>
                  <a:pt x="0" y="3065824"/>
                </a:lnTo>
                <a:lnTo>
                  <a:pt x="0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962" y="4598611"/>
            <a:ext cx="1844020" cy="276603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58145" y="4753858"/>
            <a:ext cx="1951988" cy="2927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15270" y="4069970"/>
            <a:ext cx="2833171" cy="33064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06099" y="840978"/>
            <a:ext cx="4311813" cy="29699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563252" y="5244988"/>
            <a:ext cx="3749047" cy="8342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562790" y="4517644"/>
            <a:ext cx="1908176" cy="28622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55186" y="1919833"/>
            <a:ext cx="4010660" cy="89789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000" spc="55" dirty="0">
                <a:solidFill>
                  <a:srgbClr val="332B2A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将电极⽚与导线连接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000" spc="-47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使⽤前请将被粘贴部位⽪肤湿润和清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洁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000" spc="55" dirty="0">
                <a:solidFill>
                  <a:srgbClr val="332B2A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将电极⽚附到需治疗的部位或相应的⽳位并压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紧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000" spc="55" dirty="0">
                <a:solidFill>
                  <a:srgbClr val="332B2A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治疗结束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将电极与线分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000" spc="55" dirty="0">
                <a:solidFill>
                  <a:srgbClr val="332B2A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使⽤过程中如有刺痛感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可⽤清⽔清洗表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⾯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3781" y="2192857"/>
            <a:ext cx="6250940" cy="40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圆医神经和肌</a:t>
            </a:r>
            <a:r>
              <a:rPr sz="1000" b="0" spc="40" dirty="0">
                <a:solidFill>
                  <a:srgbClr val="332B2A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r>
              <a:rPr sz="1000" b="0" spc="40" dirty="0">
                <a:solidFill>
                  <a:srgbClr val="332B2A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激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器⽤体</a:t>
            </a:r>
            <a:r>
              <a:rPr sz="1000" b="0" spc="40" dirty="0">
                <a:solidFill>
                  <a:srgbClr val="332B2A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表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1000" spc="-46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</a:t>
            </a:r>
            <a:r>
              <a:rPr sz="1000" spc="-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理疗电极</a:t>
            </a:r>
            <a:r>
              <a:rPr sz="1000" spc="-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000" spc="-46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具有导电性极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佳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柔软性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好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粘性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好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⽆过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敏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可反复使⽤等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特 </a:t>
            </a:r>
            <a:r>
              <a:rPr sz="1000" spc="-6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点</a:t>
            </a:r>
            <a:r>
              <a:rPr sz="1000" spc="-4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全部采⽤环保材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料</a:t>
            </a:r>
            <a:r>
              <a:rPr sz="1000" spc="-47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可⽤于颈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腿部等⾝体其他部</a:t>
            </a:r>
            <a:r>
              <a:rPr sz="1000" spc="1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56917" y="3496993"/>
            <a:ext cx="6335395" cy="11156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000" spc="55" dirty="0">
                <a:solidFill>
                  <a:srgbClr val="332B2A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本产品粘接⾯应保持清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洁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避免沾上灰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尘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油性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物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粘性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物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否则粘性会下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000" spc="7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2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请把理疗电极⽚粘贴在存放板上进⾏保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存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不要任意贴放在其他物品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避免损伤理疗电极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0030" marR="5080" indent="-227965">
              <a:lnSpc>
                <a:spcPct val="143000"/>
              </a:lnSpc>
            </a:pPr>
            <a:r>
              <a:rPr sz="1000" spc="7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3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理疗电极⽚因脏污⽽使粘性下降时或对⽪肤有刺痛感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⽤少量⽔清洗可暂时恢复其粘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性</a:t>
            </a:r>
            <a:r>
              <a:rPr sz="1000" spc="-47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但⽤⽔过多反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⽽ 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会使粘性下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r>
              <a:rPr sz="1000" spc="-47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请勿频繁清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洗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请勿使⽤清洁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剂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热⽔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等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000" spc="7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4</a:t>
            </a:r>
            <a:r>
              <a:rPr sz="1000" dirty="0">
                <a:solidFill>
                  <a:srgbClr val="332B2A"/>
                </a:solidFill>
                <a:latin typeface="Malgun Gothic" panose="020B0503020000020004" charset="-127"/>
                <a:cs typeface="Malgun Gothic" panose="020B0503020000020004" charset="-127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对产品过敏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者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⽪肤创伤处禁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如出现红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疹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⽔泡应⽴即停⽌使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5520" y="7227473"/>
            <a:ext cx="6832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252" y="7227791"/>
            <a:ext cx="815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⻓</a:t>
            </a:r>
            <a:r>
              <a:rPr sz="1000" b="0" spc="4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</a:t>
            </a: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形电极</a:t>
            </a:r>
            <a:r>
              <a:rPr sz="1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04674" y="7227791"/>
            <a:ext cx="6832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0" spc="4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</a:t>
            </a: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形电极</a:t>
            </a:r>
            <a:r>
              <a:rPr sz="1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10771" y="7227791"/>
            <a:ext cx="6832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丰</a:t>
            </a:r>
            <a:r>
              <a:rPr sz="1000" b="0" spc="4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胸</a:t>
            </a: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19785" y="7227538"/>
            <a:ext cx="815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⻓</a:t>
            </a:r>
            <a:r>
              <a:rPr sz="1000" b="0" spc="4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条</a:t>
            </a:r>
            <a:r>
              <a:rPr sz="10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形电极</a:t>
            </a:r>
            <a:r>
              <a:rPr sz="1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5177" y="3155515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0" y="0"/>
                </a:moveTo>
                <a:lnTo>
                  <a:pt x="366260" y="0"/>
                </a:lnTo>
              </a:path>
            </a:pathLst>
          </a:custGeom>
          <a:ln w="16760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5174" y="2816315"/>
            <a:ext cx="659130" cy="0"/>
          </a:xfrm>
          <a:custGeom>
            <a:avLst/>
            <a:gdLst/>
            <a:ahLst/>
            <a:cxnLst/>
            <a:rect l="l" t="t" r="r" b="b"/>
            <a:pathLst>
              <a:path w="659130">
                <a:moveTo>
                  <a:pt x="0" y="0"/>
                </a:moveTo>
                <a:lnTo>
                  <a:pt x="658510" y="0"/>
                </a:lnTo>
              </a:path>
            </a:pathLst>
          </a:custGeom>
          <a:ln w="6684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3060" y="2852586"/>
            <a:ext cx="655955" cy="154305"/>
          </a:xfrm>
          <a:custGeom>
            <a:avLst/>
            <a:gdLst/>
            <a:ahLst/>
            <a:cxnLst/>
            <a:rect l="l" t="t" r="r" b="b"/>
            <a:pathLst>
              <a:path w="655955" h="154305">
                <a:moveTo>
                  <a:pt x="145569" y="62431"/>
                </a:moveTo>
                <a:lnTo>
                  <a:pt x="13802" y="62431"/>
                </a:lnTo>
                <a:lnTo>
                  <a:pt x="13788" y="85060"/>
                </a:lnTo>
                <a:lnTo>
                  <a:pt x="13428" y="97887"/>
                </a:lnTo>
                <a:lnTo>
                  <a:pt x="11656" y="112426"/>
                </a:lnTo>
                <a:lnTo>
                  <a:pt x="7505" y="126965"/>
                </a:lnTo>
                <a:lnTo>
                  <a:pt x="0" y="140270"/>
                </a:lnTo>
                <a:lnTo>
                  <a:pt x="4334" y="142679"/>
                </a:lnTo>
                <a:lnTo>
                  <a:pt x="12840" y="150220"/>
                </a:lnTo>
                <a:lnTo>
                  <a:pt x="16048" y="153915"/>
                </a:lnTo>
                <a:lnTo>
                  <a:pt x="25062" y="138033"/>
                </a:lnTo>
                <a:lnTo>
                  <a:pt x="30495" y="119908"/>
                </a:lnTo>
                <a:lnTo>
                  <a:pt x="33158" y="101574"/>
                </a:lnTo>
                <a:lnTo>
                  <a:pt x="33865" y="85060"/>
                </a:lnTo>
                <a:lnTo>
                  <a:pt x="33865" y="81050"/>
                </a:lnTo>
                <a:lnTo>
                  <a:pt x="145569" y="81050"/>
                </a:lnTo>
                <a:lnTo>
                  <a:pt x="145569" y="62431"/>
                </a:lnTo>
                <a:close/>
              </a:path>
              <a:path w="655955" h="154305">
                <a:moveTo>
                  <a:pt x="53125" y="36915"/>
                </a:moveTo>
                <a:lnTo>
                  <a:pt x="49110" y="36915"/>
                </a:lnTo>
                <a:lnTo>
                  <a:pt x="35471" y="42851"/>
                </a:lnTo>
                <a:lnTo>
                  <a:pt x="39643" y="48790"/>
                </a:lnTo>
                <a:lnTo>
                  <a:pt x="44172" y="56574"/>
                </a:lnTo>
                <a:lnTo>
                  <a:pt x="46865" y="62431"/>
                </a:lnTo>
                <a:lnTo>
                  <a:pt x="54406" y="62431"/>
                </a:lnTo>
                <a:lnTo>
                  <a:pt x="65805" y="57297"/>
                </a:lnTo>
                <a:lnTo>
                  <a:pt x="63395" y="51520"/>
                </a:lnTo>
                <a:lnTo>
                  <a:pt x="57907" y="43292"/>
                </a:lnTo>
                <a:lnTo>
                  <a:pt x="53125" y="36915"/>
                </a:lnTo>
                <a:close/>
              </a:path>
              <a:path w="655955" h="154305">
                <a:moveTo>
                  <a:pt x="103517" y="37072"/>
                </a:moveTo>
                <a:lnTo>
                  <a:pt x="101102" y="43333"/>
                </a:lnTo>
                <a:lnTo>
                  <a:pt x="98063" y="50234"/>
                </a:lnTo>
                <a:lnTo>
                  <a:pt x="94942" y="56574"/>
                </a:lnTo>
                <a:lnTo>
                  <a:pt x="91641" y="62431"/>
                </a:lnTo>
                <a:lnTo>
                  <a:pt x="111704" y="62431"/>
                </a:lnTo>
                <a:lnTo>
                  <a:pt x="115941" y="56494"/>
                </a:lnTo>
                <a:lnTo>
                  <a:pt x="120369" y="50234"/>
                </a:lnTo>
                <a:lnTo>
                  <a:pt x="124866" y="43653"/>
                </a:lnTo>
                <a:lnTo>
                  <a:pt x="103517" y="37072"/>
                </a:lnTo>
                <a:close/>
              </a:path>
              <a:path w="655955" h="154305">
                <a:moveTo>
                  <a:pt x="142196" y="18778"/>
                </a:moveTo>
                <a:lnTo>
                  <a:pt x="12520" y="18778"/>
                </a:lnTo>
                <a:lnTo>
                  <a:pt x="12520" y="36915"/>
                </a:lnTo>
                <a:lnTo>
                  <a:pt x="142196" y="36915"/>
                </a:lnTo>
                <a:lnTo>
                  <a:pt x="142196" y="18778"/>
                </a:lnTo>
                <a:close/>
              </a:path>
              <a:path w="655955" h="154305">
                <a:moveTo>
                  <a:pt x="80247" y="1443"/>
                </a:moveTo>
                <a:lnTo>
                  <a:pt x="60505" y="6261"/>
                </a:lnTo>
                <a:lnTo>
                  <a:pt x="63075" y="9950"/>
                </a:lnTo>
                <a:lnTo>
                  <a:pt x="65805" y="14443"/>
                </a:lnTo>
                <a:lnTo>
                  <a:pt x="67730" y="18778"/>
                </a:lnTo>
                <a:lnTo>
                  <a:pt x="90360" y="18778"/>
                </a:lnTo>
                <a:lnTo>
                  <a:pt x="88272" y="13482"/>
                </a:lnTo>
                <a:lnTo>
                  <a:pt x="84258" y="6581"/>
                </a:lnTo>
                <a:lnTo>
                  <a:pt x="80247" y="1443"/>
                </a:lnTo>
                <a:close/>
              </a:path>
              <a:path w="655955" h="154305">
                <a:moveTo>
                  <a:pt x="475509" y="12840"/>
                </a:moveTo>
                <a:lnTo>
                  <a:pt x="354337" y="12840"/>
                </a:lnTo>
                <a:lnTo>
                  <a:pt x="354337" y="70135"/>
                </a:lnTo>
                <a:lnTo>
                  <a:pt x="353838" y="87891"/>
                </a:lnTo>
                <a:lnTo>
                  <a:pt x="351428" y="106488"/>
                </a:lnTo>
                <a:lnTo>
                  <a:pt x="345738" y="124483"/>
                </a:lnTo>
                <a:lnTo>
                  <a:pt x="335398" y="140432"/>
                </a:lnTo>
                <a:lnTo>
                  <a:pt x="339732" y="142679"/>
                </a:lnTo>
                <a:lnTo>
                  <a:pt x="347436" y="149259"/>
                </a:lnTo>
                <a:lnTo>
                  <a:pt x="350485" y="152791"/>
                </a:lnTo>
                <a:lnTo>
                  <a:pt x="358114" y="142520"/>
                </a:lnTo>
                <a:lnTo>
                  <a:pt x="363847" y="130821"/>
                </a:lnTo>
                <a:lnTo>
                  <a:pt x="367954" y="118190"/>
                </a:lnTo>
                <a:lnTo>
                  <a:pt x="370706" y="105124"/>
                </a:lnTo>
                <a:lnTo>
                  <a:pt x="475509" y="105124"/>
                </a:lnTo>
                <a:lnTo>
                  <a:pt x="475509" y="87148"/>
                </a:lnTo>
                <a:lnTo>
                  <a:pt x="372794" y="87148"/>
                </a:lnTo>
                <a:lnTo>
                  <a:pt x="373114" y="81208"/>
                </a:lnTo>
                <a:lnTo>
                  <a:pt x="373277" y="75430"/>
                </a:lnTo>
                <a:lnTo>
                  <a:pt x="373277" y="67406"/>
                </a:lnTo>
                <a:lnTo>
                  <a:pt x="475509" y="67406"/>
                </a:lnTo>
                <a:lnTo>
                  <a:pt x="475509" y="49593"/>
                </a:lnTo>
                <a:lnTo>
                  <a:pt x="373277" y="49593"/>
                </a:lnTo>
                <a:lnTo>
                  <a:pt x="373277" y="30974"/>
                </a:lnTo>
                <a:lnTo>
                  <a:pt x="475509" y="30974"/>
                </a:lnTo>
                <a:lnTo>
                  <a:pt x="475509" y="12840"/>
                </a:lnTo>
                <a:close/>
              </a:path>
              <a:path w="655955" h="154305">
                <a:moveTo>
                  <a:pt x="429930" y="132728"/>
                </a:moveTo>
                <a:lnTo>
                  <a:pt x="432338" y="137703"/>
                </a:lnTo>
                <a:lnTo>
                  <a:pt x="435387" y="145889"/>
                </a:lnTo>
                <a:lnTo>
                  <a:pt x="436029" y="151023"/>
                </a:lnTo>
                <a:lnTo>
                  <a:pt x="446011" y="151017"/>
                </a:lnTo>
                <a:lnTo>
                  <a:pt x="475509" y="139630"/>
                </a:lnTo>
                <a:lnTo>
                  <a:pt x="475509" y="133210"/>
                </a:lnTo>
                <a:lnTo>
                  <a:pt x="438915" y="133210"/>
                </a:lnTo>
                <a:lnTo>
                  <a:pt x="429930" y="132728"/>
                </a:lnTo>
                <a:close/>
              </a:path>
              <a:path w="655955" h="154305">
                <a:moveTo>
                  <a:pt x="422708" y="105124"/>
                </a:moveTo>
                <a:lnTo>
                  <a:pt x="403448" y="105124"/>
                </a:lnTo>
                <a:lnTo>
                  <a:pt x="403448" y="149900"/>
                </a:lnTo>
                <a:lnTo>
                  <a:pt x="422708" y="149900"/>
                </a:lnTo>
                <a:lnTo>
                  <a:pt x="422708" y="105124"/>
                </a:lnTo>
                <a:close/>
              </a:path>
              <a:path w="655955" h="154305">
                <a:moveTo>
                  <a:pt x="475509" y="105124"/>
                </a:moveTo>
                <a:lnTo>
                  <a:pt x="456570" y="105124"/>
                </a:lnTo>
                <a:lnTo>
                  <a:pt x="456570" y="132087"/>
                </a:lnTo>
                <a:lnTo>
                  <a:pt x="455447" y="133049"/>
                </a:lnTo>
                <a:lnTo>
                  <a:pt x="449510" y="133049"/>
                </a:lnTo>
                <a:lnTo>
                  <a:pt x="438915" y="133210"/>
                </a:lnTo>
                <a:lnTo>
                  <a:pt x="475509" y="133210"/>
                </a:lnTo>
                <a:lnTo>
                  <a:pt x="475509" y="105124"/>
                </a:lnTo>
                <a:close/>
              </a:path>
              <a:path w="655955" h="154305">
                <a:moveTo>
                  <a:pt x="422708" y="67406"/>
                </a:moveTo>
                <a:lnTo>
                  <a:pt x="403448" y="67406"/>
                </a:lnTo>
                <a:lnTo>
                  <a:pt x="403448" y="87148"/>
                </a:lnTo>
                <a:lnTo>
                  <a:pt x="422708" y="87148"/>
                </a:lnTo>
                <a:lnTo>
                  <a:pt x="422708" y="67406"/>
                </a:lnTo>
                <a:close/>
              </a:path>
              <a:path w="655955" h="154305">
                <a:moveTo>
                  <a:pt x="475509" y="67406"/>
                </a:moveTo>
                <a:lnTo>
                  <a:pt x="456570" y="67406"/>
                </a:lnTo>
                <a:lnTo>
                  <a:pt x="456570" y="87148"/>
                </a:lnTo>
                <a:lnTo>
                  <a:pt x="475509" y="87148"/>
                </a:lnTo>
                <a:lnTo>
                  <a:pt x="475509" y="67406"/>
                </a:lnTo>
                <a:close/>
              </a:path>
              <a:path w="655955" h="154305">
                <a:moveTo>
                  <a:pt x="422708" y="30974"/>
                </a:moveTo>
                <a:lnTo>
                  <a:pt x="403448" y="30974"/>
                </a:lnTo>
                <a:lnTo>
                  <a:pt x="403448" y="49593"/>
                </a:lnTo>
                <a:lnTo>
                  <a:pt x="422708" y="49593"/>
                </a:lnTo>
                <a:lnTo>
                  <a:pt x="422708" y="30974"/>
                </a:lnTo>
                <a:close/>
              </a:path>
              <a:path w="655955" h="154305">
                <a:moveTo>
                  <a:pt x="475509" y="30974"/>
                </a:moveTo>
                <a:lnTo>
                  <a:pt x="456570" y="30974"/>
                </a:lnTo>
                <a:lnTo>
                  <a:pt x="456570" y="49593"/>
                </a:lnTo>
                <a:lnTo>
                  <a:pt x="475509" y="49593"/>
                </a:lnTo>
                <a:lnTo>
                  <a:pt x="475509" y="30974"/>
                </a:lnTo>
                <a:close/>
              </a:path>
              <a:path w="655955" h="154305">
                <a:moveTo>
                  <a:pt x="543143" y="56653"/>
                </a:moveTo>
                <a:lnTo>
                  <a:pt x="506710" y="56653"/>
                </a:lnTo>
                <a:lnTo>
                  <a:pt x="506710" y="74307"/>
                </a:lnTo>
                <a:lnTo>
                  <a:pt x="524365" y="74307"/>
                </a:lnTo>
                <a:lnTo>
                  <a:pt x="524365" y="119407"/>
                </a:lnTo>
                <a:lnTo>
                  <a:pt x="519258" y="122314"/>
                </a:lnTo>
                <a:lnTo>
                  <a:pt x="514092" y="125928"/>
                </a:lnTo>
                <a:lnTo>
                  <a:pt x="508926" y="130173"/>
                </a:lnTo>
                <a:lnTo>
                  <a:pt x="503820" y="134974"/>
                </a:lnTo>
                <a:lnTo>
                  <a:pt x="516341" y="152147"/>
                </a:lnTo>
                <a:lnTo>
                  <a:pt x="521518" y="145050"/>
                </a:lnTo>
                <a:lnTo>
                  <a:pt x="526711" y="138826"/>
                </a:lnTo>
                <a:lnTo>
                  <a:pt x="531573" y="134408"/>
                </a:lnTo>
                <a:lnTo>
                  <a:pt x="535759" y="132728"/>
                </a:lnTo>
                <a:lnTo>
                  <a:pt x="652216" y="132728"/>
                </a:lnTo>
                <a:lnTo>
                  <a:pt x="652477" y="132087"/>
                </a:lnTo>
                <a:lnTo>
                  <a:pt x="595141" y="132087"/>
                </a:lnTo>
                <a:lnTo>
                  <a:pt x="582775" y="131861"/>
                </a:lnTo>
                <a:lnTo>
                  <a:pt x="545871" y="120049"/>
                </a:lnTo>
                <a:lnTo>
                  <a:pt x="543143" y="118285"/>
                </a:lnTo>
                <a:lnTo>
                  <a:pt x="543143" y="56653"/>
                </a:lnTo>
                <a:close/>
              </a:path>
              <a:path w="655955" h="154305">
                <a:moveTo>
                  <a:pt x="652216" y="132728"/>
                </a:moveTo>
                <a:lnTo>
                  <a:pt x="539128" y="132728"/>
                </a:lnTo>
                <a:lnTo>
                  <a:pt x="544586" y="137542"/>
                </a:lnTo>
                <a:lnTo>
                  <a:pt x="580979" y="149179"/>
                </a:lnTo>
                <a:lnTo>
                  <a:pt x="594500" y="149580"/>
                </a:lnTo>
                <a:lnTo>
                  <a:pt x="608415" y="149440"/>
                </a:lnTo>
                <a:lnTo>
                  <a:pt x="623489" y="149059"/>
                </a:lnTo>
                <a:lnTo>
                  <a:pt x="637629" y="148497"/>
                </a:lnTo>
                <a:lnTo>
                  <a:pt x="648745" y="147814"/>
                </a:lnTo>
                <a:lnTo>
                  <a:pt x="649066" y="142679"/>
                </a:lnTo>
                <a:lnTo>
                  <a:pt x="651957" y="133369"/>
                </a:lnTo>
                <a:lnTo>
                  <a:pt x="652216" y="132728"/>
                </a:lnTo>
                <a:close/>
              </a:path>
              <a:path w="655955" h="154305">
                <a:moveTo>
                  <a:pt x="654041" y="128235"/>
                </a:moveTo>
                <a:lnTo>
                  <a:pt x="640234" y="129852"/>
                </a:lnTo>
                <a:lnTo>
                  <a:pt x="624591" y="131063"/>
                </a:lnTo>
                <a:lnTo>
                  <a:pt x="608947" y="131824"/>
                </a:lnTo>
                <a:lnTo>
                  <a:pt x="595141" y="132087"/>
                </a:lnTo>
                <a:lnTo>
                  <a:pt x="652477" y="132087"/>
                </a:lnTo>
                <a:lnTo>
                  <a:pt x="654041" y="128235"/>
                </a:lnTo>
                <a:close/>
              </a:path>
              <a:path w="655955" h="154305">
                <a:moveTo>
                  <a:pt x="608623" y="81691"/>
                </a:moveTo>
                <a:lnTo>
                  <a:pt x="590327" y="81691"/>
                </a:lnTo>
                <a:lnTo>
                  <a:pt x="590327" y="110901"/>
                </a:lnTo>
                <a:lnTo>
                  <a:pt x="589683" y="111542"/>
                </a:lnTo>
                <a:lnTo>
                  <a:pt x="574420" y="111542"/>
                </a:lnTo>
                <a:lnTo>
                  <a:pt x="576364" y="115877"/>
                </a:lnTo>
                <a:lnTo>
                  <a:pt x="578610" y="122457"/>
                </a:lnTo>
                <a:lnTo>
                  <a:pt x="579250" y="127270"/>
                </a:lnTo>
                <a:lnTo>
                  <a:pt x="589201" y="127270"/>
                </a:lnTo>
                <a:lnTo>
                  <a:pt x="596426" y="127113"/>
                </a:lnTo>
                <a:lnTo>
                  <a:pt x="601722" y="124542"/>
                </a:lnTo>
                <a:lnTo>
                  <a:pt x="607338" y="121975"/>
                </a:lnTo>
                <a:lnTo>
                  <a:pt x="608623" y="117802"/>
                </a:lnTo>
                <a:lnTo>
                  <a:pt x="608623" y="111542"/>
                </a:lnTo>
                <a:lnTo>
                  <a:pt x="579733" y="111542"/>
                </a:lnTo>
                <a:lnTo>
                  <a:pt x="574276" y="111221"/>
                </a:lnTo>
                <a:lnTo>
                  <a:pt x="608623" y="111221"/>
                </a:lnTo>
                <a:lnTo>
                  <a:pt x="608623" y="81691"/>
                </a:lnTo>
                <a:close/>
              </a:path>
              <a:path w="655955" h="154305">
                <a:moveTo>
                  <a:pt x="564969" y="85543"/>
                </a:moveTo>
                <a:lnTo>
                  <a:pt x="561372" y="92677"/>
                </a:lnTo>
                <a:lnTo>
                  <a:pt x="556783" y="99645"/>
                </a:lnTo>
                <a:lnTo>
                  <a:pt x="551472" y="106103"/>
                </a:lnTo>
                <a:lnTo>
                  <a:pt x="545710" y="111704"/>
                </a:lnTo>
                <a:lnTo>
                  <a:pt x="549882" y="113789"/>
                </a:lnTo>
                <a:lnTo>
                  <a:pt x="556783" y="118285"/>
                </a:lnTo>
                <a:lnTo>
                  <a:pt x="559995" y="121014"/>
                </a:lnTo>
                <a:lnTo>
                  <a:pt x="565950" y="114588"/>
                </a:lnTo>
                <a:lnTo>
                  <a:pt x="571770" y="106929"/>
                </a:lnTo>
                <a:lnTo>
                  <a:pt x="577079" y="98488"/>
                </a:lnTo>
                <a:lnTo>
                  <a:pt x="581501" y="89715"/>
                </a:lnTo>
                <a:lnTo>
                  <a:pt x="564969" y="85543"/>
                </a:lnTo>
                <a:close/>
              </a:path>
              <a:path w="655955" h="154305">
                <a:moveTo>
                  <a:pt x="629485" y="84740"/>
                </a:moveTo>
                <a:lnTo>
                  <a:pt x="614559" y="91641"/>
                </a:lnTo>
                <a:lnTo>
                  <a:pt x="620244" y="98944"/>
                </a:lnTo>
                <a:lnTo>
                  <a:pt x="625675" y="106667"/>
                </a:lnTo>
                <a:lnTo>
                  <a:pt x="630360" y="114233"/>
                </a:lnTo>
                <a:lnTo>
                  <a:pt x="633661" y="120851"/>
                </a:lnTo>
                <a:lnTo>
                  <a:pt x="649710" y="113148"/>
                </a:lnTo>
                <a:lnTo>
                  <a:pt x="646053" y="106362"/>
                </a:lnTo>
                <a:lnTo>
                  <a:pt x="641002" y="98892"/>
                </a:lnTo>
                <a:lnTo>
                  <a:pt x="635309" y="91526"/>
                </a:lnTo>
                <a:lnTo>
                  <a:pt x="629485" y="84740"/>
                </a:lnTo>
                <a:close/>
              </a:path>
              <a:path w="655955" h="154305">
                <a:moveTo>
                  <a:pt x="649227" y="65962"/>
                </a:moveTo>
                <a:lnTo>
                  <a:pt x="551326" y="65962"/>
                </a:lnTo>
                <a:lnTo>
                  <a:pt x="551326" y="81691"/>
                </a:lnTo>
                <a:lnTo>
                  <a:pt x="649227" y="81691"/>
                </a:lnTo>
                <a:lnTo>
                  <a:pt x="649227" y="65962"/>
                </a:lnTo>
                <a:close/>
              </a:path>
              <a:path w="655955" h="154305">
                <a:moveTo>
                  <a:pt x="608623" y="55372"/>
                </a:moveTo>
                <a:lnTo>
                  <a:pt x="590327" y="55372"/>
                </a:lnTo>
                <a:lnTo>
                  <a:pt x="590327" y="65962"/>
                </a:lnTo>
                <a:lnTo>
                  <a:pt x="608623" y="65962"/>
                </a:lnTo>
                <a:lnTo>
                  <a:pt x="608623" y="55372"/>
                </a:lnTo>
                <a:close/>
              </a:path>
              <a:path w="655955" h="154305">
                <a:moveTo>
                  <a:pt x="648052" y="45258"/>
                </a:moveTo>
                <a:lnTo>
                  <a:pt x="569782" y="45258"/>
                </a:lnTo>
                <a:lnTo>
                  <a:pt x="569782" y="55372"/>
                </a:lnTo>
                <a:lnTo>
                  <a:pt x="629326" y="55372"/>
                </a:lnTo>
                <a:lnTo>
                  <a:pt x="629326" y="45900"/>
                </a:lnTo>
                <a:lnTo>
                  <a:pt x="647625" y="45900"/>
                </a:lnTo>
                <a:lnTo>
                  <a:pt x="648052" y="45258"/>
                </a:lnTo>
                <a:close/>
              </a:path>
              <a:path w="655955" h="154305">
                <a:moveTo>
                  <a:pt x="594979" y="0"/>
                </a:moveTo>
                <a:lnTo>
                  <a:pt x="584663" y="12055"/>
                </a:lnTo>
                <a:lnTo>
                  <a:pt x="571548" y="22892"/>
                </a:lnTo>
                <a:lnTo>
                  <a:pt x="556748" y="32072"/>
                </a:lnTo>
                <a:lnTo>
                  <a:pt x="541375" y="39160"/>
                </a:lnTo>
                <a:lnTo>
                  <a:pt x="546030" y="43333"/>
                </a:lnTo>
                <a:lnTo>
                  <a:pt x="551006" y="49432"/>
                </a:lnTo>
                <a:lnTo>
                  <a:pt x="553733" y="54086"/>
                </a:lnTo>
                <a:lnTo>
                  <a:pt x="559192" y="51520"/>
                </a:lnTo>
                <a:lnTo>
                  <a:pt x="564649" y="48470"/>
                </a:lnTo>
                <a:lnTo>
                  <a:pt x="569782" y="45258"/>
                </a:lnTo>
                <a:lnTo>
                  <a:pt x="648052" y="45258"/>
                </a:lnTo>
                <a:lnTo>
                  <a:pt x="651580" y="39964"/>
                </a:lnTo>
                <a:lnTo>
                  <a:pt x="577808" y="39964"/>
                </a:lnTo>
                <a:lnTo>
                  <a:pt x="583158" y="35993"/>
                </a:lnTo>
                <a:lnTo>
                  <a:pt x="588359" y="31797"/>
                </a:lnTo>
                <a:lnTo>
                  <a:pt x="593380" y="27391"/>
                </a:lnTo>
                <a:lnTo>
                  <a:pt x="598190" y="22791"/>
                </a:lnTo>
                <a:lnTo>
                  <a:pt x="624454" y="22791"/>
                </a:lnTo>
                <a:lnTo>
                  <a:pt x="617981" y="18995"/>
                </a:lnTo>
                <a:lnTo>
                  <a:pt x="608140" y="11394"/>
                </a:lnTo>
                <a:lnTo>
                  <a:pt x="609264" y="9950"/>
                </a:lnTo>
                <a:lnTo>
                  <a:pt x="610228" y="8669"/>
                </a:lnTo>
                <a:lnTo>
                  <a:pt x="611190" y="7221"/>
                </a:lnTo>
                <a:lnTo>
                  <a:pt x="594979" y="0"/>
                </a:lnTo>
                <a:close/>
              </a:path>
              <a:path w="655955" h="154305">
                <a:moveTo>
                  <a:pt x="647625" y="45900"/>
                </a:moveTo>
                <a:lnTo>
                  <a:pt x="629326" y="45900"/>
                </a:lnTo>
                <a:lnTo>
                  <a:pt x="633981" y="48308"/>
                </a:lnTo>
                <a:lnTo>
                  <a:pt x="638957" y="50554"/>
                </a:lnTo>
                <a:lnTo>
                  <a:pt x="643931" y="52322"/>
                </a:lnTo>
                <a:lnTo>
                  <a:pt x="646661" y="47346"/>
                </a:lnTo>
                <a:lnTo>
                  <a:pt x="647625" y="45900"/>
                </a:lnTo>
                <a:close/>
              </a:path>
              <a:path w="655955" h="154305">
                <a:moveTo>
                  <a:pt x="521637" y="6901"/>
                </a:moveTo>
                <a:lnTo>
                  <a:pt x="508795" y="18619"/>
                </a:lnTo>
                <a:lnTo>
                  <a:pt x="515966" y="23624"/>
                </a:lnTo>
                <a:lnTo>
                  <a:pt x="523199" y="29171"/>
                </a:lnTo>
                <a:lnTo>
                  <a:pt x="529649" y="34778"/>
                </a:lnTo>
                <a:lnTo>
                  <a:pt x="534474" y="39964"/>
                </a:lnTo>
                <a:lnTo>
                  <a:pt x="548438" y="26802"/>
                </a:lnTo>
                <a:lnTo>
                  <a:pt x="543099" y="21797"/>
                </a:lnTo>
                <a:lnTo>
                  <a:pt x="536301" y="16491"/>
                </a:lnTo>
                <a:lnTo>
                  <a:pt x="528871" y="11364"/>
                </a:lnTo>
                <a:lnTo>
                  <a:pt x="521637" y="6901"/>
                </a:lnTo>
                <a:close/>
              </a:path>
              <a:path w="655955" h="154305">
                <a:moveTo>
                  <a:pt x="624454" y="22791"/>
                </a:moveTo>
                <a:lnTo>
                  <a:pt x="598190" y="22791"/>
                </a:lnTo>
                <a:lnTo>
                  <a:pt x="602987" y="27391"/>
                </a:lnTo>
                <a:lnTo>
                  <a:pt x="608161" y="31797"/>
                </a:lnTo>
                <a:lnTo>
                  <a:pt x="613605" y="35993"/>
                </a:lnTo>
                <a:lnTo>
                  <a:pt x="619215" y="39964"/>
                </a:lnTo>
                <a:lnTo>
                  <a:pt x="651580" y="39964"/>
                </a:lnTo>
                <a:lnTo>
                  <a:pt x="651794" y="39643"/>
                </a:lnTo>
                <a:lnTo>
                  <a:pt x="655808" y="35629"/>
                </a:lnTo>
                <a:lnTo>
                  <a:pt x="642537" y="31549"/>
                </a:lnTo>
                <a:lnTo>
                  <a:pt x="629687" y="25859"/>
                </a:lnTo>
                <a:lnTo>
                  <a:pt x="624454" y="22791"/>
                </a:lnTo>
                <a:close/>
              </a:path>
              <a:path w="655955" h="154305">
                <a:moveTo>
                  <a:pt x="291200" y="8345"/>
                </a:moveTo>
                <a:lnTo>
                  <a:pt x="197150" y="8345"/>
                </a:lnTo>
                <a:lnTo>
                  <a:pt x="197150" y="66445"/>
                </a:lnTo>
                <a:lnTo>
                  <a:pt x="291200" y="66445"/>
                </a:lnTo>
                <a:lnTo>
                  <a:pt x="291200" y="48308"/>
                </a:lnTo>
                <a:lnTo>
                  <a:pt x="215607" y="48308"/>
                </a:lnTo>
                <a:lnTo>
                  <a:pt x="215607" y="26643"/>
                </a:lnTo>
                <a:lnTo>
                  <a:pt x="291200" y="26643"/>
                </a:lnTo>
                <a:lnTo>
                  <a:pt x="291200" y="8345"/>
                </a:lnTo>
                <a:close/>
              </a:path>
              <a:path w="655955" h="154305">
                <a:moveTo>
                  <a:pt x="291200" y="26643"/>
                </a:moveTo>
                <a:lnTo>
                  <a:pt x="271778" y="26643"/>
                </a:lnTo>
                <a:lnTo>
                  <a:pt x="271778" y="48308"/>
                </a:lnTo>
                <a:lnTo>
                  <a:pt x="291200" y="48308"/>
                </a:lnTo>
                <a:lnTo>
                  <a:pt x="291200" y="26643"/>
                </a:lnTo>
                <a:close/>
              </a:path>
              <a:path w="655955" h="154305">
                <a:moveTo>
                  <a:pt x="236148" y="79764"/>
                </a:moveTo>
                <a:lnTo>
                  <a:pt x="175003" y="79764"/>
                </a:lnTo>
                <a:lnTo>
                  <a:pt x="175003" y="151988"/>
                </a:lnTo>
                <a:lnTo>
                  <a:pt x="193136" y="151988"/>
                </a:lnTo>
                <a:lnTo>
                  <a:pt x="193136" y="143964"/>
                </a:lnTo>
                <a:lnTo>
                  <a:pt x="236148" y="143964"/>
                </a:lnTo>
                <a:lnTo>
                  <a:pt x="236148" y="125665"/>
                </a:lnTo>
                <a:lnTo>
                  <a:pt x="193136" y="125665"/>
                </a:lnTo>
                <a:lnTo>
                  <a:pt x="193136" y="98060"/>
                </a:lnTo>
                <a:lnTo>
                  <a:pt x="236148" y="98060"/>
                </a:lnTo>
                <a:lnTo>
                  <a:pt x="236148" y="79764"/>
                </a:lnTo>
                <a:close/>
              </a:path>
              <a:path w="655955" h="154305">
                <a:moveTo>
                  <a:pt x="236148" y="143964"/>
                </a:moveTo>
                <a:lnTo>
                  <a:pt x="217051" y="143964"/>
                </a:lnTo>
                <a:lnTo>
                  <a:pt x="217051" y="151185"/>
                </a:lnTo>
                <a:lnTo>
                  <a:pt x="236148" y="151185"/>
                </a:lnTo>
                <a:lnTo>
                  <a:pt x="236148" y="143964"/>
                </a:lnTo>
                <a:close/>
              </a:path>
              <a:path w="655955" h="154305">
                <a:moveTo>
                  <a:pt x="236148" y="98060"/>
                </a:moveTo>
                <a:lnTo>
                  <a:pt x="217051" y="98060"/>
                </a:lnTo>
                <a:lnTo>
                  <a:pt x="217051" y="125665"/>
                </a:lnTo>
                <a:lnTo>
                  <a:pt x="236148" y="125665"/>
                </a:lnTo>
                <a:lnTo>
                  <a:pt x="236148" y="98060"/>
                </a:lnTo>
                <a:close/>
              </a:path>
              <a:path w="655955" h="154305">
                <a:moveTo>
                  <a:pt x="312865" y="79764"/>
                </a:moveTo>
                <a:lnTo>
                  <a:pt x="249793" y="79764"/>
                </a:lnTo>
                <a:lnTo>
                  <a:pt x="249793" y="151988"/>
                </a:lnTo>
                <a:lnTo>
                  <a:pt x="268088" y="151988"/>
                </a:lnTo>
                <a:lnTo>
                  <a:pt x="268088" y="143964"/>
                </a:lnTo>
                <a:lnTo>
                  <a:pt x="312865" y="143964"/>
                </a:lnTo>
                <a:lnTo>
                  <a:pt x="312865" y="125665"/>
                </a:lnTo>
                <a:lnTo>
                  <a:pt x="268088" y="125665"/>
                </a:lnTo>
                <a:lnTo>
                  <a:pt x="268088" y="98060"/>
                </a:lnTo>
                <a:lnTo>
                  <a:pt x="312865" y="98060"/>
                </a:lnTo>
                <a:lnTo>
                  <a:pt x="312865" y="79764"/>
                </a:lnTo>
                <a:close/>
              </a:path>
              <a:path w="655955" h="154305">
                <a:moveTo>
                  <a:pt x="312865" y="143964"/>
                </a:moveTo>
                <a:lnTo>
                  <a:pt x="293604" y="143964"/>
                </a:lnTo>
                <a:lnTo>
                  <a:pt x="293604" y="151344"/>
                </a:lnTo>
                <a:lnTo>
                  <a:pt x="312865" y="151344"/>
                </a:lnTo>
                <a:lnTo>
                  <a:pt x="312865" y="143964"/>
                </a:lnTo>
                <a:close/>
              </a:path>
              <a:path w="655955" h="154305">
                <a:moveTo>
                  <a:pt x="312865" y="98060"/>
                </a:moveTo>
                <a:lnTo>
                  <a:pt x="293604" y="98060"/>
                </a:lnTo>
                <a:lnTo>
                  <a:pt x="293604" y="125665"/>
                </a:lnTo>
                <a:lnTo>
                  <a:pt x="312865" y="125665"/>
                </a:lnTo>
                <a:lnTo>
                  <a:pt x="312865" y="9806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8620" y="2999614"/>
            <a:ext cx="3540760" cy="405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30"/>
              </a:spcBef>
            </a:pPr>
            <a:r>
              <a:rPr sz="700" spc="7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APPLICATIONS</a:t>
            </a:r>
            <a:endParaRPr sz="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与中低频理疗仪配套使</a:t>
            </a:r>
            <a:r>
              <a:rPr sz="1000" spc="-2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000" spc="-39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⽤于传导仪器发出的电脉冲信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5177" y="3997953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0" y="0"/>
                </a:moveTo>
                <a:lnTo>
                  <a:pt x="366260" y="0"/>
                </a:lnTo>
              </a:path>
            </a:pathLst>
          </a:custGeom>
          <a:ln w="16760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5174" y="3658749"/>
            <a:ext cx="659130" cy="0"/>
          </a:xfrm>
          <a:custGeom>
            <a:avLst/>
            <a:gdLst/>
            <a:ahLst/>
            <a:cxnLst/>
            <a:rect l="l" t="t" r="r" b="b"/>
            <a:pathLst>
              <a:path w="659130">
                <a:moveTo>
                  <a:pt x="0" y="0"/>
                </a:moveTo>
                <a:lnTo>
                  <a:pt x="658510" y="0"/>
                </a:lnTo>
              </a:path>
            </a:pathLst>
          </a:custGeom>
          <a:ln w="6684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08620" y="3841791"/>
            <a:ext cx="3148330" cy="407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sz="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主要由导电硅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⻣⽹状⽆纺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布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导电薄</a:t>
            </a:r>
            <a:r>
              <a:rPr sz="1000" spc="3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膜</a:t>
            </a:r>
            <a:r>
              <a:rPr sz="1000" spc="-45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spc="4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导线组</a:t>
            </a:r>
            <a:r>
              <a:rPr sz="1000" spc="5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成</a:t>
            </a:r>
            <a:r>
              <a:rPr sz="1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0984" y="3699591"/>
            <a:ext cx="658495" cy="154305"/>
          </a:xfrm>
          <a:custGeom>
            <a:avLst/>
            <a:gdLst/>
            <a:ahLst/>
            <a:cxnLst/>
            <a:rect l="l" t="t" r="r" b="b"/>
            <a:pathLst>
              <a:path w="658494" h="154304">
                <a:moveTo>
                  <a:pt x="146443" y="62161"/>
                </a:moveTo>
                <a:lnTo>
                  <a:pt x="13884" y="62161"/>
                </a:lnTo>
                <a:lnTo>
                  <a:pt x="13871" y="84927"/>
                </a:lnTo>
                <a:lnTo>
                  <a:pt x="13509" y="97828"/>
                </a:lnTo>
                <a:lnTo>
                  <a:pt x="11725" y="112456"/>
                </a:lnTo>
                <a:lnTo>
                  <a:pt x="7550" y="127084"/>
                </a:lnTo>
                <a:lnTo>
                  <a:pt x="0" y="140472"/>
                </a:lnTo>
                <a:lnTo>
                  <a:pt x="4358" y="142890"/>
                </a:lnTo>
                <a:lnTo>
                  <a:pt x="12915" y="150479"/>
                </a:lnTo>
                <a:lnTo>
                  <a:pt x="16145" y="154194"/>
                </a:lnTo>
                <a:lnTo>
                  <a:pt x="25212" y="138216"/>
                </a:lnTo>
                <a:lnTo>
                  <a:pt x="30678" y="119983"/>
                </a:lnTo>
                <a:lnTo>
                  <a:pt x="33358" y="101539"/>
                </a:lnTo>
                <a:lnTo>
                  <a:pt x="34070" y="84927"/>
                </a:lnTo>
                <a:lnTo>
                  <a:pt x="34070" y="80887"/>
                </a:lnTo>
                <a:lnTo>
                  <a:pt x="146443" y="80887"/>
                </a:lnTo>
                <a:lnTo>
                  <a:pt x="146443" y="62161"/>
                </a:lnTo>
                <a:close/>
              </a:path>
              <a:path w="658494" h="154304">
                <a:moveTo>
                  <a:pt x="53441" y="36485"/>
                </a:moveTo>
                <a:lnTo>
                  <a:pt x="49405" y="36485"/>
                </a:lnTo>
                <a:lnTo>
                  <a:pt x="35683" y="42461"/>
                </a:lnTo>
                <a:lnTo>
                  <a:pt x="39880" y="48437"/>
                </a:lnTo>
                <a:lnTo>
                  <a:pt x="44440" y="56268"/>
                </a:lnTo>
                <a:lnTo>
                  <a:pt x="47148" y="62161"/>
                </a:lnTo>
                <a:lnTo>
                  <a:pt x="54734" y="62161"/>
                </a:lnTo>
                <a:lnTo>
                  <a:pt x="66200" y="56995"/>
                </a:lnTo>
                <a:lnTo>
                  <a:pt x="63776" y="51181"/>
                </a:lnTo>
                <a:lnTo>
                  <a:pt x="58256" y="42907"/>
                </a:lnTo>
                <a:lnTo>
                  <a:pt x="53441" y="36485"/>
                </a:lnTo>
                <a:close/>
              </a:path>
              <a:path w="658494" h="154304">
                <a:moveTo>
                  <a:pt x="104140" y="36650"/>
                </a:moveTo>
                <a:lnTo>
                  <a:pt x="101712" y="42947"/>
                </a:lnTo>
                <a:lnTo>
                  <a:pt x="98656" y="49888"/>
                </a:lnTo>
                <a:lnTo>
                  <a:pt x="95515" y="56268"/>
                </a:lnTo>
                <a:lnTo>
                  <a:pt x="92195" y="62161"/>
                </a:lnTo>
                <a:lnTo>
                  <a:pt x="112373" y="62161"/>
                </a:lnTo>
                <a:lnTo>
                  <a:pt x="116642" y="56184"/>
                </a:lnTo>
                <a:lnTo>
                  <a:pt x="121095" y="49888"/>
                </a:lnTo>
                <a:lnTo>
                  <a:pt x="125614" y="43267"/>
                </a:lnTo>
                <a:lnTo>
                  <a:pt x="104140" y="36650"/>
                </a:lnTo>
                <a:close/>
              </a:path>
              <a:path w="658494" h="154304">
                <a:moveTo>
                  <a:pt x="143052" y="18241"/>
                </a:moveTo>
                <a:lnTo>
                  <a:pt x="12592" y="18241"/>
                </a:lnTo>
                <a:lnTo>
                  <a:pt x="12592" y="36485"/>
                </a:lnTo>
                <a:lnTo>
                  <a:pt x="143052" y="36485"/>
                </a:lnTo>
                <a:lnTo>
                  <a:pt x="143052" y="18241"/>
                </a:lnTo>
                <a:close/>
              </a:path>
              <a:path w="658494" h="154304">
                <a:moveTo>
                  <a:pt x="80730" y="802"/>
                </a:moveTo>
                <a:lnTo>
                  <a:pt x="60872" y="5647"/>
                </a:lnTo>
                <a:lnTo>
                  <a:pt x="63453" y="9363"/>
                </a:lnTo>
                <a:lnTo>
                  <a:pt x="66200" y="13881"/>
                </a:lnTo>
                <a:lnTo>
                  <a:pt x="68136" y="18241"/>
                </a:lnTo>
                <a:lnTo>
                  <a:pt x="90898" y="18241"/>
                </a:lnTo>
                <a:lnTo>
                  <a:pt x="88804" y="12913"/>
                </a:lnTo>
                <a:lnTo>
                  <a:pt x="84768" y="5971"/>
                </a:lnTo>
                <a:lnTo>
                  <a:pt x="80730" y="802"/>
                </a:lnTo>
                <a:close/>
              </a:path>
              <a:path w="658494" h="154304">
                <a:moveTo>
                  <a:pt x="292953" y="7750"/>
                </a:moveTo>
                <a:lnTo>
                  <a:pt x="198338" y="7750"/>
                </a:lnTo>
                <a:lnTo>
                  <a:pt x="198338" y="66196"/>
                </a:lnTo>
                <a:lnTo>
                  <a:pt x="292953" y="66196"/>
                </a:lnTo>
                <a:lnTo>
                  <a:pt x="292953" y="47951"/>
                </a:lnTo>
                <a:lnTo>
                  <a:pt x="216907" y="47951"/>
                </a:lnTo>
                <a:lnTo>
                  <a:pt x="216907" y="26153"/>
                </a:lnTo>
                <a:lnTo>
                  <a:pt x="292953" y="26153"/>
                </a:lnTo>
                <a:lnTo>
                  <a:pt x="292953" y="7750"/>
                </a:lnTo>
                <a:close/>
              </a:path>
              <a:path w="658494" h="154304">
                <a:moveTo>
                  <a:pt x="292953" y="26153"/>
                </a:moveTo>
                <a:lnTo>
                  <a:pt x="273415" y="26153"/>
                </a:lnTo>
                <a:lnTo>
                  <a:pt x="273415" y="47951"/>
                </a:lnTo>
                <a:lnTo>
                  <a:pt x="292953" y="47951"/>
                </a:lnTo>
                <a:lnTo>
                  <a:pt x="292953" y="26153"/>
                </a:lnTo>
                <a:close/>
              </a:path>
              <a:path w="658494" h="154304">
                <a:moveTo>
                  <a:pt x="237573" y="79599"/>
                </a:moveTo>
                <a:lnTo>
                  <a:pt x="176057" y="79599"/>
                </a:lnTo>
                <a:lnTo>
                  <a:pt x="176057" y="152253"/>
                </a:lnTo>
                <a:lnTo>
                  <a:pt x="194298" y="152253"/>
                </a:lnTo>
                <a:lnTo>
                  <a:pt x="194298" y="144183"/>
                </a:lnTo>
                <a:lnTo>
                  <a:pt x="237573" y="144183"/>
                </a:lnTo>
                <a:lnTo>
                  <a:pt x="237573" y="125776"/>
                </a:lnTo>
                <a:lnTo>
                  <a:pt x="194298" y="125776"/>
                </a:lnTo>
                <a:lnTo>
                  <a:pt x="194298" y="98005"/>
                </a:lnTo>
                <a:lnTo>
                  <a:pt x="237573" y="98005"/>
                </a:lnTo>
                <a:lnTo>
                  <a:pt x="237573" y="79599"/>
                </a:lnTo>
                <a:close/>
              </a:path>
              <a:path w="658494" h="154304">
                <a:moveTo>
                  <a:pt x="237573" y="144183"/>
                </a:moveTo>
                <a:lnTo>
                  <a:pt x="218361" y="144183"/>
                </a:lnTo>
                <a:lnTo>
                  <a:pt x="218361" y="151447"/>
                </a:lnTo>
                <a:lnTo>
                  <a:pt x="237573" y="151447"/>
                </a:lnTo>
                <a:lnTo>
                  <a:pt x="237573" y="144183"/>
                </a:lnTo>
                <a:close/>
              </a:path>
              <a:path w="658494" h="154304">
                <a:moveTo>
                  <a:pt x="237573" y="98005"/>
                </a:moveTo>
                <a:lnTo>
                  <a:pt x="218361" y="98005"/>
                </a:lnTo>
                <a:lnTo>
                  <a:pt x="218361" y="125776"/>
                </a:lnTo>
                <a:lnTo>
                  <a:pt x="237573" y="125776"/>
                </a:lnTo>
                <a:lnTo>
                  <a:pt x="237573" y="98005"/>
                </a:lnTo>
                <a:close/>
              </a:path>
              <a:path w="658494" h="154304">
                <a:moveTo>
                  <a:pt x="314751" y="79599"/>
                </a:moveTo>
                <a:lnTo>
                  <a:pt x="251297" y="79599"/>
                </a:lnTo>
                <a:lnTo>
                  <a:pt x="251297" y="152253"/>
                </a:lnTo>
                <a:lnTo>
                  <a:pt x="269704" y="152253"/>
                </a:lnTo>
                <a:lnTo>
                  <a:pt x="269704" y="144183"/>
                </a:lnTo>
                <a:lnTo>
                  <a:pt x="314751" y="144183"/>
                </a:lnTo>
                <a:lnTo>
                  <a:pt x="314751" y="125776"/>
                </a:lnTo>
                <a:lnTo>
                  <a:pt x="269704" y="125776"/>
                </a:lnTo>
                <a:lnTo>
                  <a:pt x="269704" y="98005"/>
                </a:lnTo>
                <a:lnTo>
                  <a:pt x="314751" y="98005"/>
                </a:lnTo>
                <a:lnTo>
                  <a:pt x="314751" y="79599"/>
                </a:lnTo>
                <a:close/>
              </a:path>
              <a:path w="658494" h="154304">
                <a:moveTo>
                  <a:pt x="314751" y="144183"/>
                </a:moveTo>
                <a:lnTo>
                  <a:pt x="295375" y="144183"/>
                </a:lnTo>
                <a:lnTo>
                  <a:pt x="295375" y="151606"/>
                </a:lnTo>
                <a:lnTo>
                  <a:pt x="314751" y="151606"/>
                </a:lnTo>
                <a:lnTo>
                  <a:pt x="314751" y="144183"/>
                </a:lnTo>
                <a:close/>
              </a:path>
              <a:path w="658494" h="154304">
                <a:moveTo>
                  <a:pt x="314751" y="98005"/>
                </a:moveTo>
                <a:lnTo>
                  <a:pt x="295375" y="98005"/>
                </a:lnTo>
                <a:lnTo>
                  <a:pt x="295375" y="125776"/>
                </a:lnTo>
                <a:lnTo>
                  <a:pt x="314751" y="125776"/>
                </a:lnTo>
                <a:lnTo>
                  <a:pt x="314751" y="98005"/>
                </a:lnTo>
                <a:close/>
              </a:path>
              <a:path w="658494" h="154304">
                <a:moveTo>
                  <a:pt x="488868" y="132072"/>
                </a:moveTo>
                <a:lnTo>
                  <a:pt x="395707" y="132072"/>
                </a:lnTo>
                <a:lnTo>
                  <a:pt x="395707" y="149349"/>
                </a:lnTo>
                <a:lnTo>
                  <a:pt x="488868" y="149349"/>
                </a:lnTo>
                <a:lnTo>
                  <a:pt x="488868" y="132072"/>
                </a:lnTo>
                <a:close/>
              </a:path>
              <a:path w="658494" h="154304">
                <a:moveTo>
                  <a:pt x="396351" y="113183"/>
                </a:moveTo>
                <a:lnTo>
                  <a:pt x="381066" y="116757"/>
                </a:lnTo>
                <a:lnTo>
                  <a:pt x="352553" y="123057"/>
                </a:lnTo>
                <a:lnTo>
                  <a:pt x="340812" y="125451"/>
                </a:lnTo>
                <a:lnTo>
                  <a:pt x="344203" y="143696"/>
                </a:lnTo>
                <a:lnTo>
                  <a:pt x="370115" y="136895"/>
                </a:lnTo>
                <a:lnTo>
                  <a:pt x="384208" y="133048"/>
                </a:lnTo>
                <a:lnTo>
                  <a:pt x="398451" y="129005"/>
                </a:lnTo>
                <a:lnTo>
                  <a:pt x="396351" y="113183"/>
                </a:lnTo>
                <a:close/>
              </a:path>
              <a:path w="658494" h="154304">
                <a:moveTo>
                  <a:pt x="475955" y="9363"/>
                </a:moveTo>
                <a:lnTo>
                  <a:pt x="409914" y="9363"/>
                </a:lnTo>
                <a:lnTo>
                  <a:pt x="409914" y="132072"/>
                </a:lnTo>
                <a:lnTo>
                  <a:pt x="428161" y="132072"/>
                </a:lnTo>
                <a:lnTo>
                  <a:pt x="428161" y="107689"/>
                </a:lnTo>
                <a:lnTo>
                  <a:pt x="475955" y="107689"/>
                </a:lnTo>
                <a:lnTo>
                  <a:pt x="475955" y="90741"/>
                </a:lnTo>
                <a:lnTo>
                  <a:pt x="428161" y="90741"/>
                </a:lnTo>
                <a:lnTo>
                  <a:pt x="428161" y="67165"/>
                </a:lnTo>
                <a:lnTo>
                  <a:pt x="475955" y="67165"/>
                </a:lnTo>
                <a:lnTo>
                  <a:pt x="475955" y="50050"/>
                </a:lnTo>
                <a:lnTo>
                  <a:pt x="428161" y="50050"/>
                </a:lnTo>
                <a:lnTo>
                  <a:pt x="428161" y="26802"/>
                </a:lnTo>
                <a:lnTo>
                  <a:pt x="475955" y="26802"/>
                </a:lnTo>
                <a:lnTo>
                  <a:pt x="475955" y="9363"/>
                </a:lnTo>
                <a:close/>
              </a:path>
              <a:path w="658494" h="154304">
                <a:moveTo>
                  <a:pt x="475955" y="107689"/>
                </a:moveTo>
                <a:lnTo>
                  <a:pt x="456900" y="107689"/>
                </a:lnTo>
                <a:lnTo>
                  <a:pt x="456900" y="132072"/>
                </a:lnTo>
                <a:lnTo>
                  <a:pt x="475955" y="132072"/>
                </a:lnTo>
                <a:lnTo>
                  <a:pt x="475955" y="107689"/>
                </a:lnTo>
                <a:close/>
              </a:path>
              <a:path w="658494" h="154304">
                <a:moveTo>
                  <a:pt x="386787" y="67489"/>
                </a:moveTo>
                <a:lnTo>
                  <a:pt x="367289" y="67489"/>
                </a:lnTo>
                <a:lnTo>
                  <a:pt x="361317" y="75398"/>
                </a:lnTo>
                <a:lnTo>
                  <a:pt x="356147" y="81697"/>
                </a:lnTo>
                <a:lnTo>
                  <a:pt x="353728" y="84441"/>
                </a:lnTo>
                <a:lnTo>
                  <a:pt x="348237" y="90093"/>
                </a:lnTo>
                <a:lnTo>
                  <a:pt x="344523" y="93804"/>
                </a:lnTo>
                <a:lnTo>
                  <a:pt x="340487" y="94776"/>
                </a:lnTo>
                <a:lnTo>
                  <a:pt x="342423" y="99294"/>
                </a:lnTo>
                <a:lnTo>
                  <a:pt x="345166" y="107207"/>
                </a:lnTo>
                <a:lnTo>
                  <a:pt x="345977" y="110760"/>
                </a:lnTo>
                <a:lnTo>
                  <a:pt x="350188" y="108931"/>
                </a:lnTo>
                <a:lnTo>
                  <a:pt x="358349" y="106663"/>
                </a:lnTo>
                <a:lnTo>
                  <a:pt x="373565" y="103334"/>
                </a:lnTo>
                <a:lnTo>
                  <a:pt x="398937" y="98325"/>
                </a:lnTo>
                <a:lnTo>
                  <a:pt x="398781" y="94776"/>
                </a:lnTo>
                <a:lnTo>
                  <a:pt x="398937" y="87508"/>
                </a:lnTo>
                <a:lnTo>
                  <a:pt x="371166" y="87508"/>
                </a:lnTo>
                <a:lnTo>
                  <a:pt x="379437" y="77340"/>
                </a:lnTo>
                <a:lnTo>
                  <a:pt x="386787" y="67489"/>
                </a:lnTo>
                <a:close/>
              </a:path>
              <a:path w="658494" h="154304">
                <a:moveTo>
                  <a:pt x="475955" y="67165"/>
                </a:moveTo>
                <a:lnTo>
                  <a:pt x="456900" y="67165"/>
                </a:lnTo>
                <a:lnTo>
                  <a:pt x="456900" y="90741"/>
                </a:lnTo>
                <a:lnTo>
                  <a:pt x="475955" y="90741"/>
                </a:lnTo>
                <a:lnTo>
                  <a:pt x="475955" y="67165"/>
                </a:lnTo>
                <a:close/>
              </a:path>
              <a:path w="658494" h="154304">
                <a:moveTo>
                  <a:pt x="399581" y="82824"/>
                </a:moveTo>
                <a:lnTo>
                  <a:pt x="371166" y="87508"/>
                </a:lnTo>
                <a:lnTo>
                  <a:pt x="398937" y="87508"/>
                </a:lnTo>
                <a:lnTo>
                  <a:pt x="399581" y="82824"/>
                </a:lnTo>
                <a:close/>
              </a:path>
              <a:path w="658494" h="154304">
                <a:moveTo>
                  <a:pt x="369712" y="967"/>
                </a:moveTo>
                <a:lnTo>
                  <a:pt x="352703" y="38543"/>
                </a:lnTo>
                <a:lnTo>
                  <a:pt x="339032" y="54571"/>
                </a:lnTo>
                <a:lnTo>
                  <a:pt x="340973" y="59414"/>
                </a:lnTo>
                <a:lnTo>
                  <a:pt x="343879" y="67971"/>
                </a:lnTo>
                <a:lnTo>
                  <a:pt x="344846" y="71686"/>
                </a:lnTo>
                <a:lnTo>
                  <a:pt x="347428" y="70393"/>
                </a:lnTo>
                <a:lnTo>
                  <a:pt x="351463" y="69263"/>
                </a:lnTo>
                <a:lnTo>
                  <a:pt x="367289" y="67489"/>
                </a:lnTo>
                <a:lnTo>
                  <a:pt x="386787" y="67489"/>
                </a:lnTo>
                <a:lnTo>
                  <a:pt x="387452" y="66598"/>
                </a:lnTo>
                <a:lnTo>
                  <a:pt x="395072" y="55493"/>
                </a:lnTo>
                <a:lnTo>
                  <a:pt x="396770" y="52797"/>
                </a:lnTo>
                <a:lnTo>
                  <a:pt x="362123" y="52797"/>
                </a:lnTo>
                <a:lnTo>
                  <a:pt x="369025" y="42528"/>
                </a:lnTo>
                <a:lnTo>
                  <a:pt x="375565" y="31563"/>
                </a:lnTo>
                <a:lnTo>
                  <a:pt x="381559" y="20236"/>
                </a:lnTo>
                <a:lnTo>
                  <a:pt x="386826" y="8877"/>
                </a:lnTo>
                <a:lnTo>
                  <a:pt x="369712" y="967"/>
                </a:lnTo>
                <a:close/>
              </a:path>
              <a:path w="658494" h="154304">
                <a:moveTo>
                  <a:pt x="387637" y="34872"/>
                </a:moveTo>
                <a:lnTo>
                  <a:pt x="384727" y="40363"/>
                </a:lnTo>
                <a:lnTo>
                  <a:pt x="381336" y="46014"/>
                </a:lnTo>
                <a:lnTo>
                  <a:pt x="377945" y="51501"/>
                </a:lnTo>
                <a:lnTo>
                  <a:pt x="362123" y="52797"/>
                </a:lnTo>
                <a:lnTo>
                  <a:pt x="396770" y="52797"/>
                </a:lnTo>
                <a:lnTo>
                  <a:pt x="402163" y="44236"/>
                </a:lnTo>
                <a:lnTo>
                  <a:pt x="387637" y="34872"/>
                </a:lnTo>
                <a:close/>
              </a:path>
              <a:path w="658494" h="154304">
                <a:moveTo>
                  <a:pt x="475955" y="26802"/>
                </a:moveTo>
                <a:lnTo>
                  <a:pt x="456900" y="26802"/>
                </a:lnTo>
                <a:lnTo>
                  <a:pt x="456900" y="50050"/>
                </a:lnTo>
                <a:lnTo>
                  <a:pt x="475955" y="50050"/>
                </a:lnTo>
                <a:lnTo>
                  <a:pt x="475955" y="26802"/>
                </a:lnTo>
                <a:close/>
              </a:path>
              <a:path w="658494" h="154304">
                <a:moveTo>
                  <a:pt x="656690" y="25509"/>
                </a:moveTo>
                <a:lnTo>
                  <a:pt x="519936" y="25509"/>
                </a:lnTo>
                <a:lnTo>
                  <a:pt x="519930" y="72945"/>
                </a:lnTo>
                <a:lnTo>
                  <a:pt x="519567" y="89482"/>
                </a:lnTo>
                <a:lnTo>
                  <a:pt x="517887" y="106956"/>
                </a:lnTo>
                <a:lnTo>
                  <a:pt x="517790" y="107689"/>
                </a:lnTo>
                <a:lnTo>
                  <a:pt x="513804" y="125195"/>
                </a:lnTo>
                <a:lnTo>
                  <a:pt x="506534" y="141116"/>
                </a:lnTo>
                <a:lnTo>
                  <a:pt x="510893" y="143376"/>
                </a:lnTo>
                <a:lnTo>
                  <a:pt x="519450" y="150479"/>
                </a:lnTo>
                <a:lnTo>
                  <a:pt x="522842" y="154194"/>
                </a:lnTo>
                <a:lnTo>
                  <a:pt x="531036" y="137516"/>
                </a:lnTo>
                <a:lnTo>
                  <a:pt x="536202" y="118267"/>
                </a:lnTo>
                <a:lnTo>
                  <a:pt x="539007" y="98291"/>
                </a:lnTo>
                <a:lnTo>
                  <a:pt x="540118" y="79437"/>
                </a:lnTo>
                <a:lnTo>
                  <a:pt x="579607" y="79437"/>
                </a:lnTo>
                <a:lnTo>
                  <a:pt x="579751" y="72945"/>
                </a:lnTo>
                <a:lnTo>
                  <a:pt x="579837" y="66843"/>
                </a:lnTo>
                <a:lnTo>
                  <a:pt x="579998" y="61836"/>
                </a:lnTo>
                <a:lnTo>
                  <a:pt x="540118" y="61836"/>
                </a:lnTo>
                <a:lnTo>
                  <a:pt x="540118" y="44560"/>
                </a:lnTo>
                <a:lnTo>
                  <a:pt x="656690" y="44560"/>
                </a:lnTo>
                <a:lnTo>
                  <a:pt x="656690" y="25509"/>
                </a:lnTo>
                <a:close/>
              </a:path>
              <a:path w="658494" h="154304">
                <a:moveTo>
                  <a:pt x="606800" y="44560"/>
                </a:moveTo>
                <a:lnTo>
                  <a:pt x="586939" y="44560"/>
                </a:lnTo>
                <a:lnTo>
                  <a:pt x="588819" y="62553"/>
                </a:lnTo>
                <a:lnTo>
                  <a:pt x="591259" y="79437"/>
                </a:lnTo>
                <a:lnTo>
                  <a:pt x="594320" y="95170"/>
                </a:lnTo>
                <a:lnTo>
                  <a:pt x="598082" y="109626"/>
                </a:lnTo>
                <a:lnTo>
                  <a:pt x="590733" y="117189"/>
                </a:lnTo>
                <a:lnTo>
                  <a:pt x="582763" y="124099"/>
                </a:lnTo>
                <a:lnTo>
                  <a:pt x="574218" y="130313"/>
                </a:lnTo>
                <a:lnTo>
                  <a:pt x="565142" y="135784"/>
                </a:lnTo>
                <a:lnTo>
                  <a:pt x="569180" y="139499"/>
                </a:lnTo>
                <a:lnTo>
                  <a:pt x="576121" y="147412"/>
                </a:lnTo>
                <a:lnTo>
                  <a:pt x="579031" y="151606"/>
                </a:lnTo>
                <a:lnTo>
                  <a:pt x="586358" y="146792"/>
                </a:lnTo>
                <a:lnTo>
                  <a:pt x="593338" y="141538"/>
                </a:lnTo>
                <a:lnTo>
                  <a:pt x="600031" y="135784"/>
                </a:lnTo>
                <a:lnTo>
                  <a:pt x="606314" y="129650"/>
                </a:lnTo>
                <a:lnTo>
                  <a:pt x="628697" y="129650"/>
                </a:lnTo>
                <a:lnTo>
                  <a:pt x="624884" y="124645"/>
                </a:lnTo>
                <a:lnTo>
                  <a:pt x="620200" y="113018"/>
                </a:lnTo>
                <a:lnTo>
                  <a:pt x="628514" y="100710"/>
                </a:lnTo>
                <a:lnTo>
                  <a:pt x="635144" y="88800"/>
                </a:lnTo>
                <a:lnTo>
                  <a:pt x="613260" y="88800"/>
                </a:lnTo>
                <a:lnTo>
                  <a:pt x="611296" y="78709"/>
                </a:lnTo>
                <a:lnTo>
                  <a:pt x="609545" y="67891"/>
                </a:lnTo>
                <a:lnTo>
                  <a:pt x="608037" y="56467"/>
                </a:lnTo>
                <a:lnTo>
                  <a:pt x="606800" y="44560"/>
                </a:lnTo>
                <a:close/>
              </a:path>
              <a:path w="658494" h="154304">
                <a:moveTo>
                  <a:pt x="628697" y="129650"/>
                </a:moveTo>
                <a:lnTo>
                  <a:pt x="606314" y="129650"/>
                </a:lnTo>
                <a:lnTo>
                  <a:pt x="611985" y="138565"/>
                </a:lnTo>
                <a:lnTo>
                  <a:pt x="618384" y="145271"/>
                </a:lnTo>
                <a:lnTo>
                  <a:pt x="625570" y="149494"/>
                </a:lnTo>
                <a:lnTo>
                  <a:pt x="633603" y="150962"/>
                </a:lnTo>
                <a:lnTo>
                  <a:pt x="643340" y="149385"/>
                </a:lnTo>
                <a:lnTo>
                  <a:pt x="650354" y="143676"/>
                </a:lnTo>
                <a:lnTo>
                  <a:pt x="655127" y="132366"/>
                </a:lnTo>
                <a:lnTo>
                  <a:pt x="655282" y="131424"/>
                </a:lnTo>
                <a:lnTo>
                  <a:pt x="630049" y="131424"/>
                </a:lnTo>
                <a:lnTo>
                  <a:pt x="628697" y="129650"/>
                </a:lnTo>
                <a:close/>
              </a:path>
              <a:path w="658494" h="154304">
                <a:moveTo>
                  <a:pt x="641840" y="103172"/>
                </a:moveTo>
                <a:lnTo>
                  <a:pt x="641019" y="115926"/>
                </a:lnTo>
                <a:lnTo>
                  <a:pt x="639678" y="124866"/>
                </a:lnTo>
                <a:lnTo>
                  <a:pt x="637772" y="129848"/>
                </a:lnTo>
                <a:lnTo>
                  <a:pt x="635215" y="131424"/>
                </a:lnTo>
                <a:lnTo>
                  <a:pt x="655282" y="131424"/>
                </a:lnTo>
                <a:lnTo>
                  <a:pt x="658144" y="113986"/>
                </a:lnTo>
                <a:lnTo>
                  <a:pt x="652978" y="111890"/>
                </a:lnTo>
                <a:lnTo>
                  <a:pt x="646200" y="107689"/>
                </a:lnTo>
                <a:lnTo>
                  <a:pt x="641840" y="103172"/>
                </a:lnTo>
                <a:close/>
              </a:path>
              <a:path w="658494" h="154304">
                <a:moveTo>
                  <a:pt x="539631" y="111081"/>
                </a:moveTo>
                <a:lnTo>
                  <a:pt x="542537" y="115926"/>
                </a:lnTo>
                <a:lnTo>
                  <a:pt x="544636" y="123353"/>
                </a:lnTo>
                <a:lnTo>
                  <a:pt x="544960" y="129005"/>
                </a:lnTo>
                <a:lnTo>
                  <a:pt x="552387" y="129164"/>
                </a:lnTo>
                <a:lnTo>
                  <a:pt x="559332" y="129164"/>
                </a:lnTo>
                <a:lnTo>
                  <a:pt x="563529" y="128520"/>
                </a:lnTo>
                <a:lnTo>
                  <a:pt x="577696" y="111729"/>
                </a:lnTo>
                <a:lnTo>
                  <a:pt x="550932" y="111729"/>
                </a:lnTo>
                <a:lnTo>
                  <a:pt x="545445" y="111566"/>
                </a:lnTo>
                <a:lnTo>
                  <a:pt x="539631" y="111081"/>
                </a:lnTo>
                <a:close/>
              </a:path>
              <a:path w="658494" h="154304">
                <a:moveTo>
                  <a:pt x="579607" y="79437"/>
                </a:moveTo>
                <a:lnTo>
                  <a:pt x="561106" y="79437"/>
                </a:lnTo>
                <a:lnTo>
                  <a:pt x="560699" y="92445"/>
                </a:lnTo>
                <a:lnTo>
                  <a:pt x="560157" y="101396"/>
                </a:lnTo>
                <a:lnTo>
                  <a:pt x="559403" y="106956"/>
                </a:lnTo>
                <a:lnTo>
                  <a:pt x="558363" y="109792"/>
                </a:lnTo>
                <a:lnTo>
                  <a:pt x="557070" y="111405"/>
                </a:lnTo>
                <a:lnTo>
                  <a:pt x="555778" y="111729"/>
                </a:lnTo>
                <a:lnTo>
                  <a:pt x="577696" y="111729"/>
                </a:lnTo>
                <a:lnTo>
                  <a:pt x="578466" y="106540"/>
                </a:lnTo>
                <a:lnTo>
                  <a:pt x="579268" y="92445"/>
                </a:lnTo>
                <a:lnTo>
                  <a:pt x="579383" y="89482"/>
                </a:lnTo>
                <a:lnTo>
                  <a:pt x="579607" y="79437"/>
                </a:lnTo>
                <a:close/>
              </a:path>
              <a:path w="658494" h="154304">
                <a:moveTo>
                  <a:pt x="628761" y="52955"/>
                </a:moveTo>
                <a:lnTo>
                  <a:pt x="625589" y="62553"/>
                </a:lnTo>
                <a:lnTo>
                  <a:pt x="621917" y="71727"/>
                </a:lnTo>
                <a:lnTo>
                  <a:pt x="617792" y="80477"/>
                </a:lnTo>
                <a:lnTo>
                  <a:pt x="613260" y="88800"/>
                </a:lnTo>
                <a:lnTo>
                  <a:pt x="635144" y="88800"/>
                </a:lnTo>
                <a:lnTo>
                  <a:pt x="635964" y="87328"/>
                </a:lnTo>
                <a:lnTo>
                  <a:pt x="642475" y="72945"/>
                </a:lnTo>
                <a:lnTo>
                  <a:pt x="647970" y="57638"/>
                </a:lnTo>
                <a:lnTo>
                  <a:pt x="628761" y="52955"/>
                </a:lnTo>
                <a:close/>
              </a:path>
              <a:path w="658494" h="154304">
                <a:moveTo>
                  <a:pt x="605346" y="1612"/>
                </a:moveTo>
                <a:lnTo>
                  <a:pt x="585161" y="1612"/>
                </a:lnTo>
                <a:lnTo>
                  <a:pt x="585234" y="11461"/>
                </a:lnTo>
                <a:lnTo>
                  <a:pt x="585809" y="25509"/>
                </a:lnTo>
                <a:lnTo>
                  <a:pt x="605670" y="25509"/>
                </a:lnTo>
                <a:lnTo>
                  <a:pt x="605346" y="17595"/>
                </a:lnTo>
                <a:lnTo>
                  <a:pt x="605223" y="11461"/>
                </a:lnTo>
                <a:lnTo>
                  <a:pt x="605346" y="1612"/>
                </a:lnTo>
                <a:close/>
              </a:path>
              <a:path w="658494" h="154304">
                <a:moveTo>
                  <a:pt x="621334" y="0"/>
                </a:moveTo>
                <a:lnTo>
                  <a:pt x="609706" y="11461"/>
                </a:lnTo>
                <a:lnTo>
                  <a:pt x="616327" y="15497"/>
                </a:lnTo>
                <a:lnTo>
                  <a:pt x="624401" y="20664"/>
                </a:lnTo>
                <a:lnTo>
                  <a:pt x="630373" y="25509"/>
                </a:lnTo>
                <a:lnTo>
                  <a:pt x="639899" y="25509"/>
                </a:lnTo>
                <a:lnTo>
                  <a:pt x="647650" y="17272"/>
                </a:lnTo>
                <a:lnTo>
                  <a:pt x="642402" y="12960"/>
                </a:lnTo>
                <a:lnTo>
                  <a:pt x="635702" y="8332"/>
                </a:lnTo>
                <a:lnTo>
                  <a:pt x="628396" y="3855"/>
                </a:lnTo>
                <a:lnTo>
                  <a:pt x="621334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267841" y="1489330"/>
            <a:ext cx="659130" cy="0"/>
          </a:xfrm>
          <a:custGeom>
            <a:avLst/>
            <a:gdLst/>
            <a:ahLst/>
            <a:cxnLst/>
            <a:rect l="l" t="t" r="r" b="b"/>
            <a:pathLst>
              <a:path w="659129">
                <a:moveTo>
                  <a:pt x="0" y="0"/>
                </a:moveTo>
                <a:lnTo>
                  <a:pt x="658508" y="0"/>
                </a:lnTo>
              </a:path>
            </a:pathLst>
          </a:custGeom>
          <a:ln w="6684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254696" y="1675966"/>
            <a:ext cx="68707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u="heavy" spc="80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USAGE</a:t>
            </a:r>
            <a:r>
              <a:rPr sz="700" u="heavy" spc="-25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u="heavy" spc="85" dirty="0">
                <a:solidFill>
                  <a:srgbClr val="E95B31"/>
                </a:solidFill>
                <a:uFill>
                  <a:solidFill>
                    <a:srgbClr val="E95B31"/>
                  </a:solidFill>
                </a:u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sz="700" spc="8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ETHOD</a:t>
            </a:r>
            <a:endParaRPr sz="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67889" y="339969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>
                <a:moveTo>
                  <a:pt x="0" y="0"/>
                </a:moveTo>
                <a:lnTo>
                  <a:pt x="366258" y="0"/>
                </a:lnTo>
              </a:path>
            </a:pathLst>
          </a:custGeom>
          <a:ln w="16760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67841" y="3060486"/>
            <a:ext cx="659130" cy="0"/>
          </a:xfrm>
          <a:custGeom>
            <a:avLst/>
            <a:gdLst/>
            <a:ahLst/>
            <a:cxnLst/>
            <a:rect l="l" t="t" r="r" b="b"/>
            <a:pathLst>
              <a:path w="659129">
                <a:moveTo>
                  <a:pt x="0" y="0"/>
                </a:moveTo>
                <a:lnTo>
                  <a:pt x="658508" y="0"/>
                </a:lnTo>
              </a:path>
            </a:pathLst>
          </a:custGeom>
          <a:ln w="6684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254696" y="3243525"/>
            <a:ext cx="68580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700" spc="-24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700" spc="-240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700" spc="15" dirty="0">
                <a:solidFill>
                  <a:srgbClr val="E95B3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endParaRPr sz="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267055" y="3102847"/>
            <a:ext cx="657225" cy="153670"/>
          </a:xfrm>
          <a:custGeom>
            <a:avLst/>
            <a:gdLst/>
            <a:ahLst/>
            <a:cxnLst/>
            <a:rect l="l" t="t" r="r" b="b"/>
            <a:pathLst>
              <a:path w="657225" h="153670">
                <a:moveTo>
                  <a:pt x="34674" y="87743"/>
                </a:moveTo>
                <a:lnTo>
                  <a:pt x="27099" y="101782"/>
                </a:lnTo>
                <a:lnTo>
                  <a:pt x="19070" y="115504"/>
                </a:lnTo>
                <a:lnTo>
                  <a:pt x="11221" y="128047"/>
                </a:lnTo>
                <a:lnTo>
                  <a:pt x="4189" y="138549"/>
                </a:lnTo>
                <a:lnTo>
                  <a:pt x="20321" y="151452"/>
                </a:lnTo>
                <a:lnTo>
                  <a:pt x="27730" y="139269"/>
                </a:lnTo>
                <a:lnTo>
                  <a:pt x="35078" y="126452"/>
                </a:lnTo>
                <a:lnTo>
                  <a:pt x="42185" y="113393"/>
                </a:lnTo>
                <a:lnTo>
                  <a:pt x="48869" y="100483"/>
                </a:lnTo>
                <a:lnTo>
                  <a:pt x="34674" y="87743"/>
                </a:lnTo>
                <a:close/>
              </a:path>
              <a:path w="657225" h="153670">
                <a:moveTo>
                  <a:pt x="149997" y="129679"/>
                </a:moveTo>
                <a:lnTo>
                  <a:pt x="45319" y="129679"/>
                </a:lnTo>
                <a:lnTo>
                  <a:pt x="45319" y="147906"/>
                </a:lnTo>
                <a:lnTo>
                  <a:pt x="149997" y="147906"/>
                </a:lnTo>
                <a:lnTo>
                  <a:pt x="149997" y="129679"/>
                </a:lnTo>
                <a:close/>
              </a:path>
              <a:path w="657225" h="153670">
                <a:moveTo>
                  <a:pt x="109190" y="96775"/>
                </a:moveTo>
                <a:lnTo>
                  <a:pt x="89193" y="96775"/>
                </a:lnTo>
                <a:lnTo>
                  <a:pt x="89193" y="129679"/>
                </a:lnTo>
                <a:lnTo>
                  <a:pt x="109190" y="129679"/>
                </a:lnTo>
                <a:lnTo>
                  <a:pt x="109190" y="96775"/>
                </a:lnTo>
                <a:close/>
              </a:path>
              <a:path w="657225" h="153670">
                <a:moveTo>
                  <a:pt x="139999" y="78548"/>
                </a:moveTo>
                <a:lnTo>
                  <a:pt x="56608" y="78548"/>
                </a:lnTo>
                <a:lnTo>
                  <a:pt x="56608" y="96775"/>
                </a:lnTo>
                <a:lnTo>
                  <a:pt x="139999" y="96775"/>
                </a:lnTo>
                <a:lnTo>
                  <a:pt x="139999" y="78548"/>
                </a:lnTo>
                <a:close/>
              </a:path>
              <a:path w="657225" h="153670">
                <a:moveTo>
                  <a:pt x="10158" y="48388"/>
                </a:moveTo>
                <a:lnTo>
                  <a:pt x="0" y="62744"/>
                </a:lnTo>
                <a:lnTo>
                  <a:pt x="7929" y="66803"/>
                </a:lnTo>
                <a:lnTo>
                  <a:pt x="16268" y="71392"/>
                </a:lnTo>
                <a:lnTo>
                  <a:pt x="23972" y="76010"/>
                </a:lnTo>
                <a:lnTo>
                  <a:pt x="29998" y="80161"/>
                </a:lnTo>
                <a:lnTo>
                  <a:pt x="40643" y="64195"/>
                </a:lnTo>
                <a:lnTo>
                  <a:pt x="34225" y="60274"/>
                </a:lnTo>
                <a:lnTo>
                  <a:pt x="26308" y="56050"/>
                </a:lnTo>
                <a:lnTo>
                  <a:pt x="17938" y="51946"/>
                </a:lnTo>
                <a:lnTo>
                  <a:pt x="10158" y="48388"/>
                </a:lnTo>
                <a:close/>
              </a:path>
              <a:path w="657225" h="153670">
                <a:moveTo>
                  <a:pt x="109190" y="50162"/>
                </a:moveTo>
                <a:lnTo>
                  <a:pt x="89193" y="50162"/>
                </a:lnTo>
                <a:lnTo>
                  <a:pt x="89193" y="78548"/>
                </a:lnTo>
                <a:lnTo>
                  <a:pt x="109190" y="78548"/>
                </a:lnTo>
                <a:lnTo>
                  <a:pt x="109190" y="50162"/>
                </a:lnTo>
                <a:close/>
              </a:path>
              <a:path w="657225" h="153670">
                <a:moveTo>
                  <a:pt x="145803" y="31935"/>
                </a:moveTo>
                <a:lnTo>
                  <a:pt x="50158" y="31935"/>
                </a:lnTo>
                <a:lnTo>
                  <a:pt x="50158" y="50162"/>
                </a:lnTo>
                <a:lnTo>
                  <a:pt x="145803" y="50162"/>
                </a:lnTo>
                <a:lnTo>
                  <a:pt x="145803" y="31935"/>
                </a:lnTo>
                <a:close/>
              </a:path>
              <a:path w="657225" h="153670">
                <a:moveTo>
                  <a:pt x="19514" y="3869"/>
                </a:moveTo>
                <a:lnTo>
                  <a:pt x="8869" y="17903"/>
                </a:lnTo>
                <a:lnTo>
                  <a:pt x="16800" y="22084"/>
                </a:lnTo>
                <a:lnTo>
                  <a:pt x="25139" y="26795"/>
                </a:lnTo>
                <a:lnTo>
                  <a:pt x="32843" y="31535"/>
                </a:lnTo>
                <a:lnTo>
                  <a:pt x="38868" y="35806"/>
                </a:lnTo>
                <a:lnTo>
                  <a:pt x="49996" y="20163"/>
                </a:lnTo>
                <a:lnTo>
                  <a:pt x="43669" y="16098"/>
                </a:lnTo>
                <a:lnTo>
                  <a:pt x="35784" y="11714"/>
                </a:lnTo>
                <a:lnTo>
                  <a:pt x="27385" y="7482"/>
                </a:lnTo>
                <a:lnTo>
                  <a:pt x="19514" y="3869"/>
                </a:lnTo>
                <a:close/>
              </a:path>
              <a:path w="657225" h="153670">
                <a:moveTo>
                  <a:pt x="99514" y="1292"/>
                </a:moveTo>
                <a:lnTo>
                  <a:pt x="81774" y="7258"/>
                </a:lnTo>
                <a:lnTo>
                  <a:pt x="85169" y="13427"/>
                </a:lnTo>
                <a:lnTo>
                  <a:pt x="88472" y="20163"/>
                </a:lnTo>
                <a:lnTo>
                  <a:pt x="91116" y="26310"/>
                </a:lnTo>
                <a:lnTo>
                  <a:pt x="93063" y="31935"/>
                </a:lnTo>
                <a:lnTo>
                  <a:pt x="96612" y="31935"/>
                </a:lnTo>
                <a:lnTo>
                  <a:pt x="112255" y="26291"/>
                </a:lnTo>
                <a:lnTo>
                  <a:pt x="109992" y="20525"/>
                </a:lnTo>
                <a:lnTo>
                  <a:pt x="106852" y="14033"/>
                </a:lnTo>
                <a:lnTo>
                  <a:pt x="103130" y="7258"/>
                </a:lnTo>
                <a:lnTo>
                  <a:pt x="99514" y="1292"/>
                </a:lnTo>
                <a:close/>
              </a:path>
              <a:path w="657225" h="153670">
                <a:moveTo>
                  <a:pt x="313127" y="37097"/>
                </a:moveTo>
                <a:lnTo>
                  <a:pt x="173608" y="37097"/>
                </a:lnTo>
                <a:lnTo>
                  <a:pt x="173608" y="51937"/>
                </a:lnTo>
                <a:lnTo>
                  <a:pt x="313127" y="51937"/>
                </a:lnTo>
                <a:lnTo>
                  <a:pt x="313127" y="37097"/>
                </a:lnTo>
                <a:close/>
              </a:path>
              <a:path w="657225" h="153670">
                <a:moveTo>
                  <a:pt x="222158" y="25808"/>
                </a:moveTo>
                <a:lnTo>
                  <a:pt x="216190" y="25808"/>
                </a:lnTo>
                <a:lnTo>
                  <a:pt x="204094" y="28228"/>
                </a:lnTo>
                <a:lnTo>
                  <a:pt x="205224" y="30808"/>
                </a:lnTo>
                <a:lnTo>
                  <a:pt x="206513" y="34034"/>
                </a:lnTo>
                <a:lnTo>
                  <a:pt x="207319" y="37097"/>
                </a:lnTo>
                <a:lnTo>
                  <a:pt x="226677" y="37097"/>
                </a:lnTo>
                <a:lnTo>
                  <a:pt x="225708" y="33710"/>
                </a:lnTo>
                <a:lnTo>
                  <a:pt x="223934" y="29354"/>
                </a:lnTo>
                <a:lnTo>
                  <a:pt x="222158" y="25808"/>
                </a:lnTo>
                <a:close/>
              </a:path>
              <a:path w="657225" h="153670">
                <a:moveTo>
                  <a:pt x="271514" y="25808"/>
                </a:moveTo>
                <a:lnTo>
                  <a:pt x="264095" y="25808"/>
                </a:lnTo>
                <a:lnTo>
                  <a:pt x="262964" y="29196"/>
                </a:lnTo>
                <a:lnTo>
                  <a:pt x="261190" y="33387"/>
                </a:lnTo>
                <a:lnTo>
                  <a:pt x="259577" y="37097"/>
                </a:lnTo>
                <a:lnTo>
                  <a:pt x="279255" y="37097"/>
                </a:lnTo>
                <a:lnTo>
                  <a:pt x="280868" y="34354"/>
                </a:lnTo>
                <a:lnTo>
                  <a:pt x="282481" y="31291"/>
                </a:lnTo>
                <a:lnTo>
                  <a:pt x="284417" y="28065"/>
                </a:lnTo>
                <a:lnTo>
                  <a:pt x="271514" y="25808"/>
                </a:lnTo>
                <a:close/>
              </a:path>
              <a:path w="657225" h="153670">
                <a:moveTo>
                  <a:pt x="304577" y="10968"/>
                </a:moveTo>
                <a:lnTo>
                  <a:pt x="181514" y="10968"/>
                </a:lnTo>
                <a:lnTo>
                  <a:pt x="181514" y="25808"/>
                </a:lnTo>
                <a:lnTo>
                  <a:pt x="304577" y="25808"/>
                </a:lnTo>
                <a:lnTo>
                  <a:pt x="304577" y="10968"/>
                </a:lnTo>
                <a:close/>
              </a:path>
              <a:path w="657225" h="153670">
                <a:moveTo>
                  <a:pt x="249739" y="0"/>
                </a:moveTo>
                <a:lnTo>
                  <a:pt x="231029" y="3388"/>
                </a:lnTo>
                <a:lnTo>
                  <a:pt x="231998" y="5645"/>
                </a:lnTo>
                <a:lnTo>
                  <a:pt x="232966" y="8388"/>
                </a:lnTo>
                <a:lnTo>
                  <a:pt x="233772" y="10968"/>
                </a:lnTo>
                <a:lnTo>
                  <a:pt x="254419" y="10968"/>
                </a:lnTo>
                <a:lnTo>
                  <a:pt x="253126" y="7258"/>
                </a:lnTo>
                <a:lnTo>
                  <a:pt x="251513" y="3225"/>
                </a:lnTo>
                <a:lnTo>
                  <a:pt x="249739" y="0"/>
                </a:lnTo>
                <a:close/>
              </a:path>
              <a:path w="657225" h="153670">
                <a:moveTo>
                  <a:pt x="227460" y="114033"/>
                </a:moveTo>
                <a:lnTo>
                  <a:pt x="208770" y="114033"/>
                </a:lnTo>
                <a:lnTo>
                  <a:pt x="208770" y="130968"/>
                </a:lnTo>
                <a:lnTo>
                  <a:pt x="209869" y="140465"/>
                </a:lnTo>
                <a:lnTo>
                  <a:pt x="213811" y="146574"/>
                </a:lnTo>
                <a:lnTo>
                  <a:pt x="221564" y="149839"/>
                </a:lnTo>
                <a:lnTo>
                  <a:pt x="234096" y="150807"/>
                </a:lnTo>
                <a:lnTo>
                  <a:pt x="260062" y="150807"/>
                </a:lnTo>
                <a:lnTo>
                  <a:pt x="269573" y="149822"/>
                </a:lnTo>
                <a:lnTo>
                  <a:pt x="276040" y="146293"/>
                </a:lnTo>
                <a:lnTo>
                  <a:pt x="280067" y="139444"/>
                </a:lnTo>
                <a:lnTo>
                  <a:pt x="280874" y="135486"/>
                </a:lnTo>
                <a:lnTo>
                  <a:pt x="228772" y="135486"/>
                </a:lnTo>
                <a:lnTo>
                  <a:pt x="227483" y="134999"/>
                </a:lnTo>
                <a:lnTo>
                  <a:pt x="227460" y="114033"/>
                </a:lnTo>
                <a:close/>
              </a:path>
              <a:path w="657225" h="153670">
                <a:moveTo>
                  <a:pt x="189092" y="111776"/>
                </a:moveTo>
                <a:lnTo>
                  <a:pt x="185311" y="119168"/>
                </a:lnTo>
                <a:lnTo>
                  <a:pt x="180607" y="126514"/>
                </a:lnTo>
                <a:lnTo>
                  <a:pt x="175146" y="133345"/>
                </a:lnTo>
                <a:lnTo>
                  <a:pt x="169095" y="139194"/>
                </a:lnTo>
                <a:lnTo>
                  <a:pt x="185060" y="148550"/>
                </a:lnTo>
                <a:lnTo>
                  <a:pt x="191044" y="142075"/>
                </a:lnTo>
                <a:lnTo>
                  <a:pt x="196392" y="134618"/>
                </a:lnTo>
                <a:lnTo>
                  <a:pt x="201075" y="126707"/>
                </a:lnTo>
                <a:lnTo>
                  <a:pt x="205063" y="118872"/>
                </a:lnTo>
                <a:lnTo>
                  <a:pt x="189092" y="111776"/>
                </a:lnTo>
                <a:close/>
              </a:path>
              <a:path w="657225" h="153670">
                <a:moveTo>
                  <a:pt x="295224" y="110322"/>
                </a:moveTo>
                <a:lnTo>
                  <a:pt x="279741" y="117097"/>
                </a:lnTo>
                <a:lnTo>
                  <a:pt x="285429" y="124358"/>
                </a:lnTo>
                <a:lnTo>
                  <a:pt x="290785" y="132144"/>
                </a:lnTo>
                <a:lnTo>
                  <a:pt x="295232" y="139666"/>
                </a:lnTo>
                <a:lnTo>
                  <a:pt x="298288" y="146293"/>
                </a:lnTo>
                <a:lnTo>
                  <a:pt x="314902" y="138873"/>
                </a:lnTo>
                <a:lnTo>
                  <a:pt x="311402" y="132118"/>
                </a:lnTo>
                <a:lnTo>
                  <a:pt x="306635" y="124719"/>
                </a:lnTo>
                <a:lnTo>
                  <a:pt x="300825" y="116950"/>
                </a:lnTo>
                <a:lnTo>
                  <a:pt x="295224" y="110322"/>
                </a:lnTo>
                <a:close/>
              </a:path>
              <a:path w="657225" h="153670">
                <a:moveTo>
                  <a:pt x="266031" y="122421"/>
                </a:moveTo>
                <a:lnTo>
                  <a:pt x="265225" y="133711"/>
                </a:lnTo>
                <a:lnTo>
                  <a:pt x="264257" y="135486"/>
                </a:lnTo>
                <a:lnTo>
                  <a:pt x="280874" y="135486"/>
                </a:lnTo>
                <a:lnTo>
                  <a:pt x="282322" y="128386"/>
                </a:lnTo>
                <a:lnTo>
                  <a:pt x="277322" y="127421"/>
                </a:lnTo>
                <a:lnTo>
                  <a:pt x="269740" y="124841"/>
                </a:lnTo>
                <a:lnTo>
                  <a:pt x="266031" y="122421"/>
                </a:lnTo>
                <a:close/>
              </a:path>
              <a:path w="657225" h="153670">
                <a:moveTo>
                  <a:pt x="258723" y="114033"/>
                </a:moveTo>
                <a:lnTo>
                  <a:pt x="227483" y="114033"/>
                </a:lnTo>
                <a:lnTo>
                  <a:pt x="233209" y="116950"/>
                </a:lnTo>
                <a:lnTo>
                  <a:pt x="240244" y="121069"/>
                </a:lnTo>
                <a:lnTo>
                  <a:pt x="246582" y="125340"/>
                </a:lnTo>
                <a:lnTo>
                  <a:pt x="251513" y="129355"/>
                </a:lnTo>
                <a:lnTo>
                  <a:pt x="263288" y="117582"/>
                </a:lnTo>
                <a:lnTo>
                  <a:pt x="259256" y="114358"/>
                </a:lnTo>
                <a:lnTo>
                  <a:pt x="258723" y="114033"/>
                </a:lnTo>
                <a:close/>
              </a:path>
              <a:path w="657225" h="153670">
                <a:moveTo>
                  <a:pt x="246354" y="106937"/>
                </a:moveTo>
                <a:lnTo>
                  <a:pt x="232804" y="106937"/>
                </a:lnTo>
                <a:lnTo>
                  <a:pt x="226190" y="113389"/>
                </a:lnTo>
                <a:lnTo>
                  <a:pt x="227483" y="114045"/>
                </a:lnTo>
                <a:lnTo>
                  <a:pt x="258723" y="114033"/>
                </a:lnTo>
                <a:lnTo>
                  <a:pt x="252643" y="110322"/>
                </a:lnTo>
                <a:lnTo>
                  <a:pt x="246354" y="106937"/>
                </a:lnTo>
                <a:close/>
              </a:path>
              <a:path w="657225" h="153670">
                <a:moveTo>
                  <a:pt x="295706" y="57744"/>
                </a:moveTo>
                <a:lnTo>
                  <a:pt x="191836" y="57744"/>
                </a:lnTo>
                <a:lnTo>
                  <a:pt x="191836" y="106937"/>
                </a:lnTo>
                <a:lnTo>
                  <a:pt x="295706" y="106937"/>
                </a:lnTo>
                <a:lnTo>
                  <a:pt x="295706" y="94838"/>
                </a:lnTo>
                <a:lnTo>
                  <a:pt x="209901" y="94838"/>
                </a:lnTo>
                <a:lnTo>
                  <a:pt x="209901" y="87905"/>
                </a:lnTo>
                <a:lnTo>
                  <a:pt x="295706" y="87905"/>
                </a:lnTo>
                <a:lnTo>
                  <a:pt x="295706" y="76615"/>
                </a:lnTo>
                <a:lnTo>
                  <a:pt x="209901" y="76615"/>
                </a:lnTo>
                <a:lnTo>
                  <a:pt x="209901" y="69678"/>
                </a:lnTo>
                <a:lnTo>
                  <a:pt x="295706" y="69678"/>
                </a:lnTo>
                <a:lnTo>
                  <a:pt x="295706" y="57744"/>
                </a:lnTo>
                <a:close/>
              </a:path>
              <a:path w="657225" h="153670">
                <a:moveTo>
                  <a:pt x="295706" y="87905"/>
                </a:moveTo>
                <a:lnTo>
                  <a:pt x="276677" y="87905"/>
                </a:lnTo>
                <a:lnTo>
                  <a:pt x="276677" y="94838"/>
                </a:lnTo>
                <a:lnTo>
                  <a:pt x="295706" y="94838"/>
                </a:lnTo>
                <a:lnTo>
                  <a:pt x="295706" y="87905"/>
                </a:lnTo>
                <a:close/>
              </a:path>
              <a:path w="657225" h="153670">
                <a:moveTo>
                  <a:pt x="295706" y="69678"/>
                </a:moveTo>
                <a:lnTo>
                  <a:pt x="276677" y="69678"/>
                </a:lnTo>
                <a:lnTo>
                  <a:pt x="276677" y="76615"/>
                </a:lnTo>
                <a:lnTo>
                  <a:pt x="295706" y="76615"/>
                </a:lnTo>
                <a:lnTo>
                  <a:pt x="295706" y="69678"/>
                </a:lnTo>
                <a:close/>
              </a:path>
              <a:path w="657225" h="153670">
                <a:moveTo>
                  <a:pt x="377545" y="137905"/>
                </a:moveTo>
                <a:lnTo>
                  <a:pt x="379964" y="141937"/>
                </a:lnTo>
                <a:lnTo>
                  <a:pt x="382870" y="148550"/>
                </a:lnTo>
                <a:lnTo>
                  <a:pt x="383838" y="153065"/>
                </a:lnTo>
                <a:lnTo>
                  <a:pt x="393220" y="152977"/>
                </a:lnTo>
                <a:lnTo>
                  <a:pt x="420932" y="143711"/>
                </a:lnTo>
                <a:lnTo>
                  <a:pt x="420932" y="138225"/>
                </a:lnTo>
                <a:lnTo>
                  <a:pt x="385290" y="138225"/>
                </a:lnTo>
                <a:lnTo>
                  <a:pt x="377545" y="137905"/>
                </a:lnTo>
                <a:close/>
              </a:path>
              <a:path w="657225" h="153670">
                <a:moveTo>
                  <a:pt x="420932" y="129193"/>
                </a:moveTo>
                <a:lnTo>
                  <a:pt x="401417" y="129193"/>
                </a:lnTo>
                <a:lnTo>
                  <a:pt x="401417" y="137099"/>
                </a:lnTo>
                <a:lnTo>
                  <a:pt x="400448" y="138066"/>
                </a:lnTo>
                <a:lnTo>
                  <a:pt x="397385" y="138225"/>
                </a:lnTo>
                <a:lnTo>
                  <a:pt x="420932" y="138225"/>
                </a:lnTo>
                <a:lnTo>
                  <a:pt x="420932" y="129193"/>
                </a:lnTo>
                <a:close/>
              </a:path>
              <a:path w="657225" h="153670">
                <a:moveTo>
                  <a:pt x="469482" y="107744"/>
                </a:moveTo>
                <a:lnTo>
                  <a:pt x="449967" y="107744"/>
                </a:lnTo>
                <a:lnTo>
                  <a:pt x="449967" y="115322"/>
                </a:lnTo>
                <a:lnTo>
                  <a:pt x="352385" y="115322"/>
                </a:lnTo>
                <a:lnTo>
                  <a:pt x="352385" y="129193"/>
                </a:lnTo>
                <a:lnTo>
                  <a:pt x="449967" y="129193"/>
                </a:lnTo>
                <a:lnTo>
                  <a:pt x="449967" y="135806"/>
                </a:lnTo>
                <a:lnTo>
                  <a:pt x="469482" y="135806"/>
                </a:lnTo>
                <a:lnTo>
                  <a:pt x="469482" y="107744"/>
                </a:lnTo>
                <a:close/>
              </a:path>
              <a:path w="657225" h="153670">
                <a:moveTo>
                  <a:pt x="420932" y="107744"/>
                </a:moveTo>
                <a:lnTo>
                  <a:pt x="401417" y="107744"/>
                </a:lnTo>
                <a:lnTo>
                  <a:pt x="401417" y="115322"/>
                </a:lnTo>
                <a:lnTo>
                  <a:pt x="420932" y="115322"/>
                </a:lnTo>
                <a:lnTo>
                  <a:pt x="420932" y="107744"/>
                </a:lnTo>
                <a:close/>
              </a:path>
              <a:path w="657225" h="153670">
                <a:moveTo>
                  <a:pt x="486255" y="93066"/>
                </a:moveTo>
                <a:lnTo>
                  <a:pt x="337546" y="93066"/>
                </a:lnTo>
                <a:lnTo>
                  <a:pt x="337546" y="107744"/>
                </a:lnTo>
                <a:lnTo>
                  <a:pt x="486255" y="107744"/>
                </a:lnTo>
                <a:lnTo>
                  <a:pt x="486255" y="93066"/>
                </a:lnTo>
                <a:close/>
              </a:path>
              <a:path w="657225" h="153670">
                <a:moveTo>
                  <a:pt x="420932" y="86130"/>
                </a:moveTo>
                <a:lnTo>
                  <a:pt x="401417" y="86130"/>
                </a:lnTo>
                <a:lnTo>
                  <a:pt x="401417" y="93066"/>
                </a:lnTo>
                <a:lnTo>
                  <a:pt x="420932" y="93066"/>
                </a:lnTo>
                <a:lnTo>
                  <a:pt x="420932" y="86130"/>
                </a:lnTo>
                <a:close/>
              </a:path>
              <a:path w="657225" h="153670">
                <a:moveTo>
                  <a:pt x="469482" y="73228"/>
                </a:moveTo>
                <a:lnTo>
                  <a:pt x="353674" y="73228"/>
                </a:lnTo>
                <a:lnTo>
                  <a:pt x="353674" y="86130"/>
                </a:lnTo>
                <a:lnTo>
                  <a:pt x="449967" y="86130"/>
                </a:lnTo>
                <a:lnTo>
                  <a:pt x="449967" y="93066"/>
                </a:lnTo>
                <a:lnTo>
                  <a:pt x="469482" y="93066"/>
                </a:lnTo>
                <a:lnTo>
                  <a:pt x="469482" y="73228"/>
                </a:lnTo>
                <a:close/>
              </a:path>
              <a:path w="657225" h="153670">
                <a:moveTo>
                  <a:pt x="420932" y="66128"/>
                </a:moveTo>
                <a:lnTo>
                  <a:pt x="401417" y="66128"/>
                </a:lnTo>
                <a:lnTo>
                  <a:pt x="401417" y="73228"/>
                </a:lnTo>
                <a:lnTo>
                  <a:pt x="420932" y="73228"/>
                </a:lnTo>
                <a:lnTo>
                  <a:pt x="420932" y="66128"/>
                </a:lnTo>
                <a:close/>
              </a:path>
              <a:path w="657225" h="153670">
                <a:moveTo>
                  <a:pt x="466738" y="34193"/>
                </a:moveTo>
                <a:lnTo>
                  <a:pt x="357706" y="34193"/>
                </a:lnTo>
                <a:lnTo>
                  <a:pt x="357706" y="66128"/>
                </a:lnTo>
                <a:lnTo>
                  <a:pt x="466738" y="66128"/>
                </a:lnTo>
                <a:lnTo>
                  <a:pt x="466738" y="54032"/>
                </a:lnTo>
                <a:lnTo>
                  <a:pt x="376095" y="54032"/>
                </a:lnTo>
                <a:lnTo>
                  <a:pt x="376095" y="46292"/>
                </a:lnTo>
                <a:lnTo>
                  <a:pt x="466738" y="46292"/>
                </a:lnTo>
                <a:lnTo>
                  <a:pt x="466738" y="34193"/>
                </a:lnTo>
                <a:close/>
              </a:path>
              <a:path w="657225" h="153670">
                <a:moveTo>
                  <a:pt x="420932" y="46292"/>
                </a:moveTo>
                <a:lnTo>
                  <a:pt x="401417" y="46292"/>
                </a:lnTo>
                <a:lnTo>
                  <a:pt x="401417" y="54032"/>
                </a:lnTo>
                <a:lnTo>
                  <a:pt x="420932" y="54032"/>
                </a:lnTo>
                <a:lnTo>
                  <a:pt x="420932" y="46292"/>
                </a:lnTo>
                <a:close/>
              </a:path>
              <a:path w="657225" h="153670">
                <a:moveTo>
                  <a:pt x="466738" y="46292"/>
                </a:moveTo>
                <a:lnTo>
                  <a:pt x="447061" y="46292"/>
                </a:lnTo>
                <a:lnTo>
                  <a:pt x="447061" y="54032"/>
                </a:lnTo>
                <a:lnTo>
                  <a:pt x="466738" y="54032"/>
                </a:lnTo>
                <a:lnTo>
                  <a:pt x="466738" y="46292"/>
                </a:lnTo>
                <a:close/>
              </a:path>
              <a:path w="657225" h="153670">
                <a:moveTo>
                  <a:pt x="420932" y="27583"/>
                </a:moveTo>
                <a:lnTo>
                  <a:pt x="401417" y="27583"/>
                </a:lnTo>
                <a:lnTo>
                  <a:pt x="401417" y="34193"/>
                </a:lnTo>
                <a:lnTo>
                  <a:pt x="420932" y="34193"/>
                </a:lnTo>
                <a:lnTo>
                  <a:pt x="420932" y="27583"/>
                </a:lnTo>
                <a:close/>
              </a:path>
              <a:path w="657225" h="153670">
                <a:moveTo>
                  <a:pt x="482546" y="12420"/>
                </a:moveTo>
                <a:lnTo>
                  <a:pt x="341257" y="12420"/>
                </a:lnTo>
                <a:lnTo>
                  <a:pt x="341257" y="27583"/>
                </a:lnTo>
                <a:lnTo>
                  <a:pt x="482546" y="27583"/>
                </a:lnTo>
                <a:lnTo>
                  <a:pt x="482546" y="12420"/>
                </a:lnTo>
                <a:close/>
              </a:path>
              <a:path w="657225" h="153670">
                <a:moveTo>
                  <a:pt x="420932" y="1936"/>
                </a:moveTo>
                <a:lnTo>
                  <a:pt x="401417" y="1936"/>
                </a:lnTo>
                <a:lnTo>
                  <a:pt x="401417" y="12420"/>
                </a:lnTo>
                <a:lnTo>
                  <a:pt x="420932" y="12420"/>
                </a:lnTo>
                <a:lnTo>
                  <a:pt x="420932" y="1936"/>
                </a:lnTo>
                <a:close/>
              </a:path>
              <a:path w="657225" h="153670">
                <a:moveTo>
                  <a:pt x="615675" y="60807"/>
                </a:moveTo>
                <a:lnTo>
                  <a:pt x="596483" y="60807"/>
                </a:lnTo>
                <a:lnTo>
                  <a:pt x="596382" y="94355"/>
                </a:lnTo>
                <a:lnTo>
                  <a:pt x="594955" y="105704"/>
                </a:lnTo>
                <a:lnTo>
                  <a:pt x="588377" y="117843"/>
                </a:lnTo>
                <a:lnTo>
                  <a:pt x="573755" y="129045"/>
                </a:lnTo>
                <a:lnTo>
                  <a:pt x="548096" y="138388"/>
                </a:lnTo>
                <a:lnTo>
                  <a:pt x="552289" y="141937"/>
                </a:lnTo>
                <a:lnTo>
                  <a:pt x="557935" y="148870"/>
                </a:lnTo>
                <a:lnTo>
                  <a:pt x="560191" y="153065"/>
                </a:lnTo>
                <a:lnTo>
                  <a:pt x="587982" y="141069"/>
                </a:lnTo>
                <a:lnTo>
                  <a:pt x="604930" y="126533"/>
                </a:lnTo>
                <a:lnTo>
                  <a:pt x="613379" y="110425"/>
                </a:lnTo>
                <a:lnTo>
                  <a:pt x="615587" y="94355"/>
                </a:lnTo>
                <a:lnTo>
                  <a:pt x="615675" y="60807"/>
                </a:lnTo>
                <a:close/>
              </a:path>
              <a:path w="657225" h="153670">
                <a:moveTo>
                  <a:pt x="621968" y="115163"/>
                </a:moveTo>
                <a:lnTo>
                  <a:pt x="610191" y="126615"/>
                </a:lnTo>
                <a:lnTo>
                  <a:pt x="619292" y="132706"/>
                </a:lnTo>
                <a:lnTo>
                  <a:pt x="628680" y="139416"/>
                </a:lnTo>
                <a:lnTo>
                  <a:pt x="637252" y="146096"/>
                </a:lnTo>
                <a:lnTo>
                  <a:pt x="643902" y="152096"/>
                </a:lnTo>
                <a:lnTo>
                  <a:pt x="656643" y="139031"/>
                </a:lnTo>
                <a:lnTo>
                  <a:pt x="649638" y="133261"/>
                </a:lnTo>
                <a:lnTo>
                  <a:pt x="640758" y="126976"/>
                </a:lnTo>
                <a:lnTo>
                  <a:pt x="631151" y="120752"/>
                </a:lnTo>
                <a:lnTo>
                  <a:pt x="621968" y="115163"/>
                </a:lnTo>
                <a:close/>
              </a:path>
              <a:path w="657225" h="153670">
                <a:moveTo>
                  <a:pt x="543419" y="37421"/>
                </a:moveTo>
                <a:lnTo>
                  <a:pt x="524386" y="37421"/>
                </a:lnTo>
                <a:lnTo>
                  <a:pt x="524386" y="99518"/>
                </a:lnTo>
                <a:lnTo>
                  <a:pt x="516322" y="101613"/>
                </a:lnTo>
                <a:lnTo>
                  <a:pt x="503096" y="104839"/>
                </a:lnTo>
                <a:lnTo>
                  <a:pt x="507772" y="125161"/>
                </a:lnTo>
                <a:lnTo>
                  <a:pt x="562448" y="106131"/>
                </a:lnTo>
                <a:lnTo>
                  <a:pt x="560682" y="94355"/>
                </a:lnTo>
                <a:lnTo>
                  <a:pt x="543419" y="94355"/>
                </a:lnTo>
                <a:lnTo>
                  <a:pt x="543419" y="37421"/>
                </a:lnTo>
                <a:close/>
              </a:path>
              <a:path w="657225" h="153670">
                <a:moveTo>
                  <a:pt x="646645" y="37743"/>
                </a:moveTo>
                <a:lnTo>
                  <a:pt x="565998" y="37743"/>
                </a:lnTo>
                <a:lnTo>
                  <a:pt x="565998" y="113551"/>
                </a:lnTo>
                <a:lnTo>
                  <a:pt x="584870" y="113551"/>
                </a:lnTo>
                <a:lnTo>
                  <a:pt x="584870" y="54518"/>
                </a:lnTo>
                <a:lnTo>
                  <a:pt x="646645" y="54518"/>
                </a:lnTo>
                <a:lnTo>
                  <a:pt x="646645" y="37743"/>
                </a:lnTo>
                <a:close/>
              </a:path>
              <a:path w="657225" h="153670">
                <a:moveTo>
                  <a:pt x="646645" y="54518"/>
                </a:moveTo>
                <a:lnTo>
                  <a:pt x="626968" y="54518"/>
                </a:lnTo>
                <a:lnTo>
                  <a:pt x="626968" y="112903"/>
                </a:lnTo>
                <a:lnTo>
                  <a:pt x="646645" y="112903"/>
                </a:lnTo>
                <a:lnTo>
                  <a:pt x="646645" y="54518"/>
                </a:lnTo>
                <a:close/>
              </a:path>
              <a:path w="657225" h="153670">
                <a:moveTo>
                  <a:pt x="560029" y="89999"/>
                </a:moveTo>
                <a:lnTo>
                  <a:pt x="543419" y="94355"/>
                </a:lnTo>
                <a:lnTo>
                  <a:pt x="560682" y="94355"/>
                </a:lnTo>
                <a:lnTo>
                  <a:pt x="560029" y="89999"/>
                </a:lnTo>
                <a:close/>
              </a:path>
              <a:path w="657225" h="153670">
                <a:moveTo>
                  <a:pt x="615999" y="25161"/>
                </a:moveTo>
                <a:lnTo>
                  <a:pt x="593420" y="25161"/>
                </a:lnTo>
                <a:lnTo>
                  <a:pt x="592071" y="29678"/>
                </a:lnTo>
                <a:lnTo>
                  <a:pt x="590676" y="33710"/>
                </a:lnTo>
                <a:lnTo>
                  <a:pt x="589225" y="37743"/>
                </a:lnTo>
                <a:lnTo>
                  <a:pt x="609385" y="37743"/>
                </a:lnTo>
                <a:lnTo>
                  <a:pt x="613822" y="29516"/>
                </a:lnTo>
                <a:lnTo>
                  <a:pt x="615999" y="25161"/>
                </a:lnTo>
                <a:close/>
              </a:path>
              <a:path w="657225" h="153670">
                <a:moveTo>
                  <a:pt x="559385" y="19194"/>
                </a:moveTo>
                <a:lnTo>
                  <a:pt x="505839" y="19194"/>
                </a:lnTo>
                <a:lnTo>
                  <a:pt x="505839" y="37421"/>
                </a:lnTo>
                <a:lnTo>
                  <a:pt x="559385" y="37421"/>
                </a:lnTo>
                <a:lnTo>
                  <a:pt x="559385" y="19194"/>
                </a:lnTo>
                <a:close/>
              </a:path>
              <a:path w="657225" h="153670">
                <a:moveTo>
                  <a:pt x="654710" y="8064"/>
                </a:moveTo>
                <a:lnTo>
                  <a:pt x="561642" y="8064"/>
                </a:lnTo>
                <a:lnTo>
                  <a:pt x="561642" y="25161"/>
                </a:lnTo>
                <a:lnTo>
                  <a:pt x="654710" y="25161"/>
                </a:lnTo>
                <a:lnTo>
                  <a:pt x="654710" y="8064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266114" y="1528917"/>
            <a:ext cx="655955" cy="155575"/>
          </a:xfrm>
          <a:custGeom>
            <a:avLst/>
            <a:gdLst/>
            <a:ahLst/>
            <a:cxnLst/>
            <a:rect l="l" t="t" r="r" b="b"/>
            <a:pathLst>
              <a:path w="655954" h="155575">
                <a:moveTo>
                  <a:pt x="148297" y="62132"/>
                </a:moveTo>
                <a:lnTo>
                  <a:pt x="14061" y="62132"/>
                </a:lnTo>
                <a:lnTo>
                  <a:pt x="14047" y="85186"/>
                </a:lnTo>
                <a:lnTo>
                  <a:pt x="13680" y="98252"/>
                </a:lnTo>
                <a:lnTo>
                  <a:pt x="11874" y="113063"/>
                </a:lnTo>
                <a:lnTo>
                  <a:pt x="7646" y="127874"/>
                </a:lnTo>
                <a:lnTo>
                  <a:pt x="0" y="141428"/>
                </a:lnTo>
                <a:lnTo>
                  <a:pt x="4413" y="143884"/>
                </a:lnTo>
                <a:lnTo>
                  <a:pt x="13078" y="151570"/>
                </a:lnTo>
                <a:lnTo>
                  <a:pt x="16351" y="155328"/>
                </a:lnTo>
                <a:lnTo>
                  <a:pt x="25531" y="139151"/>
                </a:lnTo>
                <a:lnTo>
                  <a:pt x="31064" y="120688"/>
                </a:lnTo>
                <a:lnTo>
                  <a:pt x="33777" y="102010"/>
                </a:lnTo>
                <a:lnTo>
                  <a:pt x="34498" y="85186"/>
                </a:lnTo>
                <a:lnTo>
                  <a:pt x="34498" y="81097"/>
                </a:lnTo>
                <a:lnTo>
                  <a:pt x="148297" y="81097"/>
                </a:lnTo>
                <a:lnTo>
                  <a:pt x="148297" y="62132"/>
                </a:lnTo>
                <a:close/>
              </a:path>
              <a:path w="655954" h="155575">
                <a:moveTo>
                  <a:pt x="54118" y="36132"/>
                </a:moveTo>
                <a:lnTo>
                  <a:pt x="50029" y="36132"/>
                </a:lnTo>
                <a:lnTo>
                  <a:pt x="36132" y="42184"/>
                </a:lnTo>
                <a:lnTo>
                  <a:pt x="40384" y="48235"/>
                </a:lnTo>
                <a:lnTo>
                  <a:pt x="45001" y="56162"/>
                </a:lnTo>
                <a:lnTo>
                  <a:pt x="47743" y="62132"/>
                </a:lnTo>
                <a:lnTo>
                  <a:pt x="55429" y="62132"/>
                </a:lnTo>
                <a:lnTo>
                  <a:pt x="67035" y="56897"/>
                </a:lnTo>
                <a:lnTo>
                  <a:pt x="64583" y="51012"/>
                </a:lnTo>
                <a:lnTo>
                  <a:pt x="58994" y="42631"/>
                </a:lnTo>
                <a:lnTo>
                  <a:pt x="54118" y="36132"/>
                </a:lnTo>
                <a:close/>
              </a:path>
              <a:path w="655954" h="155575">
                <a:moveTo>
                  <a:pt x="105462" y="36297"/>
                </a:moveTo>
                <a:lnTo>
                  <a:pt x="103001" y="42673"/>
                </a:lnTo>
                <a:lnTo>
                  <a:pt x="99902" y="49705"/>
                </a:lnTo>
                <a:lnTo>
                  <a:pt x="96722" y="56162"/>
                </a:lnTo>
                <a:lnTo>
                  <a:pt x="93358" y="62132"/>
                </a:lnTo>
                <a:lnTo>
                  <a:pt x="113799" y="62132"/>
                </a:lnTo>
                <a:lnTo>
                  <a:pt x="118120" y="56080"/>
                </a:lnTo>
                <a:lnTo>
                  <a:pt x="122629" y="49705"/>
                </a:lnTo>
                <a:lnTo>
                  <a:pt x="127205" y="43000"/>
                </a:lnTo>
                <a:lnTo>
                  <a:pt x="105462" y="36297"/>
                </a:lnTo>
                <a:close/>
              </a:path>
              <a:path w="655954" h="155575">
                <a:moveTo>
                  <a:pt x="144863" y="17654"/>
                </a:moveTo>
                <a:lnTo>
                  <a:pt x="12750" y="17654"/>
                </a:lnTo>
                <a:lnTo>
                  <a:pt x="12750" y="36132"/>
                </a:lnTo>
                <a:lnTo>
                  <a:pt x="144863" y="36132"/>
                </a:lnTo>
                <a:lnTo>
                  <a:pt x="144863" y="17654"/>
                </a:lnTo>
                <a:close/>
              </a:path>
              <a:path w="655954" h="155575">
                <a:moveTo>
                  <a:pt x="81752" y="0"/>
                </a:moveTo>
                <a:lnTo>
                  <a:pt x="61639" y="4902"/>
                </a:lnTo>
                <a:lnTo>
                  <a:pt x="64255" y="8665"/>
                </a:lnTo>
                <a:lnTo>
                  <a:pt x="67035" y="13243"/>
                </a:lnTo>
                <a:lnTo>
                  <a:pt x="69000" y="17654"/>
                </a:lnTo>
                <a:lnTo>
                  <a:pt x="92055" y="17654"/>
                </a:lnTo>
                <a:lnTo>
                  <a:pt x="89927" y="12260"/>
                </a:lnTo>
                <a:lnTo>
                  <a:pt x="85838" y="5229"/>
                </a:lnTo>
                <a:lnTo>
                  <a:pt x="81752" y="0"/>
                </a:lnTo>
                <a:close/>
              </a:path>
              <a:path w="655954" h="155575">
                <a:moveTo>
                  <a:pt x="296664" y="7026"/>
                </a:moveTo>
                <a:lnTo>
                  <a:pt x="200850" y="7026"/>
                </a:lnTo>
                <a:lnTo>
                  <a:pt x="200850" y="66217"/>
                </a:lnTo>
                <a:lnTo>
                  <a:pt x="296664" y="66217"/>
                </a:lnTo>
                <a:lnTo>
                  <a:pt x="296664" y="47743"/>
                </a:lnTo>
                <a:lnTo>
                  <a:pt x="219654" y="47743"/>
                </a:lnTo>
                <a:lnTo>
                  <a:pt x="219654" y="25670"/>
                </a:lnTo>
                <a:lnTo>
                  <a:pt x="296664" y="25670"/>
                </a:lnTo>
                <a:lnTo>
                  <a:pt x="296664" y="7026"/>
                </a:lnTo>
                <a:close/>
              </a:path>
              <a:path w="655954" h="155575">
                <a:moveTo>
                  <a:pt x="296664" y="25670"/>
                </a:moveTo>
                <a:lnTo>
                  <a:pt x="276879" y="25670"/>
                </a:lnTo>
                <a:lnTo>
                  <a:pt x="276879" y="47743"/>
                </a:lnTo>
                <a:lnTo>
                  <a:pt x="296664" y="47743"/>
                </a:lnTo>
                <a:lnTo>
                  <a:pt x="296664" y="25670"/>
                </a:lnTo>
                <a:close/>
              </a:path>
              <a:path w="655954" h="155575">
                <a:moveTo>
                  <a:pt x="240583" y="79790"/>
                </a:moveTo>
                <a:lnTo>
                  <a:pt x="178286" y="79790"/>
                </a:lnTo>
                <a:lnTo>
                  <a:pt x="178286" y="153366"/>
                </a:lnTo>
                <a:lnTo>
                  <a:pt x="196764" y="153366"/>
                </a:lnTo>
                <a:lnTo>
                  <a:pt x="196764" y="145195"/>
                </a:lnTo>
                <a:lnTo>
                  <a:pt x="240583" y="145195"/>
                </a:lnTo>
                <a:lnTo>
                  <a:pt x="240583" y="126550"/>
                </a:lnTo>
                <a:lnTo>
                  <a:pt x="196764" y="126550"/>
                </a:lnTo>
                <a:lnTo>
                  <a:pt x="196764" y="98430"/>
                </a:lnTo>
                <a:lnTo>
                  <a:pt x="240583" y="98430"/>
                </a:lnTo>
                <a:lnTo>
                  <a:pt x="240583" y="79790"/>
                </a:lnTo>
                <a:close/>
              </a:path>
              <a:path w="655954" h="155575">
                <a:moveTo>
                  <a:pt x="240583" y="145195"/>
                </a:moveTo>
                <a:lnTo>
                  <a:pt x="221122" y="145195"/>
                </a:lnTo>
                <a:lnTo>
                  <a:pt x="221122" y="152549"/>
                </a:lnTo>
                <a:lnTo>
                  <a:pt x="240583" y="152549"/>
                </a:lnTo>
                <a:lnTo>
                  <a:pt x="240583" y="145195"/>
                </a:lnTo>
                <a:close/>
              </a:path>
              <a:path w="655954" h="155575">
                <a:moveTo>
                  <a:pt x="240583" y="98430"/>
                </a:moveTo>
                <a:lnTo>
                  <a:pt x="221122" y="98430"/>
                </a:lnTo>
                <a:lnTo>
                  <a:pt x="221122" y="126550"/>
                </a:lnTo>
                <a:lnTo>
                  <a:pt x="240583" y="126550"/>
                </a:lnTo>
                <a:lnTo>
                  <a:pt x="240583" y="98430"/>
                </a:lnTo>
                <a:close/>
              </a:path>
              <a:path w="655954" h="155575">
                <a:moveTo>
                  <a:pt x="318740" y="79790"/>
                </a:moveTo>
                <a:lnTo>
                  <a:pt x="254480" y="79790"/>
                </a:lnTo>
                <a:lnTo>
                  <a:pt x="254480" y="153366"/>
                </a:lnTo>
                <a:lnTo>
                  <a:pt x="273121" y="153366"/>
                </a:lnTo>
                <a:lnTo>
                  <a:pt x="273121" y="145195"/>
                </a:lnTo>
                <a:lnTo>
                  <a:pt x="318740" y="145195"/>
                </a:lnTo>
                <a:lnTo>
                  <a:pt x="318740" y="126550"/>
                </a:lnTo>
                <a:lnTo>
                  <a:pt x="273121" y="126550"/>
                </a:lnTo>
                <a:lnTo>
                  <a:pt x="273121" y="98430"/>
                </a:lnTo>
                <a:lnTo>
                  <a:pt x="318740" y="98430"/>
                </a:lnTo>
                <a:lnTo>
                  <a:pt x="318740" y="79790"/>
                </a:lnTo>
                <a:close/>
              </a:path>
              <a:path w="655954" h="155575">
                <a:moveTo>
                  <a:pt x="318740" y="145195"/>
                </a:moveTo>
                <a:lnTo>
                  <a:pt x="299116" y="145195"/>
                </a:lnTo>
                <a:lnTo>
                  <a:pt x="299116" y="152714"/>
                </a:lnTo>
                <a:lnTo>
                  <a:pt x="318740" y="152714"/>
                </a:lnTo>
                <a:lnTo>
                  <a:pt x="318740" y="145195"/>
                </a:lnTo>
                <a:close/>
              </a:path>
              <a:path w="655954" h="155575">
                <a:moveTo>
                  <a:pt x="318740" y="98430"/>
                </a:moveTo>
                <a:lnTo>
                  <a:pt x="299116" y="98430"/>
                </a:lnTo>
                <a:lnTo>
                  <a:pt x="299116" y="126550"/>
                </a:lnTo>
                <a:lnTo>
                  <a:pt x="318740" y="126550"/>
                </a:lnTo>
                <a:lnTo>
                  <a:pt x="318740" y="98430"/>
                </a:lnTo>
                <a:close/>
              </a:path>
              <a:path w="655954" h="155575">
                <a:moveTo>
                  <a:pt x="382078" y="65890"/>
                </a:moveTo>
                <a:lnTo>
                  <a:pt x="363603" y="65890"/>
                </a:lnTo>
                <a:lnTo>
                  <a:pt x="363603" y="153694"/>
                </a:lnTo>
                <a:lnTo>
                  <a:pt x="382078" y="153694"/>
                </a:lnTo>
                <a:lnTo>
                  <a:pt x="382078" y="65890"/>
                </a:lnTo>
                <a:close/>
              </a:path>
              <a:path w="655954" h="155575">
                <a:moveTo>
                  <a:pt x="410528" y="95323"/>
                </a:moveTo>
                <a:lnTo>
                  <a:pt x="394671" y="100227"/>
                </a:lnTo>
                <a:lnTo>
                  <a:pt x="399031" y="107023"/>
                </a:lnTo>
                <a:lnTo>
                  <a:pt x="403805" y="113391"/>
                </a:lnTo>
                <a:lnTo>
                  <a:pt x="409039" y="119267"/>
                </a:lnTo>
                <a:lnTo>
                  <a:pt x="414780" y="124592"/>
                </a:lnTo>
                <a:lnTo>
                  <a:pt x="409004" y="128419"/>
                </a:lnTo>
                <a:lnTo>
                  <a:pt x="402171" y="131804"/>
                </a:lnTo>
                <a:lnTo>
                  <a:pt x="394203" y="134728"/>
                </a:lnTo>
                <a:lnTo>
                  <a:pt x="385023" y="137177"/>
                </a:lnTo>
                <a:lnTo>
                  <a:pt x="388947" y="141267"/>
                </a:lnTo>
                <a:lnTo>
                  <a:pt x="394671" y="149114"/>
                </a:lnTo>
                <a:lnTo>
                  <a:pt x="397122" y="153366"/>
                </a:lnTo>
                <a:lnTo>
                  <a:pt x="407397" y="149850"/>
                </a:lnTo>
                <a:lnTo>
                  <a:pt x="416397" y="145722"/>
                </a:lnTo>
                <a:lnTo>
                  <a:pt x="424141" y="141042"/>
                </a:lnTo>
                <a:lnTo>
                  <a:pt x="430643" y="135870"/>
                </a:lnTo>
                <a:lnTo>
                  <a:pt x="498011" y="135870"/>
                </a:lnTo>
                <a:lnTo>
                  <a:pt x="498167" y="135708"/>
                </a:lnTo>
                <a:lnTo>
                  <a:pt x="482234" y="133746"/>
                </a:lnTo>
                <a:lnTo>
                  <a:pt x="467573" y="130803"/>
                </a:lnTo>
                <a:lnTo>
                  <a:pt x="454230" y="126879"/>
                </a:lnTo>
                <a:lnTo>
                  <a:pt x="442252" y="121974"/>
                </a:lnTo>
                <a:lnTo>
                  <a:pt x="445541" y="115299"/>
                </a:lnTo>
                <a:lnTo>
                  <a:pt x="446685" y="112165"/>
                </a:lnTo>
                <a:lnTo>
                  <a:pt x="425739" y="112165"/>
                </a:lnTo>
                <a:lnTo>
                  <a:pt x="419688" y="107257"/>
                </a:lnTo>
                <a:lnTo>
                  <a:pt x="414453" y="101699"/>
                </a:lnTo>
                <a:lnTo>
                  <a:pt x="410528" y="95323"/>
                </a:lnTo>
                <a:close/>
              </a:path>
              <a:path w="655954" h="155575">
                <a:moveTo>
                  <a:pt x="498011" y="135870"/>
                </a:moveTo>
                <a:lnTo>
                  <a:pt x="430643" y="135870"/>
                </a:lnTo>
                <a:lnTo>
                  <a:pt x="442689" y="141818"/>
                </a:lnTo>
                <a:lnTo>
                  <a:pt x="456024" y="146663"/>
                </a:lnTo>
                <a:lnTo>
                  <a:pt x="470648" y="150404"/>
                </a:lnTo>
                <a:lnTo>
                  <a:pt x="486561" y="153038"/>
                </a:lnTo>
                <a:lnTo>
                  <a:pt x="489013" y="147970"/>
                </a:lnTo>
                <a:lnTo>
                  <a:pt x="494082" y="139960"/>
                </a:lnTo>
                <a:lnTo>
                  <a:pt x="498011" y="135870"/>
                </a:lnTo>
                <a:close/>
              </a:path>
              <a:path w="655954" h="155575">
                <a:moveTo>
                  <a:pt x="451244" y="93524"/>
                </a:moveTo>
                <a:lnTo>
                  <a:pt x="431783" y="93524"/>
                </a:lnTo>
                <a:lnTo>
                  <a:pt x="430808" y="100227"/>
                </a:lnTo>
                <a:lnTo>
                  <a:pt x="429008" y="106278"/>
                </a:lnTo>
                <a:lnTo>
                  <a:pt x="425739" y="112165"/>
                </a:lnTo>
                <a:lnTo>
                  <a:pt x="446685" y="112165"/>
                </a:lnTo>
                <a:lnTo>
                  <a:pt x="448095" y="108301"/>
                </a:lnTo>
                <a:lnTo>
                  <a:pt x="449976" y="101027"/>
                </a:lnTo>
                <a:lnTo>
                  <a:pt x="451244" y="93524"/>
                </a:lnTo>
                <a:close/>
              </a:path>
              <a:path w="655954" h="155575">
                <a:moveTo>
                  <a:pt x="491140" y="45777"/>
                </a:moveTo>
                <a:lnTo>
                  <a:pt x="395323" y="45777"/>
                </a:lnTo>
                <a:lnTo>
                  <a:pt x="395323" y="93524"/>
                </a:lnTo>
                <a:lnTo>
                  <a:pt x="491140" y="93524"/>
                </a:lnTo>
                <a:lnTo>
                  <a:pt x="491140" y="77828"/>
                </a:lnTo>
                <a:lnTo>
                  <a:pt x="412818" y="77828"/>
                </a:lnTo>
                <a:lnTo>
                  <a:pt x="412818" y="61638"/>
                </a:lnTo>
                <a:lnTo>
                  <a:pt x="491140" y="61638"/>
                </a:lnTo>
                <a:lnTo>
                  <a:pt x="491140" y="45777"/>
                </a:lnTo>
                <a:close/>
              </a:path>
              <a:path w="655954" h="155575">
                <a:moveTo>
                  <a:pt x="379460" y="323"/>
                </a:moveTo>
                <a:lnTo>
                  <a:pt x="371739" y="17579"/>
                </a:lnTo>
                <a:lnTo>
                  <a:pt x="362192" y="34007"/>
                </a:lnTo>
                <a:lnTo>
                  <a:pt x="351388" y="48841"/>
                </a:lnTo>
                <a:lnTo>
                  <a:pt x="339893" y="61314"/>
                </a:lnTo>
                <a:lnTo>
                  <a:pt x="343166" y="66055"/>
                </a:lnTo>
                <a:lnTo>
                  <a:pt x="348396" y="76517"/>
                </a:lnTo>
                <a:lnTo>
                  <a:pt x="350197" y="81262"/>
                </a:lnTo>
                <a:lnTo>
                  <a:pt x="354771" y="76682"/>
                </a:lnTo>
                <a:lnTo>
                  <a:pt x="359190" y="71452"/>
                </a:lnTo>
                <a:lnTo>
                  <a:pt x="363603" y="65890"/>
                </a:lnTo>
                <a:lnTo>
                  <a:pt x="382078" y="65890"/>
                </a:lnTo>
                <a:lnTo>
                  <a:pt x="382078" y="38094"/>
                </a:lnTo>
                <a:lnTo>
                  <a:pt x="385678" y="31880"/>
                </a:lnTo>
                <a:lnTo>
                  <a:pt x="388947" y="25505"/>
                </a:lnTo>
                <a:lnTo>
                  <a:pt x="391888" y="19291"/>
                </a:lnTo>
                <a:lnTo>
                  <a:pt x="495554" y="19291"/>
                </a:lnTo>
                <a:lnTo>
                  <a:pt x="495554" y="16677"/>
                </a:lnTo>
                <a:lnTo>
                  <a:pt x="393037" y="16677"/>
                </a:lnTo>
                <a:lnTo>
                  <a:pt x="394505" y="13078"/>
                </a:lnTo>
                <a:lnTo>
                  <a:pt x="397450" y="6209"/>
                </a:lnTo>
                <a:lnTo>
                  <a:pt x="379460" y="323"/>
                </a:lnTo>
                <a:close/>
              </a:path>
              <a:path w="655954" h="155575">
                <a:moveTo>
                  <a:pt x="452224" y="61638"/>
                </a:moveTo>
                <a:lnTo>
                  <a:pt x="432931" y="61638"/>
                </a:lnTo>
                <a:lnTo>
                  <a:pt x="432931" y="77828"/>
                </a:lnTo>
                <a:lnTo>
                  <a:pt x="452224" y="77828"/>
                </a:lnTo>
                <a:lnTo>
                  <a:pt x="452224" y="61638"/>
                </a:lnTo>
                <a:close/>
              </a:path>
              <a:path w="655954" h="155575">
                <a:moveTo>
                  <a:pt x="491140" y="61638"/>
                </a:moveTo>
                <a:lnTo>
                  <a:pt x="472499" y="61638"/>
                </a:lnTo>
                <a:lnTo>
                  <a:pt x="472499" y="77828"/>
                </a:lnTo>
                <a:lnTo>
                  <a:pt x="491140" y="77828"/>
                </a:lnTo>
                <a:lnTo>
                  <a:pt x="491140" y="61638"/>
                </a:lnTo>
                <a:close/>
              </a:path>
              <a:path w="655954" h="155575">
                <a:moveTo>
                  <a:pt x="452224" y="34333"/>
                </a:moveTo>
                <a:lnTo>
                  <a:pt x="432931" y="34333"/>
                </a:lnTo>
                <a:lnTo>
                  <a:pt x="432931" y="45777"/>
                </a:lnTo>
                <a:lnTo>
                  <a:pt x="452224" y="45777"/>
                </a:lnTo>
                <a:lnTo>
                  <a:pt x="452224" y="34333"/>
                </a:lnTo>
                <a:close/>
              </a:path>
              <a:path w="655954" h="155575">
                <a:moveTo>
                  <a:pt x="495554" y="19291"/>
                </a:moveTo>
                <a:lnTo>
                  <a:pt x="391888" y="19291"/>
                </a:lnTo>
                <a:lnTo>
                  <a:pt x="391888" y="34333"/>
                </a:lnTo>
                <a:lnTo>
                  <a:pt x="495554" y="34333"/>
                </a:lnTo>
                <a:lnTo>
                  <a:pt x="495554" y="19291"/>
                </a:lnTo>
                <a:close/>
              </a:path>
              <a:path w="655954" h="155575">
                <a:moveTo>
                  <a:pt x="452224" y="1795"/>
                </a:moveTo>
                <a:lnTo>
                  <a:pt x="432931" y="1795"/>
                </a:lnTo>
                <a:lnTo>
                  <a:pt x="432931" y="16677"/>
                </a:lnTo>
                <a:lnTo>
                  <a:pt x="452224" y="16677"/>
                </a:lnTo>
                <a:lnTo>
                  <a:pt x="452224" y="1795"/>
                </a:lnTo>
                <a:close/>
              </a:path>
              <a:path w="655954" h="155575">
                <a:moveTo>
                  <a:pt x="655365" y="11609"/>
                </a:moveTo>
                <a:lnTo>
                  <a:pt x="531917" y="11609"/>
                </a:lnTo>
                <a:lnTo>
                  <a:pt x="531917" y="69975"/>
                </a:lnTo>
                <a:lnTo>
                  <a:pt x="531409" y="88066"/>
                </a:lnTo>
                <a:lnTo>
                  <a:pt x="528954" y="107014"/>
                </a:lnTo>
                <a:lnTo>
                  <a:pt x="523157" y="125346"/>
                </a:lnTo>
                <a:lnTo>
                  <a:pt x="512625" y="141594"/>
                </a:lnTo>
                <a:lnTo>
                  <a:pt x="517038" y="143884"/>
                </a:lnTo>
                <a:lnTo>
                  <a:pt x="524887" y="150587"/>
                </a:lnTo>
                <a:lnTo>
                  <a:pt x="527993" y="154184"/>
                </a:lnTo>
                <a:lnTo>
                  <a:pt x="535764" y="143721"/>
                </a:lnTo>
                <a:lnTo>
                  <a:pt x="541605" y="131804"/>
                </a:lnTo>
                <a:lnTo>
                  <a:pt x="545790" y="118936"/>
                </a:lnTo>
                <a:lnTo>
                  <a:pt x="548596" y="105623"/>
                </a:lnTo>
                <a:lnTo>
                  <a:pt x="655365" y="105623"/>
                </a:lnTo>
                <a:lnTo>
                  <a:pt x="655365" y="87309"/>
                </a:lnTo>
                <a:lnTo>
                  <a:pt x="550720" y="87309"/>
                </a:lnTo>
                <a:lnTo>
                  <a:pt x="551047" y="81262"/>
                </a:lnTo>
                <a:lnTo>
                  <a:pt x="551210" y="75375"/>
                </a:lnTo>
                <a:lnTo>
                  <a:pt x="551210" y="67200"/>
                </a:lnTo>
                <a:lnTo>
                  <a:pt x="655365" y="67200"/>
                </a:lnTo>
                <a:lnTo>
                  <a:pt x="655365" y="49052"/>
                </a:lnTo>
                <a:lnTo>
                  <a:pt x="551210" y="49052"/>
                </a:lnTo>
                <a:lnTo>
                  <a:pt x="551210" y="30081"/>
                </a:lnTo>
                <a:lnTo>
                  <a:pt x="655365" y="30081"/>
                </a:lnTo>
                <a:lnTo>
                  <a:pt x="655365" y="11609"/>
                </a:lnTo>
                <a:close/>
              </a:path>
              <a:path w="655954" h="155575">
                <a:moveTo>
                  <a:pt x="608929" y="133746"/>
                </a:moveTo>
                <a:lnTo>
                  <a:pt x="611380" y="138816"/>
                </a:lnTo>
                <a:lnTo>
                  <a:pt x="614486" y="147153"/>
                </a:lnTo>
                <a:lnTo>
                  <a:pt x="615142" y="152387"/>
                </a:lnTo>
                <a:lnTo>
                  <a:pt x="625313" y="152379"/>
                </a:lnTo>
                <a:lnTo>
                  <a:pt x="655365" y="140776"/>
                </a:lnTo>
                <a:lnTo>
                  <a:pt x="655365" y="134236"/>
                </a:lnTo>
                <a:lnTo>
                  <a:pt x="618087" y="134236"/>
                </a:lnTo>
                <a:lnTo>
                  <a:pt x="608929" y="133746"/>
                </a:lnTo>
                <a:close/>
              </a:path>
              <a:path w="655954" h="155575">
                <a:moveTo>
                  <a:pt x="601573" y="105623"/>
                </a:moveTo>
                <a:lnTo>
                  <a:pt x="581950" y="105623"/>
                </a:lnTo>
                <a:lnTo>
                  <a:pt x="581950" y="151239"/>
                </a:lnTo>
                <a:lnTo>
                  <a:pt x="601573" y="151239"/>
                </a:lnTo>
                <a:lnTo>
                  <a:pt x="601573" y="105623"/>
                </a:lnTo>
                <a:close/>
              </a:path>
              <a:path w="655954" h="155575">
                <a:moveTo>
                  <a:pt x="655365" y="105623"/>
                </a:moveTo>
                <a:lnTo>
                  <a:pt x="636069" y="105623"/>
                </a:lnTo>
                <a:lnTo>
                  <a:pt x="636069" y="133090"/>
                </a:lnTo>
                <a:lnTo>
                  <a:pt x="634927" y="134073"/>
                </a:lnTo>
                <a:lnTo>
                  <a:pt x="628876" y="134073"/>
                </a:lnTo>
                <a:lnTo>
                  <a:pt x="618087" y="134236"/>
                </a:lnTo>
                <a:lnTo>
                  <a:pt x="655365" y="134236"/>
                </a:lnTo>
                <a:lnTo>
                  <a:pt x="655365" y="105623"/>
                </a:lnTo>
                <a:close/>
              </a:path>
              <a:path w="655954" h="155575">
                <a:moveTo>
                  <a:pt x="601573" y="67200"/>
                </a:moveTo>
                <a:lnTo>
                  <a:pt x="581950" y="67200"/>
                </a:lnTo>
                <a:lnTo>
                  <a:pt x="581950" y="87309"/>
                </a:lnTo>
                <a:lnTo>
                  <a:pt x="601573" y="87309"/>
                </a:lnTo>
                <a:lnTo>
                  <a:pt x="601573" y="67200"/>
                </a:lnTo>
                <a:close/>
              </a:path>
              <a:path w="655954" h="155575">
                <a:moveTo>
                  <a:pt x="655365" y="67200"/>
                </a:moveTo>
                <a:lnTo>
                  <a:pt x="636069" y="67200"/>
                </a:lnTo>
                <a:lnTo>
                  <a:pt x="636069" y="87309"/>
                </a:lnTo>
                <a:lnTo>
                  <a:pt x="655365" y="87309"/>
                </a:lnTo>
                <a:lnTo>
                  <a:pt x="655365" y="67200"/>
                </a:lnTo>
                <a:close/>
              </a:path>
              <a:path w="655954" h="155575">
                <a:moveTo>
                  <a:pt x="601573" y="30081"/>
                </a:moveTo>
                <a:lnTo>
                  <a:pt x="581950" y="30081"/>
                </a:lnTo>
                <a:lnTo>
                  <a:pt x="581950" y="49052"/>
                </a:lnTo>
                <a:lnTo>
                  <a:pt x="601573" y="49052"/>
                </a:lnTo>
                <a:lnTo>
                  <a:pt x="601573" y="30081"/>
                </a:lnTo>
                <a:close/>
              </a:path>
              <a:path w="655954" h="155575">
                <a:moveTo>
                  <a:pt x="655365" y="30081"/>
                </a:moveTo>
                <a:lnTo>
                  <a:pt x="636069" y="30081"/>
                </a:lnTo>
                <a:lnTo>
                  <a:pt x="636069" y="49052"/>
                </a:lnTo>
                <a:lnTo>
                  <a:pt x="655365" y="49052"/>
                </a:lnTo>
                <a:lnTo>
                  <a:pt x="655365" y="30081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E95B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4014705" y="488966"/>
            <a:ext cx="272415" cy="271145"/>
          </a:xfrm>
          <a:custGeom>
            <a:avLst/>
            <a:gdLst/>
            <a:ahLst/>
            <a:cxnLst/>
            <a:rect l="l" t="t" r="r" b="b"/>
            <a:pathLst>
              <a:path w="272415" h="271145">
                <a:moveTo>
                  <a:pt x="272171" y="0"/>
                </a:moveTo>
                <a:lnTo>
                  <a:pt x="0" y="0"/>
                </a:lnTo>
                <a:lnTo>
                  <a:pt x="0" y="270810"/>
                </a:lnTo>
                <a:lnTo>
                  <a:pt x="236786" y="270810"/>
                </a:lnTo>
                <a:lnTo>
                  <a:pt x="250878" y="267782"/>
                </a:lnTo>
                <a:lnTo>
                  <a:pt x="262090" y="259332"/>
                </a:lnTo>
                <a:lnTo>
                  <a:pt x="269496" y="246414"/>
                </a:lnTo>
                <a:lnTo>
                  <a:pt x="269956" y="243591"/>
                </a:lnTo>
                <a:lnTo>
                  <a:pt x="46271" y="243591"/>
                </a:lnTo>
                <a:lnTo>
                  <a:pt x="46271" y="29937"/>
                </a:lnTo>
                <a:lnTo>
                  <a:pt x="272171" y="29937"/>
                </a:lnTo>
                <a:lnTo>
                  <a:pt x="272171" y="0"/>
                </a:lnTo>
                <a:close/>
              </a:path>
              <a:path w="272415" h="271145">
                <a:moveTo>
                  <a:pt x="272171" y="29937"/>
                </a:moveTo>
                <a:lnTo>
                  <a:pt x="225899" y="29937"/>
                </a:lnTo>
                <a:lnTo>
                  <a:pt x="225899" y="227261"/>
                </a:lnTo>
                <a:lnTo>
                  <a:pt x="223654" y="235538"/>
                </a:lnTo>
                <a:lnTo>
                  <a:pt x="217869" y="240515"/>
                </a:lnTo>
                <a:lnTo>
                  <a:pt x="209977" y="242948"/>
                </a:lnTo>
                <a:lnTo>
                  <a:pt x="201405" y="243591"/>
                </a:lnTo>
                <a:lnTo>
                  <a:pt x="269956" y="243591"/>
                </a:lnTo>
                <a:lnTo>
                  <a:pt x="272171" y="229983"/>
                </a:lnTo>
                <a:lnTo>
                  <a:pt x="272171" y="29937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3676732" y="590857"/>
            <a:ext cx="274320" cy="224154"/>
          </a:xfrm>
          <a:custGeom>
            <a:avLst/>
            <a:gdLst/>
            <a:ahLst/>
            <a:cxnLst/>
            <a:rect l="l" t="t" r="r" b="b"/>
            <a:pathLst>
              <a:path w="274319" h="224155">
                <a:moveTo>
                  <a:pt x="68208" y="104522"/>
                </a:moveTo>
                <a:lnTo>
                  <a:pt x="19158" y="120910"/>
                </a:lnTo>
                <a:lnTo>
                  <a:pt x="0" y="165861"/>
                </a:lnTo>
                <a:lnTo>
                  <a:pt x="3007" y="182725"/>
                </a:lnTo>
                <a:lnTo>
                  <a:pt x="6554" y="193130"/>
                </a:lnTo>
                <a:lnTo>
                  <a:pt x="11543" y="197133"/>
                </a:lnTo>
                <a:lnTo>
                  <a:pt x="12732" y="201578"/>
                </a:lnTo>
                <a:lnTo>
                  <a:pt x="15968" y="203624"/>
                </a:lnTo>
                <a:lnTo>
                  <a:pt x="27052" y="212721"/>
                </a:lnTo>
                <a:lnTo>
                  <a:pt x="30180" y="213602"/>
                </a:lnTo>
                <a:lnTo>
                  <a:pt x="33575" y="216547"/>
                </a:lnTo>
                <a:lnTo>
                  <a:pt x="43209" y="220083"/>
                </a:lnTo>
                <a:lnTo>
                  <a:pt x="48527" y="221220"/>
                </a:lnTo>
                <a:lnTo>
                  <a:pt x="50517" y="221447"/>
                </a:lnTo>
                <a:lnTo>
                  <a:pt x="56032" y="222238"/>
                </a:lnTo>
                <a:lnTo>
                  <a:pt x="119336" y="220838"/>
                </a:lnTo>
                <a:lnTo>
                  <a:pt x="177669" y="199130"/>
                </a:lnTo>
                <a:lnTo>
                  <a:pt x="219506" y="166058"/>
                </a:lnTo>
                <a:lnTo>
                  <a:pt x="245654" y="132261"/>
                </a:lnTo>
                <a:lnTo>
                  <a:pt x="255541" y="114379"/>
                </a:lnTo>
                <a:lnTo>
                  <a:pt x="137293" y="114379"/>
                </a:lnTo>
                <a:lnTo>
                  <a:pt x="119734" y="114105"/>
                </a:lnTo>
                <a:lnTo>
                  <a:pt x="108059" y="110401"/>
                </a:lnTo>
                <a:lnTo>
                  <a:pt x="99869" y="110222"/>
                </a:lnTo>
                <a:lnTo>
                  <a:pt x="94171" y="106827"/>
                </a:lnTo>
                <a:lnTo>
                  <a:pt x="85707" y="105469"/>
                </a:lnTo>
                <a:lnTo>
                  <a:pt x="68208" y="104522"/>
                </a:lnTo>
                <a:close/>
              </a:path>
              <a:path w="274319" h="224155">
                <a:moveTo>
                  <a:pt x="269933" y="0"/>
                </a:moveTo>
                <a:lnTo>
                  <a:pt x="267837" y="5646"/>
                </a:lnTo>
                <a:lnTo>
                  <a:pt x="265842" y="13067"/>
                </a:lnTo>
                <a:lnTo>
                  <a:pt x="263843" y="20796"/>
                </a:lnTo>
                <a:lnTo>
                  <a:pt x="261737" y="27371"/>
                </a:lnTo>
                <a:lnTo>
                  <a:pt x="225421" y="79807"/>
                </a:lnTo>
                <a:lnTo>
                  <a:pt x="168857" y="110051"/>
                </a:lnTo>
                <a:lnTo>
                  <a:pt x="137293" y="114379"/>
                </a:lnTo>
                <a:lnTo>
                  <a:pt x="255541" y="114379"/>
                </a:lnTo>
                <a:lnTo>
                  <a:pt x="272258" y="55476"/>
                </a:lnTo>
                <a:lnTo>
                  <a:pt x="273955" y="30644"/>
                </a:lnTo>
                <a:lnTo>
                  <a:pt x="271762" y="6520"/>
                </a:lnTo>
                <a:lnTo>
                  <a:pt x="269933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4454258" y="49032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268089" y="0"/>
                </a:moveTo>
                <a:lnTo>
                  <a:pt x="0" y="0"/>
                </a:lnTo>
                <a:lnTo>
                  <a:pt x="0" y="234064"/>
                </a:lnTo>
                <a:lnTo>
                  <a:pt x="2883" y="246957"/>
                </a:lnTo>
                <a:lnTo>
                  <a:pt x="10752" y="257809"/>
                </a:lnTo>
                <a:lnTo>
                  <a:pt x="22431" y="265294"/>
                </a:lnTo>
                <a:lnTo>
                  <a:pt x="36746" y="268084"/>
                </a:lnTo>
                <a:lnTo>
                  <a:pt x="270810" y="268084"/>
                </a:lnTo>
                <a:lnTo>
                  <a:pt x="270810" y="239508"/>
                </a:lnTo>
                <a:lnTo>
                  <a:pt x="68044" y="239508"/>
                </a:lnTo>
                <a:lnTo>
                  <a:pt x="59224" y="238553"/>
                </a:lnTo>
                <a:lnTo>
                  <a:pt x="52342" y="235487"/>
                </a:lnTo>
                <a:lnTo>
                  <a:pt x="47867" y="230009"/>
                </a:lnTo>
                <a:lnTo>
                  <a:pt x="46271" y="221816"/>
                </a:lnTo>
                <a:lnTo>
                  <a:pt x="46271" y="31297"/>
                </a:lnTo>
                <a:lnTo>
                  <a:pt x="268089" y="31297"/>
                </a:lnTo>
                <a:lnTo>
                  <a:pt x="268089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569709" y="433166"/>
            <a:ext cx="273685" cy="224154"/>
          </a:xfrm>
          <a:custGeom>
            <a:avLst/>
            <a:gdLst/>
            <a:ahLst/>
            <a:cxnLst/>
            <a:rect l="l" t="t" r="r" b="b"/>
            <a:pathLst>
              <a:path w="273684" h="224154">
                <a:moveTo>
                  <a:pt x="187794" y="0"/>
                </a:moveTo>
                <a:lnTo>
                  <a:pt x="118726" y="14166"/>
                </a:lnTo>
                <a:lnTo>
                  <a:pt x="60891" y="51372"/>
                </a:lnTo>
                <a:lnTo>
                  <a:pt x="17408" y="111613"/>
                </a:lnTo>
                <a:lnTo>
                  <a:pt x="0" y="183409"/>
                </a:lnTo>
                <a:lnTo>
                  <a:pt x="0" y="198442"/>
                </a:lnTo>
                <a:lnTo>
                  <a:pt x="599" y="204748"/>
                </a:lnTo>
                <a:lnTo>
                  <a:pt x="1539" y="211570"/>
                </a:lnTo>
                <a:lnTo>
                  <a:pt x="2354" y="217918"/>
                </a:lnTo>
                <a:lnTo>
                  <a:pt x="2721" y="223920"/>
                </a:lnTo>
                <a:lnTo>
                  <a:pt x="4263" y="219499"/>
                </a:lnTo>
                <a:lnTo>
                  <a:pt x="6486" y="211384"/>
                </a:lnTo>
                <a:lnTo>
                  <a:pt x="8701" y="203076"/>
                </a:lnTo>
                <a:lnTo>
                  <a:pt x="10515" y="196963"/>
                </a:lnTo>
                <a:lnTo>
                  <a:pt x="37344" y="152595"/>
                </a:lnTo>
                <a:lnTo>
                  <a:pt x="78664" y="121454"/>
                </a:lnTo>
                <a:lnTo>
                  <a:pt x="116480" y="109745"/>
                </a:lnTo>
                <a:lnTo>
                  <a:pt x="135135" y="107781"/>
                </a:lnTo>
                <a:lnTo>
                  <a:pt x="244785" y="107781"/>
                </a:lnTo>
                <a:lnTo>
                  <a:pt x="263835" y="91730"/>
                </a:lnTo>
                <a:lnTo>
                  <a:pt x="273542" y="67628"/>
                </a:lnTo>
                <a:lnTo>
                  <a:pt x="270332" y="38585"/>
                </a:lnTo>
                <a:lnTo>
                  <a:pt x="267084" y="28997"/>
                </a:lnTo>
                <a:lnTo>
                  <a:pt x="263902" y="27940"/>
                </a:lnTo>
                <a:lnTo>
                  <a:pt x="259920" y="20419"/>
                </a:lnTo>
                <a:lnTo>
                  <a:pt x="257199" y="17697"/>
                </a:lnTo>
                <a:lnTo>
                  <a:pt x="242845" y="9630"/>
                </a:lnTo>
                <a:lnTo>
                  <a:pt x="239346" y="6808"/>
                </a:lnTo>
                <a:lnTo>
                  <a:pt x="229414" y="3642"/>
                </a:lnTo>
                <a:lnTo>
                  <a:pt x="215843" y="1549"/>
                </a:lnTo>
                <a:lnTo>
                  <a:pt x="201135" y="383"/>
                </a:lnTo>
                <a:lnTo>
                  <a:pt x="187794" y="0"/>
                </a:lnTo>
                <a:close/>
              </a:path>
              <a:path w="273684" h="224154">
                <a:moveTo>
                  <a:pt x="244785" y="107781"/>
                </a:moveTo>
                <a:lnTo>
                  <a:pt x="135135" y="107781"/>
                </a:lnTo>
                <a:lnTo>
                  <a:pt x="153303" y="107915"/>
                </a:lnTo>
                <a:lnTo>
                  <a:pt x="165496" y="111593"/>
                </a:lnTo>
                <a:lnTo>
                  <a:pt x="176047" y="113437"/>
                </a:lnTo>
                <a:lnTo>
                  <a:pt x="183855" y="115958"/>
                </a:lnTo>
                <a:lnTo>
                  <a:pt x="194836" y="117631"/>
                </a:lnTo>
                <a:lnTo>
                  <a:pt x="214905" y="116931"/>
                </a:lnTo>
                <a:lnTo>
                  <a:pt x="243520" y="108847"/>
                </a:lnTo>
                <a:lnTo>
                  <a:pt x="244785" y="107781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11416" y="529790"/>
            <a:ext cx="206848" cy="1891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572432" y="540947"/>
            <a:ext cx="163195" cy="266700"/>
          </a:xfrm>
          <a:custGeom>
            <a:avLst/>
            <a:gdLst/>
            <a:ahLst/>
            <a:cxnLst/>
            <a:rect l="l" t="t" r="r" b="b"/>
            <a:pathLst>
              <a:path w="163194" h="266700">
                <a:moveTo>
                  <a:pt x="132414" y="0"/>
                </a:moveTo>
                <a:lnTo>
                  <a:pt x="75942" y="13673"/>
                </a:lnTo>
                <a:lnTo>
                  <a:pt x="34622" y="44814"/>
                </a:lnTo>
                <a:lnTo>
                  <a:pt x="13057" y="76834"/>
                </a:lnTo>
                <a:lnTo>
                  <a:pt x="3715" y="103789"/>
                </a:lnTo>
                <a:lnTo>
                  <a:pt x="1541" y="111718"/>
                </a:lnTo>
                <a:lnTo>
                  <a:pt x="0" y="116138"/>
                </a:lnTo>
                <a:lnTo>
                  <a:pt x="2785" y="125734"/>
                </a:lnTo>
                <a:lnTo>
                  <a:pt x="5002" y="135795"/>
                </a:lnTo>
                <a:lnTo>
                  <a:pt x="21236" y="175362"/>
                </a:lnTo>
                <a:lnTo>
                  <a:pt x="43226" y="206978"/>
                </a:lnTo>
                <a:lnTo>
                  <a:pt x="70899" y="233747"/>
                </a:lnTo>
                <a:lnTo>
                  <a:pt x="111008" y="257784"/>
                </a:lnTo>
                <a:lnTo>
                  <a:pt x="137876" y="266457"/>
                </a:lnTo>
                <a:lnTo>
                  <a:pt x="134481" y="263512"/>
                </a:lnTo>
                <a:lnTo>
                  <a:pt x="131353" y="262630"/>
                </a:lnTo>
                <a:lnTo>
                  <a:pt x="120269" y="253533"/>
                </a:lnTo>
                <a:lnTo>
                  <a:pt x="117033" y="251487"/>
                </a:lnTo>
                <a:lnTo>
                  <a:pt x="91230" y="227919"/>
                </a:lnTo>
                <a:lnTo>
                  <a:pt x="70577" y="194712"/>
                </a:lnTo>
                <a:lnTo>
                  <a:pt x="59341" y="153970"/>
                </a:lnTo>
                <a:lnTo>
                  <a:pt x="61794" y="107794"/>
                </a:lnTo>
                <a:lnTo>
                  <a:pt x="91613" y="48422"/>
                </a:lnTo>
                <a:lnTo>
                  <a:pt x="143446" y="9813"/>
                </a:lnTo>
                <a:lnTo>
                  <a:pt x="162774" y="3812"/>
                </a:lnTo>
                <a:lnTo>
                  <a:pt x="150581" y="134"/>
                </a:lnTo>
                <a:lnTo>
                  <a:pt x="132414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3784792" y="439975"/>
            <a:ext cx="161925" cy="265430"/>
          </a:xfrm>
          <a:custGeom>
            <a:avLst/>
            <a:gdLst/>
            <a:ahLst/>
            <a:cxnLst/>
            <a:rect l="l" t="t" r="r" b="b"/>
            <a:pathLst>
              <a:path w="161925" h="265430">
                <a:moveTo>
                  <a:pt x="24264" y="0"/>
                </a:moveTo>
                <a:lnTo>
                  <a:pt x="27763" y="2821"/>
                </a:lnTo>
                <a:lnTo>
                  <a:pt x="38525" y="8848"/>
                </a:lnTo>
                <a:lnTo>
                  <a:pt x="42117" y="10888"/>
                </a:lnTo>
                <a:lnTo>
                  <a:pt x="44838" y="13610"/>
                </a:lnTo>
                <a:lnTo>
                  <a:pt x="49979" y="14982"/>
                </a:lnTo>
                <a:lnTo>
                  <a:pt x="55032" y="20678"/>
                </a:lnTo>
                <a:lnTo>
                  <a:pt x="82713" y="51874"/>
                </a:lnTo>
                <a:lnTo>
                  <a:pt x="99149" y="88742"/>
                </a:lnTo>
                <a:lnTo>
                  <a:pt x="104536" y="131086"/>
                </a:lnTo>
                <a:lnTo>
                  <a:pt x="101441" y="155944"/>
                </a:lnTo>
                <a:lnTo>
                  <a:pt x="78055" y="208752"/>
                </a:lnTo>
                <a:lnTo>
                  <a:pt x="36756" y="246393"/>
                </a:lnTo>
                <a:lnTo>
                  <a:pt x="0" y="261283"/>
                </a:lnTo>
                <a:lnTo>
                  <a:pt x="11675" y="264987"/>
                </a:lnTo>
                <a:lnTo>
                  <a:pt x="60797" y="260934"/>
                </a:lnTo>
                <a:lnTo>
                  <a:pt x="117378" y="230677"/>
                </a:lnTo>
                <a:lnTo>
                  <a:pt x="153677" y="178253"/>
                </a:lnTo>
                <a:lnTo>
                  <a:pt x="157782" y="163949"/>
                </a:lnTo>
                <a:lnTo>
                  <a:pt x="159778" y="156529"/>
                </a:lnTo>
                <a:lnTo>
                  <a:pt x="150907" y="111063"/>
                </a:lnTo>
                <a:lnTo>
                  <a:pt x="130860" y="74562"/>
                </a:lnTo>
                <a:lnTo>
                  <a:pt x="105628" y="45130"/>
                </a:lnTo>
                <a:lnTo>
                  <a:pt x="75045" y="21509"/>
                </a:lnTo>
                <a:lnTo>
                  <a:pt x="36403" y="2941"/>
                </a:lnTo>
                <a:lnTo>
                  <a:pt x="24264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3686742" y="578783"/>
            <a:ext cx="147863" cy="1036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4067654" y="533873"/>
            <a:ext cx="164786" cy="1864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4337227" y="597834"/>
            <a:ext cx="57785" cy="55880"/>
          </a:xfrm>
          <a:custGeom>
            <a:avLst/>
            <a:gdLst/>
            <a:ahLst/>
            <a:cxnLst/>
            <a:rect l="l" t="t" r="r" b="b"/>
            <a:pathLst>
              <a:path w="57784" h="55879">
                <a:moveTo>
                  <a:pt x="56210" y="0"/>
                </a:moveTo>
                <a:lnTo>
                  <a:pt x="0" y="0"/>
                </a:lnTo>
                <a:lnTo>
                  <a:pt x="0" y="55796"/>
                </a:lnTo>
                <a:lnTo>
                  <a:pt x="57157" y="55796"/>
                </a:lnTo>
                <a:lnTo>
                  <a:pt x="57157" y="946"/>
                </a:lnTo>
                <a:lnTo>
                  <a:pt x="56210" y="0"/>
                </a:lnTo>
                <a:close/>
              </a:path>
            </a:pathLst>
          </a:custGeom>
          <a:solidFill>
            <a:srgbClr val="E95B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1791796" y="490056"/>
            <a:ext cx="1519314" cy="3183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2597152" y="7866965"/>
            <a:ext cx="4083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113255" y="7865489"/>
            <a:ext cx="45656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17911" y="2063"/>
            <a:ext cx="1341120" cy="1263015"/>
          </a:xfrm>
          <a:custGeom>
            <a:avLst/>
            <a:gdLst/>
            <a:ahLst/>
            <a:cxnLst/>
            <a:rect l="l" t="t" r="r" b="b"/>
            <a:pathLst>
              <a:path w="1341120" h="1263015">
                <a:moveTo>
                  <a:pt x="0" y="0"/>
                </a:moveTo>
                <a:lnTo>
                  <a:pt x="1341122" y="0"/>
                </a:lnTo>
                <a:lnTo>
                  <a:pt x="1341122" y="1262545"/>
                </a:lnTo>
                <a:lnTo>
                  <a:pt x="0" y="1262545"/>
                </a:lnTo>
                <a:lnTo>
                  <a:pt x="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8609" y="910799"/>
            <a:ext cx="415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89603" y="599609"/>
            <a:ext cx="5139907" cy="7150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656829" y="5733489"/>
            <a:ext cx="1974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54533" y="5075549"/>
            <a:ext cx="1955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16135" y="4424393"/>
            <a:ext cx="1498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73853" y="3684820"/>
            <a:ext cx="1974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23669" y="2970834"/>
            <a:ext cx="196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97332" y="2320768"/>
            <a:ext cx="1841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38954" y="1228963"/>
            <a:ext cx="1847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49256" y="832147"/>
            <a:ext cx="12890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1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1</a:t>
            </a:r>
            <a:endParaRPr sz="21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36181" y="7177582"/>
            <a:ext cx="3175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8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12359" y="6799262"/>
            <a:ext cx="2787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8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1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19211" y="1715532"/>
            <a:ext cx="1943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420924" y="1046232"/>
            <a:ext cx="3699061" cy="4296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123651" y="1269046"/>
            <a:ext cx="69850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卵巢恢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39380" y="720421"/>
            <a:ext cx="122682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675" baseline="1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725" spc="-127" baseline="7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725" spc="-209" baseline="7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725" baseline="7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25" spc="37" baseline="7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卵巢激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活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47859" y="1066025"/>
            <a:ext cx="24130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6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4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56228" y="1300939"/>
            <a:ext cx="19367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1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54380" y="1613015"/>
            <a:ext cx="1213485" cy="1038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-8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75" spc="127" baseline="4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⼦宫复</a:t>
            </a:r>
            <a:r>
              <a:rPr sz="1875" spc="44" baseline="4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旧</a:t>
            </a:r>
            <a:endParaRPr sz="1875" baseline="4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52070">
              <a:lnSpc>
                <a:spcPct val="100000"/>
              </a:lnSpc>
              <a:spcBef>
                <a:spcPts val="2050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-4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75" spc="127" baseline="2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镇</a:t>
            </a:r>
            <a:r>
              <a:rPr sz="1875" spc="44" baseline="2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endParaRPr sz="1875" baseline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65454" y="2830211"/>
            <a:ext cx="24130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6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4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48427" y="3057983"/>
            <a:ext cx="1177925" cy="983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25" spc="-165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08</a:t>
            </a:r>
            <a:r>
              <a:rPr sz="1725" spc="-15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妊娠纹淡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化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03835">
              <a:lnSpc>
                <a:spcPct val="100000"/>
              </a:lnSpc>
              <a:spcBef>
                <a:spcPts val="3065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-6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48616" y="4309340"/>
            <a:ext cx="24130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6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4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56984" y="4531531"/>
            <a:ext cx="80518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25" spc="-165" baseline="2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08</a:t>
            </a:r>
            <a:r>
              <a:rPr sz="1725" spc="179" baseline="2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9456" y="5042794"/>
            <a:ext cx="1793239" cy="10814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-2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耻⻣联合分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599440">
              <a:lnSpc>
                <a:spcPct val="100000"/>
              </a:lnSpc>
              <a:spcBef>
                <a:spcPts val="2390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6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腰部减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脂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04182" y="6333389"/>
            <a:ext cx="20040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662430" algn="l"/>
              </a:tabLst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12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875" spc="127" baseline="2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尿潴</a:t>
            </a:r>
            <a:r>
              <a:rPr sz="1875" spc="44" baseline="2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留</a:t>
            </a:r>
            <a:r>
              <a:rPr sz="1875" baseline="200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	</a:t>
            </a:r>
            <a:r>
              <a:rPr sz="2500" spc="8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2500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0</a:t>
            </a:r>
            <a:endParaRPr sz="250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48880" y="6810066"/>
            <a:ext cx="123571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675" baseline="11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15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50" spc="95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肠胃排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⽓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59897" y="7202671"/>
            <a:ext cx="2085975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675" baseline="14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725" spc="-127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725" spc="-209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8</a:t>
            </a:r>
            <a:r>
              <a:rPr sz="1725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25" spc="142" baseline="5000" dirty="0">
                <a:solidFill>
                  <a:srgbClr val="332B2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85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妇科术后⿇醉致腹</a:t>
            </a:r>
            <a:r>
              <a:rPr sz="1250" spc="30" dirty="0">
                <a:solidFill>
                  <a:srgbClr val="332B2A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胀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1133" y="1377595"/>
            <a:ext cx="112077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1060" dirty="0">
                <a:solidFill>
                  <a:srgbClr val="E6E6E6"/>
                </a:solidFill>
                <a:latin typeface="Cambria" panose="02040503050406030204"/>
                <a:cs typeface="Cambria" panose="02040503050406030204"/>
              </a:rPr>
              <a:t>0</a:t>
            </a:r>
            <a:r>
              <a:rPr sz="7500" spc="-755" dirty="0">
                <a:solidFill>
                  <a:srgbClr val="E6E6E6"/>
                </a:solidFill>
                <a:latin typeface="Cambria" panose="02040503050406030204"/>
                <a:cs typeface="Cambria" panose="02040503050406030204"/>
              </a:rPr>
              <a:t>1</a:t>
            </a:r>
            <a:endParaRPr sz="75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67591" y="2321214"/>
            <a:ext cx="1689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45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丰胸电极</a:t>
            </a:r>
            <a:r>
              <a:rPr sz="2500" b="1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片</a:t>
            </a:r>
            <a:endParaRPr sz="2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7717" y="3123120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572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0314" y="1952180"/>
            <a:ext cx="0" cy="1148080"/>
          </a:xfrm>
          <a:custGeom>
            <a:avLst/>
            <a:gdLst/>
            <a:ahLst/>
            <a:cxnLst/>
            <a:rect l="l" t="t" r="r" b="b"/>
            <a:pathLst>
              <a:path h="1148080">
                <a:moveTo>
                  <a:pt x="0" y="0"/>
                </a:moveTo>
                <a:lnTo>
                  <a:pt x="0" y="1148079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7717" y="1929320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572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02601" y="2929731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0"/>
                </a:moveTo>
                <a:lnTo>
                  <a:pt x="0" y="170693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02601" y="1951639"/>
            <a:ext cx="0" cy="379730"/>
          </a:xfrm>
          <a:custGeom>
            <a:avLst/>
            <a:gdLst/>
            <a:ahLst/>
            <a:cxnLst/>
            <a:rect l="l" t="t" r="r" b="b"/>
            <a:pathLst>
              <a:path h="379730">
                <a:moveTo>
                  <a:pt x="0" y="0"/>
                </a:moveTo>
                <a:lnTo>
                  <a:pt x="0" y="379735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101074" y="2732378"/>
            <a:ext cx="1139825" cy="151765"/>
          </a:xfrm>
          <a:prstGeom prst="rect">
            <a:avLst/>
          </a:prstGeom>
          <a:solidFill>
            <a:srgbClr val="00939D"/>
          </a:solidFill>
        </p:spPr>
        <p:txBody>
          <a:bodyPr vert="horz" wrap="square" lIns="0" tIns="17780" rIns="0" bIns="0" rtlCol="0">
            <a:spAutoFit/>
          </a:bodyPr>
          <a:lstStyle/>
          <a:p>
            <a:pPr marL="52070">
              <a:lnSpc>
                <a:spcPts val="1055"/>
              </a:lnSpc>
              <a:spcBef>
                <a:spcPts val="140"/>
              </a:spcBef>
            </a:pP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50" spc="10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350" spc="4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5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2865892" y="4922338"/>
            <a:ext cx="475736" cy="7163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412368" y="4922338"/>
            <a:ext cx="467413" cy="7048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2910126" y="5616392"/>
            <a:ext cx="1689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45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圆形电极</a:t>
            </a:r>
            <a:r>
              <a:rPr sz="2500" b="1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片</a:t>
            </a:r>
            <a:endParaRPr sz="2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600251" y="6418135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90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44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22848" y="5246560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0"/>
                </a:moveTo>
                <a:lnTo>
                  <a:pt x="0" y="1149349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600251" y="5224335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90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44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945136" y="6224907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0"/>
                </a:moveTo>
                <a:lnTo>
                  <a:pt x="0" y="170694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945136" y="5246816"/>
            <a:ext cx="0" cy="379730"/>
          </a:xfrm>
          <a:custGeom>
            <a:avLst/>
            <a:gdLst/>
            <a:ahLst/>
            <a:cxnLst/>
            <a:rect l="l" t="t" r="r" b="b"/>
            <a:pathLst>
              <a:path h="379729">
                <a:moveTo>
                  <a:pt x="0" y="0"/>
                </a:moveTo>
                <a:lnTo>
                  <a:pt x="0" y="379735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2943609" y="6027555"/>
            <a:ext cx="1139825" cy="151765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17780" rIns="0" bIns="0" rtlCol="0">
            <a:spAutoFit/>
          </a:bodyPr>
          <a:lstStyle/>
          <a:p>
            <a:pPr marL="52070">
              <a:lnSpc>
                <a:spcPts val="1055"/>
              </a:lnSpc>
              <a:spcBef>
                <a:spcPts val="140"/>
              </a:spcBef>
            </a:pP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350" spc="97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50" spc="104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350" spc="97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350" spc="44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550" spc="-100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550" spc="-100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5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754411" y="4481024"/>
            <a:ext cx="313690" cy="144780"/>
          </a:xfrm>
          <a:custGeom>
            <a:avLst/>
            <a:gdLst/>
            <a:ahLst/>
            <a:cxnLst/>
            <a:rect l="l" t="t" r="r" b="b"/>
            <a:pathLst>
              <a:path w="313689" h="144779">
                <a:moveTo>
                  <a:pt x="313611" y="0"/>
                </a:moveTo>
                <a:lnTo>
                  <a:pt x="0" y="144680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727306" y="4608213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79" h="43814">
                <a:moveTo>
                  <a:pt x="20840" y="0"/>
                </a:moveTo>
                <a:lnTo>
                  <a:pt x="12503" y="1971"/>
                </a:lnTo>
                <a:lnTo>
                  <a:pt x="5591" y="7036"/>
                </a:lnTo>
                <a:lnTo>
                  <a:pt x="1310" y="14125"/>
                </a:lnTo>
                <a:lnTo>
                  <a:pt x="0" y="22316"/>
                </a:lnTo>
                <a:lnTo>
                  <a:pt x="1995" y="30686"/>
                </a:lnTo>
                <a:lnTo>
                  <a:pt x="7068" y="37637"/>
                </a:lnTo>
                <a:lnTo>
                  <a:pt x="14151" y="41956"/>
                </a:lnTo>
                <a:lnTo>
                  <a:pt x="22321" y="43301"/>
                </a:lnTo>
                <a:lnTo>
                  <a:pt x="30658" y="41331"/>
                </a:lnTo>
                <a:lnTo>
                  <a:pt x="37570" y="36266"/>
                </a:lnTo>
                <a:lnTo>
                  <a:pt x="41851" y="29176"/>
                </a:lnTo>
                <a:lnTo>
                  <a:pt x="43162" y="20985"/>
                </a:lnTo>
                <a:lnTo>
                  <a:pt x="41167" y="12614"/>
                </a:lnTo>
                <a:lnTo>
                  <a:pt x="36094" y="5664"/>
                </a:lnTo>
                <a:lnTo>
                  <a:pt x="29011" y="1345"/>
                </a:lnTo>
                <a:lnTo>
                  <a:pt x="2084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727306" y="4608213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79" h="43814">
                <a:moveTo>
                  <a:pt x="41167" y="12614"/>
                </a:moveTo>
                <a:lnTo>
                  <a:pt x="43162" y="20985"/>
                </a:lnTo>
                <a:lnTo>
                  <a:pt x="41851" y="29176"/>
                </a:lnTo>
                <a:lnTo>
                  <a:pt x="37570" y="36266"/>
                </a:lnTo>
                <a:lnTo>
                  <a:pt x="30658" y="41331"/>
                </a:lnTo>
                <a:lnTo>
                  <a:pt x="22321" y="43301"/>
                </a:lnTo>
                <a:lnTo>
                  <a:pt x="14151" y="41956"/>
                </a:lnTo>
                <a:lnTo>
                  <a:pt x="7068" y="37637"/>
                </a:lnTo>
                <a:lnTo>
                  <a:pt x="1995" y="30686"/>
                </a:lnTo>
                <a:lnTo>
                  <a:pt x="0" y="22316"/>
                </a:lnTo>
                <a:lnTo>
                  <a:pt x="1310" y="14125"/>
                </a:lnTo>
                <a:lnTo>
                  <a:pt x="5591" y="7036"/>
                </a:lnTo>
                <a:lnTo>
                  <a:pt x="12503" y="1971"/>
                </a:lnTo>
                <a:lnTo>
                  <a:pt x="20840" y="0"/>
                </a:lnTo>
                <a:lnTo>
                  <a:pt x="29011" y="1345"/>
                </a:lnTo>
                <a:lnTo>
                  <a:pt x="36094" y="5664"/>
                </a:lnTo>
                <a:lnTo>
                  <a:pt x="41167" y="12614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713584" y="5527480"/>
            <a:ext cx="299720" cy="172720"/>
          </a:xfrm>
          <a:custGeom>
            <a:avLst/>
            <a:gdLst/>
            <a:ahLst/>
            <a:cxnLst/>
            <a:rect l="l" t="t" r="r" b="b"/>
            <a:pathLst>
              <a:path w="299720" h="172720">
                <a:moveTo>
                  <a:pt x="299101" y="172684"/>
                </a:moveTo>
                <a:lnTo>
                  <a:pt x="0" y="0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685567" y="550387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143" y="0"/>
                </a:moveTo>
                <a:lnTo>
                  <a:pt x="15884" y="593"/>
                </a:lnTo>
                <a:lnTo>
                  <a:pt x="8437" y="4249"/>
                </a:lnTo>
                <a:lnTo>
                  <a:pt x="2751" y="10708"/>
                </a:lnTo>
                <a:lnTo>
                  <a:pt x="0" y="18862"/>
                </a:lnTo>
                <a:lnTo>
                  <a:pt x="558" y="27138"/>
                </a:lnTo>
                <a:lnTo>
                  <a:pt x="4174" y="34588"/>
                </a:lnTo>
                <a:lnTo>
                  <a:pt x="10596" y="40261"/>
                </a:lnTo>
                <a:lnTo>
                  <a:pt x="18718" y="42985"/>
                </a:lnTo>
                <a:lnTo>
                  <a:pt x="26978" y="42392"/>
                </a:lnTo>
                <a:lnTo>
                  <a:pt x="34425" y="38738"/>
                </a:lnTo>
                <a:lnTo>
                  <a:pt x="40112" y="32279"/>
                </a:lnTo>
                <a:lnTo>
                  <a:pt x="42863" y="24125"/>
                </a:lnTo>
                <a:lnTo>
                  <a:pt x="42304" y="15848"/>
                </a:lnTo>
                <a:lnTo>
                  <a:pt x="38688" y="8397"/>
                </a:lnTo>
                <a:lnTo>
                  <a:pt x="32267" y="2724"/>
                </a:lnTo>
                <a:lnTo>
                  <a:pt x="2414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685567" y="550387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40112" y="32279"/>
                </a:moveTo>
                <a:lnTo>
                  <a:pt x="34425" y="38738"/>
                </a:lnTo>
                <a:lnTo>
                  <a:pt x="26978" y="42392"/>
                </a:lnTo>
                <a:lnTo>
                  <a:pt x="18718" y="42985"/>
                </a:lnTo>
                <a:lnTo>
                  <a:pt x="10596" y="40261"/>
                </a:lnTo>
                <a:lnTo>
                  <a:pt x="4174" y="34588"/>
                </a:lnTo>
                <a:lnTo>
                  <a:pt x="558" y="27138"/>
                </a:lnTo>
                <a:lnTo>
                  <a:pt x="0" y="18862"/>
                </a:lnTo>
                <a:lnTo>
                  <a:pt x="2751" y="10708"/>
                </a:lnTo>
                <a:lnTo>
                  <a:pt x="8437" y="4249"/>
                </a:lnTo>
                <a:lnTo>
                  <a:pt x="15884" y="593"/>
                </a:lnTo>
                <a:lnTo>
                  <a:pt x="24143" y="0"/>
                </a:lnTo>
                <a:lnTo>
                  <a:pt x="32267" y="2724"/>
                </a:lnTo>
                <a:lnTo>
                  <a:pt x="38688" y="8397"/>
                </a:lnTo>
                <a:lnTo>
                  <a:pt x="42304" y="15848"/>
                </a:lnTo>
                <a:lnTo>
                  <a:pt x="42863" y="24125"/>
                </a:lnTo>
                <a:lnTo>
                  <a:pt x="40112" y="32279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863938" y="6018513"/>
            <a:ext cx="0" cy="345440"/>
          </a:xfrm>
          <a:custGeom>
            <a:avLst/>
            <a:gdLst/>
            <a:ahLst/>
            <a:cxnLst/>
            <a:rect l="l" t="t" r="r" b="b"/>
            <a:pathLst>
              <a:path h="345439">
                <a:moveTo>
                  <a:pt x="0" y="345372"/>
                </a:moveTo>
                <a:lnTo>
                  <a:pt x="0" y="0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840803" y="5990181"/>
            <a:ext cx="43815" cy="43180"/>
          </a:xfrm>
          <a:custGeom>
            <a:avLst/>
            <a:gdLst/>
            <a:ahLst/>
            <a:cxnLst/>
            <a:rect l="l" t="t" r="r" b="b"/>
            <a:pathLst>
              <a:path w="43814" h="43179">
                <a:moveTo>
                  <a:pt x="21672" y="0"/>
                </a:moveTo>
                <a:lnTo>
                  <a:pt x="13234" y="1694"/>
                </a:lnTo>
                <a:lnTo>
                  <a:pt x="6346" y="6316"/>
                </a:lnTo>
                <a:lnTo>
                  <a:pt x="1702" y="13173"/>
                </a:lnTo>
                <a:lnTo>
                  <a:pt x="0" y="21570"/>
                </a:lnTo>
                <a:lnTo>
                  <a:pt x="1702" y="29968"/>
                </a:lnTo>
                <a:lnTo>
                  <a:pt x="6346" y="36825"/>
                </a:lnTo>
                <a:lnTo>
                  <a:pt x="13234" y="41447"/>
                </a:lnTo>
                <a:lnTo>
                  <a:pt x="21672" y="43141"/>
                </a:lnTo>
                <a:lnTo>
                  <a:pt x="30108" y="41447"/>
                </a:lnTo>
                <a:lnTo>
                  <a:pt x="36996" y="36825"/>
                </a:lnTo>
                <a:lnTo>
                  <a:pt x="41640" y="29968"/>
                </a:lnTo>
                <a:lnTo>
                  <a:pt x="43343" y="21570"/>
                </a:lnTo>
                <a:lnTo>
                  <a:pt x="41640" y="13173"/>
                </a:lnTo>
                <a:lnTo>
                  <a:pt x="36996" y="6316"/>
                </a:lnTo>
                <a:lnTo>
                  <a:pt x="30108" y="1694"/>
                </a:lnTo>
                <a:lnTo>
                  <a:pt x="2167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840803" y="5990181"/>
            <a:ext cx="43815" cy="43180"/>
          </a:xfrm>
          <a:custGeom>
            <a:avLst/>
            <a:gdLst/>
            <a:ahLst/>
            <a:cxnLst/>
            <a:rect l="l" t="t" r="r" b="b"/>
            <a:pathLst>
              <a:path w="43814" h="43179">
                <a:moveTo>
                  <a:pt x="21672" y="43141"/>
                </a:moveTo>
                <a:lnTo>
                  <a:pt x="13234" y="41447"/>
                </a:lnTo>
                <a:lnTo>
                  <a:pt x="6346" y="36825"/>
                </a:lnTo>
                <a:lnTo>
                  <a:pt x="1702" y="29968"/>
                </a:lnTo>
                <a:lnTo>
                  <a:pt x="0" y="21570"/>
                </a:lnTo>
                <a:lnTo>
                  <a:pt x="1702" y="13173"/>
                </a:lnTo>
                <a:lnTo>
                  <a:pt x="6346" y="6316"/>
                </a:lnTo>
                <a:lnTo>
                  <a:pt x="13234" y="1694"/>
                </a:lnTo>
                <a:lnTo>
                  <a:pt x="21672" y="0"/>
                </a:lnTo>
                <a:lnTo>
                  <a:pt x="30108" y="1694"/>
                </a:lnTo>
                <a:lnTo>
                  <a:pt x="36996" y="6316"/>
                </a:lnTo>
                <a:lnTo>
                  <a:pt x="41640" y="13173"/>
                </a:lnTo>
                <a:lnTo>
                  <a:pt x="43343" y="21570"/>
                </a:lnTo>
                <a:lnTo>
                  <a:pt x="41640" y="29968"/>
                </a:lnTo>
                <a:lnTo>
                  <a:pt x="36996" y="36825"/>
                </a:lnTo>
                <a:lnTo>
                  <a:pt x="30108" y="41447"/>
                </a:lnTo>
                <a:lnTo>
                  <a:pt x="21672" y="43141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714767" y="5528211"/>
            <a:ext cx="299720" cy="172720"/>
          </a:xfrm>
          <a:custGeom>
            <a:avLst/>
            <a:gdLst/>
            <a:ahLst/>
            <a:cxnLst/>
            <a:rect l="l" t="t" r="r" b="b"/>
            <a:pathLst>
              <a:path w="299719" h="172720">
                <a:moveTo>
                  <a:pt x="0" y="172688"/>
                </a:moveTo>
                <a:lnTo>
                  <a:pt x="299102" y="0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997560" y="550207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18718" y="0"/>
                </a:moveTo>
                <a:lnTo>
                  <a:pt x="10596" y="2723"/>
                </a:lnTo>
                <a:lnTo>
                  <a:pt x="4174" y="8397"/>
                </a:lnTo>
                <a:lnTo>
                  <a:pt x="558" y="15848"/>
                </a:lnTo>
                <a:lnTo>
                  <a:pt x="0" y="24125"/>
                </a:lnTo>
                <a:lnTo>
                  <a:pt x="2751" y="32280"/>
                </a:lnTo>
                <a:lnTo>
                  <a:pt x="8436" y="38739"/>
                </a:lnTo>
                <a:lnTo>
                  <a:pt x="15883" y="42393"/>
                </a:lnTo>
                <a:lnTo>
                  <a:pt x="24143" y="42985"/>
                </a:lnTo>
                <a:lnTo>
                  <a:pt x="32268" y="40261"/>
                </a:lnTo>
                <a:lnTo>
                  <a:pt x="38688" y="34588"/>
                </a:lnTo>
                <a:lnTo>
                  <a:pt x="42303" y="27138"/>
                </a:lnTo>
                <a:lnTo>
                  <a:pt x="42862" y="18862"/>
                </a:lnTo>
                <a:lnTo>
                  <a:pt x="40112" y="10709"/>
                </a:lnTo>
                <a:lnTo>
                  <a:pt x="34425" y="4249"/>
                </a:lnTo>
                <a:lnTo>
                  <a:pt x="26978" y="594"/>
                </a:lnTo>
                <a:lnTo>
                  <a:pt x="1871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97560" y="550207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2751" y="32280"/>
                </a:moveTo>
                <a:lnTo>
                  <a:pt x="0" y="24125"/>
                </a:lnTo>
                <a:lnTo>
                  <a:pt x="558" y="15848"/>
                </a:lnTo>
                <a:lnTo>
                  <a:pt x="4174" y="8397"/>
                </a:lnTo>
                <a:lnTo>
                  <a:pt x="10596" y="2723"/>
                </a:lnTo>
                <a:lnTo>
                  <a:pt x="18718" y="0"/>
                </a:lnTo>
                <a:lnTo>
                  <a:pt x="26978" y="594"/>
                </a:lnTo>
                <a:lnTo>
                  <a:pt x="34425" y="4249"/>
                </a:lnTo>
                <a:lnTo>
                  <a:pt x="40112" y="10709"/>
                </a:lnTo>
                <a:lnTo>
                  <a:pt x="42862" y="18862"/>
                </a:lnTo>
                <a:lnTo>
                  <a:pt x="42303" y="27138"/>
                </a:lnTo>
                <a:lnTo>
                  <a:pt x="38688" y="34588"/>
                </a:lnTo>
                <a:lnTo>
                  <a:pt x="32268" y="40261"/>
                </a:lnTo>
                <a:lnTo>
                  <a:pt x="24143" y="42985"/>
                </a:lnTo>
                <a:lnTo>
                  <a:pt x="15883" y="42393"/>
                </a:lnTo>
                <a:lnTo>
                  <a:pt x="8436" y="38739"/>
                </a:lnTo>
                <a:lnTo>
                  <a:pt x="2751" y="32280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668903" y="4460080"/>
            <a:ext cx="311150" cy="150495"/>
          </a:xfrm>
          <a:custGeom>
            <a:avLst/>
            <a:gdLst/>
            <a:ahLst/>
            <a:cxnLst/>
            <a:rect l="l" t="t" r="r" b="b"/>
            <a:pathLst>
              <a:path w="311150" h="150495">
                <a:moveTo>
                  <a:pt x="0" y="0"/>
                </a:moveTo>
                <a:lnTo>
                  <a:pt x="310935" y="150332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964996" y="4590405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80" h="43814">
                <a:moveTo>
                  <a:pt x="22698" y="0"/>
                </a:moveTo>
                <a:lnTo>
                  <a:pt x="14504" y="1195"/>
                </a:lnTo>
                <a:lnTo>
                  <a:pt x="7344" y="5384"/>
                </a:lnTo>
                <a:lnTo>
                  <a:pt x="2145" y="12242"/>
                </a:lnTo>
                <a:lnTo>
                  <a:pt x="0" y="20576"/>
                </a:lnTo>
                <a:lnTo>
                  <a:pt x="1163" y="28789"/>
                </a:lnTo>
                <a:lnTo>
                  <a:pt x="5314" y="35954"/>
                </a:lnTo>
                <a:lnTo>
                  <a:pt x="12131" y="41142"/>
                </a:lnTo>
                <a:lnTo>
                  <a:pt x="20433" y="43265"/>
                </a:lnTo>
                <a:lnTo>
                  <a:pt x="28628" y="42068"/>
                </a:lnTo>
                <a:lnTo>
                  <a:pt x="35788" y="37878"/>
                </a:lnTo>
                <a:lnTo>
                  <a:pt x="40985" y="31019"/>
                </a:lnTo>
                <a:lnTo>
                  <a:pt x="43133" y="22686"/>
                </a:lnTo>
                <a:lnTo>
                  <a:pt x="41970" y="14473"/>
                </a:lnTo>
                <a:lnTo>
                  <a:pt x="37819" y="7309"/>
                </a:lnTo>
                <a:lnTo>
                  <a:pt x="30999" y="2123"/>
                </a:lnTo>
                <a:lnTo>
                  <a:pt x="22698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964996" y="4590405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80" h="43814">
                <a:moveTo>
                  <a:pt x="2145" y="12242"/>
                </a:moveTo>
                <a:lnTo>
                  <a:pt x="7344" y="5384"/>
                </a:lnTo>
                <a:lnTo>
                  <a:pt x="14504" y="1195"/>
                </a:lnTo>
                <a:lnTo>
                  <a:pt x="22698" y="0"/>
                </a:lnTo>
                <a:lnTo>
                  <a:pt x="30999" y="2123"/>
                </a:lnTo>
                <a:lnTo>
                  <a:pt x="37819" y="7309"/>
                </a:lnTo>
                <a:lnTo>
                  <a:pt x="41970" y="14473"/>
                </a:lnTo>
                <a:lnTo>
                  <a:pt x="43133" y="22686"/>
                </a:lnTo>
                <a:lnTo>
                  <a:pt x="40985" y="31019"/>
                </a:lnTo>
                <a:lnTo>
                  <a:pt x="35788" y="37878"/>
                </a:lnTo>
                <a:lnTo>
                  <a:pt x="28628" y="42068"/>
                </a:lnTo>
                <a:lnTo>
                  <a:pt x="20433" y="43265"/>
                </a:lnTo>
                <a:lnTo>
                  <a:pt x="12131" y="41142"/>
                </a:lnTo>
                <a:lnTo>
                  <a:pt x="5314" y="35954"/>
                </a:lnTo>
                <a:lnTo>
                  <a:pt x="1163" y="28789"/>
                </a:lnTo>
                <a:lnTo>
                  <a:pt x="0" y="20576"/>
                </a:lnTo>
                <a:lnTo>
                  <a:pt x="2145" y="12242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954218" y="4126802"/>
            <a:ext cx="1813560" cy="1813560"/>
          </a:xfrm>
          <a:custGeom>
            <a:avLst/>
            <a:gdLst/>
            <a:ahLst/>
            <a:cxnLst/>
            <a:rect l="l" t="t" r="r" b="b"/>
            <a:pathLst>
              <a:path w="1813560" h="1813560">
                <a:moveTo>
                  <a:pt x="906627" y="0"/>
                </a:moveTo>
                <a:lnTo>
                  <a:pt x="858477" y="1256"/>
                </a:lnTo>
                <a:lnTo>
                  <a:pt x="810981" y="4985"/>
                </a:lnTo>
                <a:lnTo>
                  <a:pt x="764203" y="11122"/>
                </a:lnTo>
                <a:lnTo>
                  <a:pt x="718205" y="19606"/>
                </a:lnTo>
                <a:lnTo>
                  <a:pt x="673049" y="30373"/>
                </a:lnTo>
                <a:lnTo>
                  <a:pt x="628798" y="43361"/>
                </a:lnTo>
                <a:lnTo>
                  <a:pt x="585515" y="58508"/>
                </a:lnTo>
                <a:lnTo>
                  <a:pt x="543263" y="75750"/>
                </a:lnTo>
                <a:lnTo>
                  <a:pt x="502104" y="95026"/>
                </a:lnTo>
                <a:lnTo>
                  <a:pt x="462101" y="116272"/>
                </a:lnTo>
                <a:lnTo>
                  <a:pt x="423316" y="139425"/>
                </a:lnTo>
                <a:lnTo>
                  <a:pt x="385813" y="164424"/>
                </a:lnTo>
                <a:lnTo>
                  <a:pt x="349653" y="191205"/>
                </a:lnTo>
                <a:lnTo>
                  <a:pt x="314900" y="219706"/>
                </a:lnTo>
                <a:lnTo>
                  <a:pt x="281616" y="249864"/>
                </a:lnTo>
                <a:lnTo>
                  <a:pt x="249863" y="281616"/>
                </a:lnTo>
                <a:lnTo>
                  <a:pt x="219705" y="314900"/>
                </a:lnTo>
                <a:lnTo>
                  <a:pt x="191205" y="349654"/>
                </a:lnTo>
                <a:lnTo>
                  <a:pt x="164424" y="385813"/>
                </a:lnTo>
                <a:lnTo>
                  <a:pt x="139425" y="423317"/>
                </a:lnTo>
                <a:lnTo>
                  <a:pt x="116272" y="462102"/>
                </a:lnTo>
                <a:lnTo>
                  <a:pt x="95026" y="502105"/>
                </a:lnTo>
                <a:lnTo>
                  <a:pt x="75750" y="543264"/>
                </a:lnTo>
                <a:lnTo>
                  <a:pt x="58508" y="585516"/>
                </a:lnTo>
                <a:lnTo>
                  <a:pt x="43361" y="628799"/>
                </a:lnTo>
                <a:lnTo>
                  <a:pt x="30373" y="673049"/>
                </a:lnTo>
                <a:lnTo>
                  <a:pt x="19606" y="718205"/>
                </a:lnTo>
                <a:lnTo>
                  <a:pt x="11122" y="764203"/>
                </a:lnTo>
                <a:lnTo>
                  <a:pt x="4985" y="810982"/>
                </a:lnTo>
                <a:lnTo>
                  <a:pt x="1256" y="858477"/>
                </a:lnTo>
                <a:lnTo>
                  <a:pt x="0" y="906627"/>
                </a:lnTo>
                <a:lnTo>
                  <a:pt x="1256" y="954777"/>
                </a:lnTo>
                <a:lnTo>
                  <a:pt x="4985" y="1002273"/>
                </a:lnTo>
                <a:lnTo>
                  <a:pt x="11122" y="1049051"/>
                </a:lnTo>
                <a:lnTo>
                  <a:pt x="19606" y="1095049"/>
                </a:lnTo>
                <a:lnTo>
                  <a:pt x="30373" y="1140205"/>
                </a:lnTo>
                <a:lnTo>
                  <a:pt x="43361" y="1184456"/>
                </a:lnTo>
                <a:lnTo>
                  <a:pt x="58508" y="1227738"/>
                </a:lnTo>
                <a:lnTo>
                  <a:pt x="75750" y="1269990"/>
                </a:lnTo>
                <a:lnTo>
                  <a:pt x="95026" y="1311149"/>
                </a:lnTo>
                <a:lnTo>
                  <a:pt x="116272" y="1351153"/>
                </a:lnTo>
                <a:lnTo>
                  <a:pt x="139425" y="1389937"/>
                </a:lnTo>
                <a:lnTo>
                  <a:pt x="164424" y="1427441"/>
                </a:lnTo>
                <a:lnTo>
                  <a:pt x="191205" y="1463601"/>
                </a:lnTo>
                <a:lnTo>
                  <a:pt x="219705" y="1498354"/>
                </a:lnTo>
                <a:lnTo>
                  <a:pt x="249863" y="1531638"/>
                </a:lnTo>
                <a:lnTo>
                  <a:pt x="281616" y="1563390"/>
                </a:lnTo>
                <a:lnTo>
                  <a:pt x="314900" y="1593548"/>
                </a:lnTo>
                <a:lnTo>
                  <a:pt x="349653" y="1622049"/>
                </a:lnTo>
                <a:lnTo>
                  <a:pt x="385813" y="1648830"/>
                </a:lnTo>
                <a:lnTo>
                  <a:pt x="423316" y="1673829"/>
                </a:lnTo>
                <a:lnTo>
                  <a:pt x="462101" y="1696982"/>
                </a:lnTo>
                <a:lnTo>
                  <a:pt x="502104" y="1718228"/>
                </a:lnTo>
                <a:lnTo>
                  <a:pt x="543263" y="1737504"/>
                </a:lnTo>
                <a:lnTo>
                  <a:pt x="585515" y="1754746"/>
                </a:lnTo>
                <a:lnTo>
                  <a:pt x="628798" y="1769893"/>
                </a:lnTo>
                <a:lnTo>
                  <a:pt x="673049" y="1782881"/>
                </a:lnTo>
                <a:lnTo>
                  <a:pt x="718205" y="1793649"/>
                </a:lnTo>
                <a:lnTo>
                  <a:pt x="764203" y="1802132"/>
                </a:lnTo>
                <a:lnTo>
                  <a:pt x="810981" y="1808270"/>
                </a:lnTo>
                <a:lnTo>
                  <a:pt x="858477" y="1811998"/>
                </a:lnTo>
                <a:lnTo>
                  <a:pt x="906627" y="1813255"/>
                </a:lnTo>
                <a:lnTo>
                  <a:pt x="954777" y="1811998"/>
                </a:lnTo>
                <a:lnTo>
                  <a:pt x="1002273" y="1808270"/>
                </a:lnTo>
                <a:lnTo>
                  <a:pt x="1049051" y="1802132"/>
                </a:lnTo>
                <a:lnTo>
                  <a:pt x="1095049" y="1793649"/>
                </a:lnTo>
                <a:lnTo>
                  <a:pt x="1140205" y="1782881"/>
                </a:lnTo>
                <a:lnTo>
                  <a:pt x="1184456" y="1769893"/>
                </a:lnTo>
                <a:lnTo>
                  <a:pt x="1227738" y="1754746"/>
                </a:lnTo>
                <a:lnTo>
                  <a:pt x="1269990" y="1737504"/>
                </a:lnTo>
                <a:lnTo>
                  <a:pt x="1311149" y="1718228"/>
                </a:lnTo>
                <a:lnTo>
                  <a:pt x="1351153" y="1696982"/>
                </a:lnTo>
                <a:lnTo>
                  <a:pt x="1389937" y="1673829"/>
                </a:lnTo>
                <a:lnTo>
                  <a:pt x="1427441" y="1648830"/>
                </a:lnTo>
                <a:lnTo>
                  <a:pt x="1463601" y="1622049"/>
                </a:lnTo>
                <a:lnTo>
                  <a:pt x="1498354" y="1593548"/>
                </a:lnTo>
                <a:lnTo>
                  <a:pt x="1531638" y="1563390"/>
                </a:lnTo>
                <a:lnTo>
                  <a:pt x="1563390" y="1531638"/>
                </a:lnTo>
                <a:lnTo>
                  <a:pt x="1593548" y="1498354"/>
                </a:lnTo>
                <a:lnTo>
                  <a:pt x="1622049" y="1463601"/>
                </a:lnTo>
                <a:lnTo>
                  <a:pt x="1648830" y="1427441"/>
                </a:lnTo>
                <a:lnTo>
                  <a:pt x="1673829" y="1389937"/>
                </a:lnTo>
                <a:lnTo>
                  <a:pt x="1696982" y="1351153"/>
                </a:lnTo>
                <a:lnTo>
                  <a:pt x="1718228" y="1311149"/>
                </a:lnTo>
                <a:lnTo>
                  <a:pt x="1737504" y="1269990"/>
                </a:lnTo>
                <a:lnTo>
                  <a:pt x="1754746" y="1227738"/>
                </a:lnTo>
                <a:lnTo>
                  <a:pt x="1769893" y="1184456"/>
                </a:lnTo>
                <a:lnTo>
                  <a:pt x="1782881" y="1140205"/>
                </a:lnTo>
                <a:lnTo>
                  <a:pt x="1793649" y="1095049"/>
                </a:lnTo>
                <a:lnTo>
                  <a:pt x="1802132" y="1049051"/>
                </a:lnTo>
                <a:lnTo>
                  <a:pt x="1808270" y="1002273"/>
                </a:lnTo>
                <a:lnTo>
                  <a:pt x="1811998" y="954777"/>
                </a:lnTo>
                <a:lnTo>
                  <a:pt x="1813255" y="906627"/>
                </a:lnTo>
                <a:lnTo>
                  <a:pt x="1811998" y="858477"/>
                </a:lnTo>
                <a:lnTo>
                  <a:pt x="1808270" y="810982"/>
                </a:lnTo>
                <a:lnTo>
                  <a:pt x="1802132" y="764203"/>
                </a:lnTo>
                <a:lnTo>
                  <a:pt x="1793649" y="718205"/>
                </a:lnTo>
                <a:lnTo>
                  <a:pt x="1782881" y="673049"/>
                </a:lnTo>
                <a:lnTo>
                  <a:pt x="1769893" y="628799"/>
                </a:lnTo>
                <a:lnTo>
                  <a:pt x="1754746" y="585516"/>
                </a:lnTo>
                <a:lnTo>
                  <a:pt x="1737504" y="543264"/>
                </a:lnTo>
                <a:lnTo>
                  <a:pt x="1718228" y="502105"/>
                </a:lnTo>
                <a:lnTo>
                  <a:pt x="1696982" y="462102"/>
                </a:lnTo>
                <a:lnTo>
                  <a:pt x="1673829" y="423317"/>
                </a:lnTo>
                <a:lnTo>
                  <a:pt x="1648830" y="385813"/>
                </a:lnTo>
                <a:lnTo>
                  <a:pt x="1622049" y="349654"/>
                </a:lnTo>
                <a:lnTo>
                  <a:pt x="1593548" y="314900"/>
                </a:lnTo>
                <a:lnTo>
                  <a:pt x="1563390" y="281616"/>
                </a:lnTo>
                <a:lnTo>
                  <a:pt x="1531638" y="249864"/>
                </a:lnTo>
                <a:lnTo>
                  <a:pt x="1498354" y="219706"/>
                </a:lnTo>
                <a:lnTo>
                  <a:pt x="1463601" y="191205"/>
                </a:lnTo>
                <a:lnTo>
                  <a:pt x="1427441" y="164424"/>
                </a:lnTo>
                <a:lnTo>
                  <a:pt x="1389937" y="139425"/>
                </a:lnTo>
                <a:lnTo>
                  <a:pt x="1351153" y="116272"/>
                </a:lnTo>
                <a:lnTo>
                  <a:pt x="1311149" y="95026"/>
                </a:lnTo>
                <a:lnTo>
                  <a:pt x="1269990" y="75750"/>
                </a:lnTo>
                <a:lnTo>
                  <a:pt x="1227738" y="58508"/>
                </a:lnTo>
                <a:lnTo>
                  <a:pt x="1184456" y="43361"/>
                </a:lnTo>
                <a:lnTo>
                  <a:pt x="1140205" y="30373"/>
                </a:lnTo>
                <a:lnTo>
                  <a:pt x="1095049" y="19606"/>
                </a:lnTo>
                <a:lnTo>
                  <a:pt x="1049051" y="11122"/>
                </a:lnTo>
                <a:lnTo>
                  <a:pt x="1002273" y="4985"/>
                </a:lnTo>
                <a:lnTo>
                  <a:pt x="954777" y="1256"/>
                </a:lnTo>
                <a:lnTo>
                  <a:pt x="90662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066778" y="4199968"/>
            <a:ext cx="1552129" cy="22488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36306" y="6448654"/>
            <a:ext cx="1254125" cy="1254125"/>
          </a:xfrm>
          <a:custGeom>
            <a:avLst/>
            <a:gdLst/>
            <a:ahLst/>
            <a:cxnLst/>
            <a:rect l="l" t="t" r="r" b="b"/>
            <a:pathLst>
              <a:path w="1254125" h="1254125">
                <a:moveTo>
                  <a:pt x="626784" y="0"/>
                </a:moveTo>
                <a:lnTo>
                  <a:pt x="675767" y="1885"/>
                </a:lnTo>
                <a:lnTo>
                  <a:pt x="723718" y="7450"/>
                </a:lnTo>
                <a:lnTo>
                  <a:pt x="770500" y="16553"/>
                </a:lnTo>
                <a:lnTo>
                  <a:pt x="815971" y="29057"/>
                </a:lnTo>
                <a:lnTo>
                  <a:pt x="859994" y="44821"/>
                </a:lnTo>
                <a:lnTo>
                  <a:pt x="902428" y="63707"/>
                </a:lnTo>
                <a:lnTo>
                  <a:pt x="943134" y="85574"/>
                </a:lnTo>
                <a:lnTo>
                  <a:pt x="981973" y="110284"/>
                </a:lnTo>
                <a:lnTo>
                  <a:pt x="1018806" y="137697"/>
                </a:lnTo>
                <a:lnTo>
                  <a:pt x="1053492" y="167674"/>
                </a:lnTo>
                <a:lnTo>
                  <a:pt x="1085894" y="200076"/>
                </a:lnTo>
                <a:lnTo>
                  <a:pt x="1115871" y="234762"/>
                </a:lnTo>
                <a:lnTo>
                  <a:pt x="1143285" y="271595"/>
                </a:lnTo>
                <a:lnTo>
                  <a:pt x="1167995" y="310434"/>
                </a:lnTo>
                <a:lnTo>
                  <a:pt x="1189862" y="351140"/>
                </a:lnTo>
                <a:lnTo>
                  <a:pt x="1208748" y="393574"/>
                </a:lnTo>
                <a:lnTo>
                  <a:pt x="1224512" y="437597"/>
                </a:lnTo>
                <a:lnTo>
                  <a:pt x="1237016" y="483069"/>
                </a:lnTo>
                <a:lnTo>
                  <a:pt x="1246119" y="529850"/>
                </a:lnTo>
                <a:lnTo>
                  <a:pt x="1251684" y="577802"/>
                </a:lnTo>
                <a:lnTo>
                  <a:pt x="1253570" y="626785"/>
                </a:lnTo>
                <a:lnTo>
                  <a:pt x="1251684" y="675768"/>
                </a:lnTo>
                <a:lnTo>
                  <a:pt x="1246119" y="723719"/>
                </a:lnTo>
                <a:lnTo>
                  <a:pt x="1237016" y="770500"/>
                </a:lnTo>
                <a:lnTo>
                  <a:pt x="1224512" y="815972"/>
                </a:lnTo>
                <a:lnTo>
                  <a:pt x="1208748" y="859994"/>
                </a:lnTo>
                <a:lnTo>
                  <a:pt x="1189862" y="902428"/>
                </a:lnTo>
                <a:lnTo>
                  <a:pt x="1167995" y="943135"/>
                </a:lnTo>
                <a:lnTo>
                  <a:pt x="1143285" y="981974"/>
                </a:lnTo>
                <a:lnTo>
                  <a:pt x="1115871" y="1018806"/>
                </a:lnTo>
                <a:lnTo>
                  <a:pt x="1085894" y="1053493"/>
                </a:lnTo>
                <a:lnTo>
                  <a:pt x="1053492" y="1085895"/>
                </a:lnTo>
                <a:lnTo>
                  <a:pt x="1018806" y="1115872"/>
                </a:lnTo>
                <a:lnTo>
                  <a:pt x="981973" y="1143285"/>
                </a:lnTo>
                <a:lnTo>
                  <a:pt x="943134" y="1167996"/>
                </a:lnTo>
                <a:lnTo>
                  <a:pt x="902428" y="1189863"/>
                </a:lnTo>
                <a:lnTo>
                  <a:pt x="859994" y="1208749"/>
                </a:lnTo>
                <a:lnTo>
                  <a:pt x="815971" y="1224513"/>
                </a:lnTo>
                <a:lnTo>
                  <a:pt x="770500" y="1237017"/>
                </a:lnTo>
                <a:lnTo>
                  <a:pt x="723718" y="1246121"/>
                </a:lnTo>
                <a:lnTo>
                  <a:pt x="675767" y="1251685"/>
                </a:lnTo>
                <a:lnTo>
                  <a:pt x="626784" y="1253571"/>
                </a:lnTo>
                <a:lnTo>
                  <a:pt x="577801" y="1251685"/>
                </a:lnTo>
                <a:lnTo>
                  <a:pt x="529850" y="1246121"/>
                </a:lnTo>
                <a:lnTo>
                  <a:pt x="483069" y="1237017"/>
                </a:lnTo>
                <a:lnTo>
                  <a:pt x="437597" y="1224513"/>
                </a:lnTo>
                <a:lnTo>
                  <a:pt x="393575" y="1208749"/>
                </a:lnTo>
                <a:lnTo>
                  <a:pt x="351141" y="1189863"/>
                </a:lnTo>
                <a:lnTo>
                  <a:pt x="310435" y="1167996"/>
                </a:lnTo>
                <a:lnTo>
                  <a:pt x="271596" y="1143285"/>
                </a:lnTo>
                <a:lnTo>
                  <a:pt x="234763" y="1115872"/>
                </a:lnTo>
                <a:lnTo>
                  <a:pt x="200076" y="1085895"/>
                </a:lnTo>
                <a:lnTo>
                  <a:pt x="167675" y="1053493"/>
                </a:lnTo>
                <a:lnTo>
                  <a:pt x="137698" y="1018806"/>
                </a:lnTo>
                <a:lnTo>
                  <a:pt x="110284" y="981974"/>
                </a:lnTo>
                <a:lnTo>
                  <a:pt x="85574" y="943135"/>
                </a:lnTo>
                <a:lnTo>
                  <a:pt x="63707" y="902428"/>
                </a:lnTo>
                <a:lnTo>
                  <a:pt x="44821" y="859994"/>
                </a:lnTo>
                <a:lnTo>
                  <a:pt x="29057" y="815972"/>
                </a:lnTo>
                <a:lnTo>
                  <a:pt x="16553" y="770500"/>
                </a:lnTo>
                <a:lnTo>
                  <a:pt x="7450" y="723719"/>
                </a:lnTo>
                <a:lnTo>
                  <a:pt x="1885" y="675768"/>
                </a:lnTo>
                <a:lnTo>
                  <a:pt x="0" y="626785"/>
                </a:lnTo>
                <a:lnTo>
                  <a:pt x="1885" y="577802"/>
                </a:lnTo>
                <a:lnTo>
                  <a:pt x="7450" y="529850"/>
                </a:lnTo>
                <a:lnTo>
                  <a:pt x="16553" y="483069"/>
                </a:lnTo>
                <a:lnTo>
                  <a:pt x="29057" y="437597"/>
                </a:lnTo>
                <a:lnTo>
                  <a:pt x="44821" y="393574"/>
                </a:lnTo>
                <a:lnTo>
                  <a:pt x="63707" y="351140"/>
                </a:lnTo>
                <a:lnTo>
                  <a:pt x="85574" y="310434"/>
                </a:lnTo>
                <a:lnTo>
                  <a:pt x="110284" y="271595"/>
                </a:lnTo>
                <a:lnTo>
                  <a:pt x="137698" y="234762"/>
                </a:lnTo>
                <a:lnTo>
                  <a:pt x="167675" y="200076"/>
                </a:lnTo>
                <a:lnTo>
                  <a:pt x="200076" y="167674"/>
                </a:lnTo>
                <a:lnTo>
                  <a:pt x="234763" y="137697"/>
                </a:lnTo>
                <a:lnTo>
                  <a:pt x="271596" y="110284"/>
                </a:lnTo>
                <a:lnTo>
                  <a:pt x="310435" y="85574"/>
                </a:lnTo>
                <a:lnTo>
                  <a:pt x="351141" y="63707"/>
                </a:lnTo>
                <a:lnTo>
                  <a:pt x="393575" y="44821"/>
                </a:lnTo>
                <a:lnTo>
                  <a:pt x="437597" y="29057"/>
                </a:lnTo>
                <a:lnTo>
                  <a:pt x="483069" y="16553"/>
                </a:lnTo>
                <a:lnTo>
                  <a:pt x="529850" y="7450"/>
                </a:lnTo>
                <a:lnTo>
                  <a:pt x="577801" y="1885"/>
                </a:lnTo>
                <a:lnTo>
                  <a:pt x="626784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285360" y="6497708"/>
            <a:ext cx="1155700" cy="1155700"/>
          </a:xfrm>
          <a:custGeom>
            <a:avLst/>
            <a:gdLst/>
            <a:ahLst/>
            <a:cxnLst/>
            <a:rect l="l" t="t" r="r" b="b"/>
            <a:pathLst>
              <a:path w="1155700" h="1155700">
                <a:moveTo>
                  <a:pt x="577730" y="0"/>
                </a:moveTo>
                <a:lnTo>
                  <a:pt x="530347" y="1915"/>
                </a:lnTo>
                <a:lnTo>
                  <a:pt x="484019" y="7561"/>
                </a:lnTo>
                <a:lnTo>
                  <a:pt x="438895" y="16790"/>
                </a:lnTo>
                <a:lnTo>
                  <a:pt x="395123" y="29453"/>
                </a:lnTo>
                <a:lnTo>
                  <a:pt x="352852" y="45401"/>
                </a:lnTo>
                <a:lnTo>
                  <a:pt x="312230" y="64485"/>
                </a:lnTo>
                <a:lnTo>
                  <a:pt x="273407" y="86557"/>
                </a:lnTo>
                <a:lnTo>
                  <a:pt x="236530" y="111469"/>
                </a:lnTo>
                <a:lnTo>
                  <a:pt x="201750" y="139070"/>
                </a:lnTo>
                <a:lnTo>
                  <a:pt x="169213" y="169214"/>
                </a:lnTo>
                <a:lnTo>
                  <a:pt x="139070" y="201750"/>
                </a:lnTo>
                <a:lnTo>
                  <a:pt x="111468" y="236531"/>
                </a:lnTo>
                <a:lnTo>
                  <a:pt x="86557" y="273408"/>
                </a:lnTo>
                <a:lnTo>
                  <a:pt x="64485" y="312231"/>
                </a:lnTo>
                <a:lnTo>
                  <a:pt x="45401" y="352853"/>
                </a:lnTo>
                <a:lnTo>
                  <a:pt x="29453" y="395124"/>
                </a:lnTo>
                <a:lnTo>
                  <a:pt x="16790" y="438896"/>
                </a:lnTo>
                <a:lnTo>
                  <a:pt x="7561" y="484021"/>
                </a:lnTo>
                <a:lnTo>
                  <a:pt x="1915" y="530349"/>
                </a:lnTo>
                <a:lnTo>
                  <a:pt x="0" y="577731"/>
                </a:lnTo>
                <a:lnTo>
                  <a:pt x="1915" y="625114"/>
                </a:lnTo>
                <a:lnTo>
                  <a:pt x="7561" y="671442"/>
                </a:lnTo>
                <a:lnTo>
                  <a:pt x="16790" y="716567"/>
                </a:lnTo>
                <a:lnTo>
                  <a:pt x="29453" y="760339"/>
                </a:lnTo>
                <a:lnTo>
                  <a:pt x="45401" y="802610"/>
                </a:lnTo>
                <a:lnTo>
                  <a:pt x="64485" y="843232"/>
                </a:lnTo>
                <a:lnTo>
                  <a:pt x="86557" y="882055"/>
                </a:lnTo>
                <a:lnTo>
                  <a:pt x="111468" y="918932"/>
                </a:lnTo>
                <a:lnTo>
                  <a:pt x="139070" y="953712"/>
                </a:lnTo>
                <a:lnTo>
                  <a:pt x="169213" y="986249"/>
                </a:lnTo>
                <a:lnTo>
                  <a:pt x="201750" y="1016392"/>
                </a:lnTo>
                <a:lnTo>
                  <a:pt x="236530" y="1043994"/>
                </a:lnTo>
                <a:lnTo>
                  <a:pt x="273407" y="1068905"/>
                </a:lnTo>
                <a:lnTo>
                  <a:pt x="312230" y="1090978"/>
                </a:lnTo>
                <a:lnTo>
                  <a:pt x="352852" y="1110062"/>
                </a:lnTo>
                <a:lnTo>
                  <a:pt x="395123" y="1126010"/>
                </a:lnTo>
                <a:lnTo>
                  <a:pt x="438895" y="1138673"/>
                </a:lnTo>
                <a:lnTo>
                  <a:pt x="484019" y="1147902"/>
                </a:lnTo>
                <a:lnTo>
                  <a:pt x="530347" y="1153548"/>
                </a:lnTo>
                <a:lnTo>
                  <a:pt x="577730" y="1155463"/>
                </a:lnTo>
                <a:lnTo>
                  <a:pt x="625113" y="1153548"/>
                </a:lnTo>
                <a:lnTo>
                  <a:pt x="671441" y="1147902"/>
                </a:lnTo>
                <a:lnTo>
                  <a:pt x="716566" y="1138673"/>
                </a:lnTo>
                <a:lnTo>
                  <a:pt x="760338" y="1126010"/>
                </a:lnTo>
                <a:lnTo>
                  <a:pt x="802609" y="1110062"/>
                </a:lnTo>
                <a:lnTo>
                  <a:pt x="843231" y="1090978"/>
                </a:lnTo>
                <a:lnTo>
                  <a:pt x="882055" y="1068905"/>
                </a:lnTo>
                <a:lnTo>
                  <a:pt x="918931" y="1043994"/>
                </a:lnTo>
                <a:lnTo>
                  <a:pt x="953712" y="1016392"/>
                </a:lnTo>
                <a:lnTo>
                  <a:pt x="986248" y="986249"/>
                </a:lnTo>
                <a:lnTo>
                  <a:pt x="1016392" y="953712"/>
                </a:lnTo>
                <a:lnTo>
                  <a:pt x="1043993" y="918932"/>
                </a:lnTo>
                <a:lnTo>
                  <a:pt x="1068904" y="882055"/>
                </a:lnTo>
                <a:lnTo>
                  <a:pt x="1090977" y="843232"/>
                </a:lnTo>
                <a:lnTo>
                  <a:pt x="1110061" y="802610"/>
                </a:lnTo>
                <a:lnTo>
                  <a:pt x="1126009" y="760339"/>
                </a:lnTo>
                <a:lnTo>
                  <a:pt x="1138672" y="716567"/>
                </a:lnTo>
                <a:lnTo>
                  <a:pt x="1147900" y="671442"/>
                </a:lnTo>
                <a:lnTo>
                  <a:pt x="1153547" y="625114"/>
                </a:lnTo>
                <a:lnTo>
                  <a:pt x="1155462" y="577731"/>
                </a:lnTo>
                <a:lnTo>
                  <a:pt x="1153547" y="530349"/>
                </a:lnTo>
                <a:lnTo>
                  <a:pt x="1147900" y="484021"/>
                </a:lnTo>
                <a:lnTo>
                  <a:pt x="1138672" y="438896"/>
                </a:lnTo>
                <a:lnTo>
                  <a:pt x="1126009" y="395124"/>
                </a:lnTo>
                <a:lnTo>
                  <a:pt x="1110061" y="352853"/>
                </a:lnTo>
                <a:lnTo>
                  <a:pt x="1090977" y="312231"/>
                </a:lnTo>
                <a:lnTo>
                  <a:pt x="1068904" y="273408"/>
                </a:lnTo>
                <a:lnTo>
                  <a:pt x="1043993" y="236531"/>
                </a:lnTo>
                <a:lnTo>
                  <a:pt x="1016392" y="201750"/>
                </a:lnTo>
                <a:lnTo>
                  <a:pt x="986248" y="169214"/>
                </a:lnTo>
                <a:lnTo>
                  <a:pt x="953712" y="139070"/>
                </a:lnTo>
                <a:lnTo>
                  <a:pt x="918931" y="111469"/>
                </a:lnTo>
                <a:lnTo>
                  <a:pt x="882055" y="86557"/>
                </a:lnTo>
                <a:lnTo>
                  <a:pt x="843231" y="64485"/>
                </a:lnTo>
                <a:lnTo>
                  <a:pt x="802609" y="45401"/>
                </a:lnTo>
                <a:lnTo>
                  <a:pt x="760338" y="29453"/>
                </a:lnTo>
                <a:lnTo>
                  <a:pt x="716566" y="16790"/>
                </a:lnTo>
                <a:lnTo>
                  <a:pt x="671441" y="7561"/>
                </a:lnTo>
                <a:lnTo>
                  <a:pt x="625113" y="1915"/>
                </a:lnTo>
                <a:lnTo>
                  <a:pt x="57773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3642865" y="6626300"/>
            <a:ext cx="25146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4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6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670381" y="6845022"/>
            <a:ext cx="393065" cy="47688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315"/>
              </a:spcBef>
            </a:pPr>
            <a:r>
              <a:rPr sz="1200" spc="-8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200" spc="-14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350" b="1" spc="8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350" b="1" spc="-128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涨</a:t>
            </a:r>
            <a:endParaRPr sz="1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863090" y="3718724"/>
            <a:ext cx="0" cy="345440"/>
          </a:xfrm>
          <a:custGeom>
            <a:avLst/>
            <a:gdLst/>
            <a:ahLst/>
            <a:cxnLst/>
            <a:rect l="l" t="t" r="r" b="b"/>
            <a:pathLst>
              <a:path h="345439">
                <a:moveTo>
                  <a:pt x="0" y="0"/>
                </a:moveTo>
                <a:lnTo>
                  <a:pt x="0" y="345376"/>
                </a:lnTo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842881" y="4049290"/>
            <a:ext cx="43815" cy="43180"/>
          </a:xfrm>
          <a:custGeom>
            <a:avLst/>
            <a:gdLst/>
            <a:ahLst/>
            <a:cxnLst/>
            <a:rect l="l" t="t" r="r" b="b"/>
            <a:pathLst>
              <a:path w="43814" h="43179">
                <a:moveTo>
                  <a:pt x="21671" y="0"/>
                </a:moveTo>
                <a:lnTo>
                  <a:pt x="13235" y="1694"/>
                </a:lnTo>
                <a:lnTo>
                  <a:pt x="6346" y="6315"/>
                </a:lnTo>
                <a:lnTo>
                  <a:pt x="1702" y="13171"/>
                </a:lnTo>
                <a:lnTo>
                  <a:pt x="0" y="21568"/>
                </a:lnTo>
                <a:lnTo>
                  <a:pt x="1702" y="29965"/>
                </a:lnTo>
                <a:lnTo>
                  <a:pt x="6346" y="36822"/>
                </a:lnTo>
                <a:lnTo>
                  <a:pt x="13235" y="41444"/>
                </a:lnTo>
                <a:lnTo>
                  <a:pt x="21671" y="43139"/>
                </a:lnTo>
                <a:lnTo>
                  <a:pt x="30108" y="41444"/>
                </a:lnTo>
                <a:lnTo>
                  <a:pt x="36997" y="36822"/>
                </a:lnTo>
                <a:lnTo>
                  <a:pt x="41641" y="29965"/>
                </a:lnTo>
                <a:lnTo>
                  <a:pt x="43343" y="21568"/>
                </a:lnTo>
                <a:lnTo>
                  <a:pt x="41641" y="13171"/>
                </a:lnTo>
                <a:lnTo>
                  <a:pt x="36997" y="6315"/>
                </a:lnTo>
                <a:lnTo>
                  <a:pt x="30108" y="1694"/>
                </a:lnTo>
                <a:lnTo>
                  <a:pt x="21671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842881" y="4049290"/>
            <a:ext cx="43815" cy="43180"/>
          </a:xfrm>
          <a:custGeom>
            <a:avLst/>
            <a:gdLst/>
            <a:ahLst/>
            <a:cxnLst/>
            <a:rect l="l" t="t" r="r" b="b"/>
            <a:pathLst>
              <a:path w="43814" h="43179">
                <a:moveTo>
                  <a:pt x="21671" y="0"/>
                </a:moveTo>
                <a:lnTo>
                  <a:pt x="30108" y="1694"/>
                </a:lnTo>
                <a:lnTo>
                  <a:pt x="36997" y="6315"/>
                </a:lnTo>
                <a:lnTo>
                  <a:pt x="41641" y="13171"/>
                </a:lnTo>
                <a:lnTo>
                  <a:pt x="43343" y="21568"/>
                </a:lnTo>
                <a:lnTo>
                  <a:pt x="41641" y="29965"/>
                </a:lnTo>
                <a:lnTo>
                  <a:pt x="36997" y="36822"/>
                </a:lnTo>
                <a:lnTo>
                  <a:pt x="30108" y="41444"/>
                </a:lnTo>
                <a:lnTo>
                  <a:pt x="21671" y="43139"/>
                </a:lnTo>
                <a:lnTo>
                  <a:pt x="13235" y="41444"/>
                </a:lnTo>
                <a:lnTo>
                  <a:pt x="6346" y="36822"/>
                </a:lnTo>
                <a:lnTo>
                  <a:pt x="1702" y="29965"/>
                </a:lnTo>
                <a:lnTo>
                  <a:pt x="0" y="21568"/>
                </a:lnTo>
                <a:lnTo>
                  <a:pt x="1702" y="13171"/>
                </a:lnTo>
                <a:lnTo>
                  <a:pt x="6346" y="6315"/>
                </a:lnTo>
                <a:lnTo>
                  <a:pt x="13235" y="1694"/>
                </a:lnTo>
                <a:lnTo>
                  <a:pt x="21671" y="0"/>
                </a:lnTo>
                <a:close/>
              </a:path>
            </a:pathLst>
          </a:custGeom>
          <a:ln w="17999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284395" y="2437370"/>
            <a:ext cx="1157605" cy="1157605"/>
          </a:xfrm>
          <a:custGeom>
            <a:avLst/>
            <a:gdLst/>
            <a:ahLst/>
            <a:cxnLst/>
            <a:rect l="l" t="t" r="r" b="b"/>
            <a:pathLst>
              <a:path w="1157604" h="1157604">
                <a:moveTo>
                  <a:pt x="578695" y="0"/>
                </a:moveTo>
                <a:lnTo>
                  <a:pt x="626157" y="1918"/>
                </a:lnTo>
                <a:lnTo>
                  <a:pt x="672563" y="7574"/>
                </a:lnTo>
                <a:lnTo>
                  <a:pt x="717763" y="16818"/>
                </a:lnTo>
                <a:lnTo>
                  <a:pt x="761608" y="29501"/>
                </a:lnTo>
                <a:lnTo>
                  <a:pt x="803950" y="45476"/>
                </a:lnTo>
                <a:lnTo>
                  <a:pt x="844639" y="64592"/>
                </a:lnTo>
                <a:lnTo>
                  <a:pt x="883528" y="86700"/>
                </a:lnTo>
                <a:lnTo>
                  <a:pt x="920466" y="111653"/>
                </a:lnTo>
                <a:lnTo>
                  <a:pt x="955305" y="139300"/>
                </a:lnTo>
                <a:lnTo>
                  <a:pt x="987896" y="169494"/>
                </a:lnTo>
                <a:lnTo>
                  <a:pt x="1018089" y="202084"/>
                </a:lnTo>
                <a:lnTo>
                  <a:pt x="1045737" y="236923"/>
                </a:lnTo>
                <a:lnTo>
                  <a:pt x="1070690" y="273861"/>
                </a:lnTo>
                <a:lnTo>
                  <a:pt x="1092799" y="312748"/>
                </a:lnTo>
                <a:lnTo>
                  <a:pt x="1111915" y="353438"/>
                </a:lnTo>
                <a:lnTo>
                  <a:pt x="1127890" y="395779"/>
                </a:lnTo>
                <a:lnTo>
                  <a:pt x="1140574" y="439625"/>
                </a:lnTo>
                <a:lnTo>
                  <a:pt x="1149818" y="484824"/>
                </a:lnTo>
                <a:lnTo>
                  <a:pt x="1155474" y="531230"/>
                </a:lnTo>
                <a:lnTo>
                  <a:pt x="1157392" y="578692"/>
                </a:lnTo>
                <a:lnTo>
                  <a:pt x="1155474" y="626154"/>
                </a:lnTo>
                <a:lnTo>
                  <a:pt x="1149818" y="672559"/>
                </a:lnTo>
                <a:lnTo>
                  <a:pt x="1140574" y="717759"/>
                </a:lnTo>
                <a:lnTo>
                  <a:pt x="1127890" y="761604"/>
                </a:lnTo>
                <a:lnTo>
                  <a:pt x="1111915" y="803946"/>
                </a:lnTo>
                <a:lnTo>
                  <a:pt x="1092799" y="844636"/>
                </a:lnTo>
                <a:lnTo>
                  <a:pt x="1070690" y="883524"/>
                </a:lnTo>
                <a:lnTo>
                  <a:pt x="1045737" y="920462"/>
                </a:lnTo>
                <a:lnTo>
                  <a:pt x="1018089" y="955301"/>
                </a:lnTo>
                <a:lnTo>
                  <a:pt x="987896" y="987892"/>
                </a:lnTo>
                <a:lnTo>
                  <a:pt x="955305" y="1018085"/>
                </a:lnTo>
                <a:lnTo>
                  <a:pt x="920466" y="1045733"/>
                </a:lnTo>
                <a:lnTo>
                  <a:pt x="883528" y="1070686"/>
                </a:lnTo>
                <a:lnTo>
                  <a:pt x="844639" y="1092795"/>
                </a:lnTo>
                <a:lnTo>
                  <a:pt x="803950" y="1111912"/>
                </a:lnTo>
                <a:lnTo>
                  <a:pt x="761608" y="1127886"/>
                </a:lnTo>
                <a:lnTo>
                  <a:pt x="717763" y="1140570"/>
                </a:lnTo>
                <a:lnTo>
                  <a:pt x="672563" y="1149814"/>
                </a:lnTo>
                <a:lnTo>
                  <a:pt x="626157" y="1155470"/>
                </a:lnTo>
                <a:lnTo>
                  <a:pt x="578695" y="1157389"/>
                </a:lnTo>
                <a:lnTo>
                  <a:pt x="531233" y="1155470"/>
                </a:lnTo>
                <a:lnTo>
                  <a:pt x="484828" y="1149814"/>
                </a:lnTo>
                <a:lnTo>
                  <a:pt x="439628" y="1140570"/>
                </a:lnTo>
                <a:lnTo>
                  <a:pt x="395783" y="1127886"/>
                </a:lnTo>
                <a:lnTo>
                  <a:pt x="353441" y="1111912"/>
                </a:lnTo>
                <a:lnTo>
                  <a:pt x="312751" y="1092795"/>
                </a:lnTo>
                <a:lnTo>
                  <a:pt x="273863" y="1070686"/>
                </a:lnTo>
                <a:lnTo>
                  <a:pt x="236925" y="1045733"/>
                </a:lnTo>
                <a:lnTo>
                  <a:pt x="202086" y="1018085"/>
                </a:lnTo>
                <a:lnTo>
                  <a:pt x="169496" y="987892"/>
                </a:lnTo>
                <a:lnTo>
                  <a:pt x="139302" y="955301"/>
                </a:lnTo>
                <a:lnTo>
                  <a:pt x="111654" y="920462"/>
                </a:lnTo>
                <a:lnTo>
                  <a:pt x="86702" y="883524"/>
                </a:lnTo>
                <a:lnTo>
                  <a:pt x="64593" y="844636"/>
                </a:lnTo>
                <a:lnTo>
                  <a:pt x="45476" y="803946"/>
                </a:lnTo>
                <a:lnTo>
                  <a:pt x="29502" y="761604"/>
                </a:lnTo>
                <a:lnTo>
                  <a:pt x="16818" y="717759"/>
                </a:lnTo>
                <a:lnTo>
                  <a:pt x="7574" y="672559"/>
                </a:lnTo>
                <a:lnTo>
                  <a:pt x="1918" y="626154"/>
                </a:lnTo>
                <a:lnTo>
                  <a:pt x="0" y="578692"/>
                </a:lnTo>
                <a:lnTo>
                  <a:pt x="1918" y="531230"/>
                </a:lnTo>
                <a:lnTo>
                  <a:pt x="7574" y="484824"/>
                </a:lnTo>
                <a:lnTo>
                  <a:pt x="16818" y="439625"/>
                </a:lnTo>
                <a:lnTo>
                  <a:pt x="29502" y="395779"/>
                </a:lnTo>
                <a:lnTo>
                  <a:pt x="45476" y="353438"/>
                </a:lnTo>
                <a:lnTo>
                  <a:pt x="64593" y="312748"/>
                </a:lnTo>
                <a:lnTo>
                  <a:pt x="86702" y="273861"/>
                </a:lnTo>
                <a:lnTo>
                  <a:pt x="111654" y="236923"/>
                </a:lnTo>
                <a:lnTo>
                  <a:pt x="139302" y="202084"/>
                </a:lnTo>
                <a:lnTo>
                  <a:pt x="169496" y="169494"/>
                </a:lnTo>
                <a:lnTo>
                  <a:pt x="202086" y="139300"/>
                </a:lnTo>
                <a:lnTo>
                  <a:pt x="236925" y="111653"/>
                </a:lnTo>
                <a:lnTo>
                  <a:pt x="273863" y="86700"/>
                </a:lnTo>
                <a:lnTo>
                  <a:pt x="312751" y="64592"/>
                </a:lnTo>
                <a:lnTo>
                  <a:pt x="353441" y="45476"/>
                </a:lnTo>
                <a:lnTo>
                  <a:pt x="395783" y="29501"/>
                </a:lnTo>
                <a:lnTo>
                  <a:pt x="439628" y="16818"/>
                </a:lnTo>
                <a:lnTo>
                  <a:pt x="484828" y="7574"/>
                </a:lnTo>
                <a:lnTo>
                  <a:pt x="531233" y="1918"/>
                </a:lnTo>
                <a:lnTo>
                  <a:pt x="578695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329687" y="2482658"/>
            <a:ext cx="1067435" cy="1067435"/>
          </a:xfrm>
          <a:custGeom>
            <a:avLst/>
            <a:gdLst/>
            <a:ahLst/>
            <a:cxnLst/>
            <a:rect l="l" t="t" r="r" b="b"/>
            <a:pathLst>
              <a:path w="1067435" h="1067435">
                <a:moveTo>
                  <a:pt x="533403" y="0"/>
                </a:moveTo>
                <a:lnTo>
                  <a:pt x="484853" y="2179"/>
                </a:lnTo>
                <a:lnTo>
                  <a:pt x="437523" y="8593"/>
                </a:lnTo>
                <a:lnTo>
                  <a:pt x="391604" y="19053"/>
                </a:lnTo>
                <a:lnTo>
                  <a:pt x="347282" y="33371"/>
                </a:lnTo>
                <a:lnTo>
                  <a:pt x="304746" y="51358"/>
                </a:lnTo>
                <a:lnTo>
                  <a:pt x="264184" y="72825"/>
                </a:lnTo>
                <a:lnTo>
                  <a:pt x="225786" y="97586"/>
                </a:lnTo>
                <a:lnTo>
                  <a:pt x="189738" y="125450"/>
                </a:lnTo>
                <a:lnTo>
                  <a:pt x="156230" y="156231"/>
                </a:lnTo>
                <a:lnTo>
                  <a:pt x="125449" y="189739"/>
                </a:lnTo>
                <a:lnTo>
                  <a:pt x="97585" y="225787"/>
                </a:lnTo>
                <a:lnTo>
                  <a:pt x="72825" y="264185"/>
                </a:lnTo>
                <a:lnTo>
                  <a:pt x="51357" y="304747"/>
                </a:lnTo>
                <a:lnTo>
                  <a:pt x="33371" y="347283"/>
                </a:lnTo>
                <a:lnTo>
                  <a:pt x="19053" y="391604"/>
                </a:lnTo>
                <a:lnTo>
                  <a:pt x="8593" y="437524"/>
                </a:lnTo>
                <a:lnTo>
                  <a:pt x="2179" y="484853"/>
                </a:lnTo>
                <a:lnTo>
                  <a:pt x="0" y="533403"/>
                </a:lnTo>
                <a:lnTo>
                  <a:pt x="2179" y="581954"/>
                </a:lnTo>
                <a:lnTo>
                  <a:pt x="8593" y="629284"/>
                </a:lnTo>
                <a:lnTo>
                  <a:pt x="19053" y="675204"/>
                </a:lnTo>
                <a:lnTo>
                  <a:pt x="33371" y="719526"/>
                </a:lnTo>
                <a:lnTo>
                  <a:pt x="51357" y="762062"/>
                </a:lnTo>
                <a:lnTo>
                  <a:pt x="72825" y="802623"/>
                </a:lnTo>
                <a:lnTo>
                  <a:pt x="97585" y="841022"/>
                </a:lnTo>
                <a:lnTo>
                  <a:pt x="125449" y="877070"/>
                </a:lnTo>
                <a:lnTo>
                  <a:pt x="156230" y="910578"/>
                </a:lnTo>
                <a:lnTo>
                  <a:pt x="189738" y="941358"/>
                </a:lnTo>
                <a:lnTo>
                  <a:pt x="225786" y="969223"/>
                </a:lnTo>
                <a:lnTo>
                  <a:pt x="264184" y="993983"/>
                </a:lnTo>
                <a:lnTo>
                  <a:pt x="304746" y="1015451"/>
                </a:lnTo>
                <a:lnTo>
                  <a:pt x="347282" y="1033437"/>
                </a:lnTo>
                <a:lnTo>
                  <a:pt x="391604" y="1047755"/>
                </a:lnTo>
                <a:lnTo>
                  <a:pt x="437523" y="1058215"/>
                </a:lnTo>
                <a:lnTo>
                  <a:pt x="484853" y="1064629"/>
                </a:lnTo>
                <a:lnTo>
                  <a:pt x="533403" y="1066808"/>
                </a:lnTo>
                <a:lnTo>
                  <a:pt x="581954" y="1064629"/>
                </a:lnTo>
                <a:lnTo>
                  <a:pt x="629284" y="1058215"/>
                </a:lnTo>
                <a:lnTo>
                  <a:pt x="675204" y="1047755"/>
                </a:lnTo>
                <a:lnTo>
                  <a:pt x="719526" y="1033437"/>
                </a:lnTo>
                <a:lnTo>
                  <a:pt x="762062" y="1015451"/>
                </a:lnTo>
                <a:lnTo>
                  <a:pt x="802623" y="993983"/>
                </a:lnTo>
                <a:lnTo>
                  <a:pt x="841022" y="969223"/>
                </a:lnTo>
                <a:lnTo>
                  <a:pt x="877070" y="941358"/>
                </a:lnTo>
                <a:lnTo>
                  <a:pt x="910578" y="910578"/>
                </a:lnTo>
                <a:lnTo>
                  <a:pt x="941358" y="877070"/>
                </a:lnTo>
                <a:lnTo>
                  <a:pt x="969223" y="841022"/>
                </a:lnTo>
                <a:lnTo>
                  <a:pt x="993983" y="802623"/>
                </a:lnTo>
                <a:lnTo>
                  <a:pt x="1015451" y="762062"/>
                </a:lnTo>
                <a:lnTo>
                  <a:pt x="1033437" y="719526"/>
                </a:lnTo>
                <a:lnTo>
                  <a:pt x="1047755" y="675204"/>
                </a:lnTo>
                <a:lnTo>
                  <a:pt x="1058215" y="629284"/>
                </a:lnTo>
                <a:lnTo>
                  <a:pt x="1064629" y="581954"/>
                </a:lnTo>
                <a:lnTo>
                  <a:pt x="1066808" y="533403"/>
                </a:lnTo>
                <a:lnTo>
                  <a:pt x="1064629" y="484853"/>
                </a:lnTo>
                <a:lnTo>
                  <a:pt x="1058215" y="437524"/>
                </a:lnTo>
                <a:lnTo>
                  <a:pt x="1047755" y="391604"/>
                </a:lnTo>
                <a:lnTo>
                  <a:pt x="1033437" y="347283"/>
                </a:lnTo>
                <a:lnTo>
                  <a:pt x="1015451" y="304747"/>
                </a:lnTo>
                <a:lnTo>
                  <a:pt x="993983" y="264185"/>
                </a:lnTo>
                <a:lnTo>
                  <a:pt x="969223" y="225787"/>
                </a:lnTo>
                <a:lnTo>
                  <a:pt x="941358" y="189739"/>
                </a:lnTo>
                <a:lnTo>
                  <a:pt x="910578" y="156231"/>
                </a:lnTo>
                <a:lnTo>
                  <a:pt x="877070" y="125450"/>
                </a:lnTo>
                <a:lnTo>
                  <a:pt x="841022" y="97586"/>
                </a:lnTo>
                <a:lnTo>
                  <a:pt x="802623" y="72825"/>
                </a:lnTo>
                <a:lnTo>
                  <a:pt x="762062" y="51358"/>
                </a:lnTo>
                <a:lnTo>
                  <a:pt x="719526" y="33371"/>
                </a:lnTo>
                <a:lnTo>
                  <a:pt x="675204" y="19053"/>
                </a:lnTo>
                <a:lnTo>
                  <a:pt x="629284" y="8593"/>
                </a:lnTo>
                <a:lnTo>
                  <a:pt x="581954" y="2179"/>
                </a:lnTo>
                <a:lnTo>
                  <a:pt x="53340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3501358" y="2662339"/>
            <a:ext cx="742315" cy="5822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0">
              <a:lnSpc>
                <a:spcPts val="2875"/>
              </a:lnSpc>
              <a:spcBef>
                <a:spcPts val="110"/>
              </a:spcBef>
            </a:pPr>
            <a:r>
              <a:rPr sz="3600" spc="-22" baseline="12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00" spc="-7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00" spc="-12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495"/>
              </a:lnSpc>
            </a:pPr>
            <a:r>
              <a:rPr sz="1250" b="1" spc="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胸部塑</a:t>
            </a:r>
            <a:r>
              <a:rPr sz="1250" b="1" spc="1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12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459688" y="3582043"/>
            <a:ext cx="1157605" cy="1157605"/>
          </a:xfrm>
          <a:custGeom>
            <a:avLst/>
            <a:gdLst/>
            <a:ahLst/>
            <a:cxnLst/>
            <a:rect l="l" t="t" r="r" b="b"/>
            <a:pathLst>
              <a:path w="1157605" h="1157604">
                <a:moveTo>
                  <a:pt x="578695" y="0"/>
                </a:moveTo>
                <a:lnTo>
                  <a:pt x="626157" y="1918"/>
                </a:lnTo>
                <a:lnTo>
                  <a:pt x="672562" y="7574"/>
                </a:lnTo>
                <a:lnTo>
                  <a:pt x="717761" y="16818"/>
                </a:lnTo>
                <a:lnTo>
                  <a:pt x="761607" y="29502"/>
                </a:lnTo>
                <a:lnTo>
                  <a:pt x="803948" y="45476"/>
                </a:lnTo>
                <a:lnTo>
                  <a:pt x="844637" y="64593"/>
                </a:lnTo>
                <a:lnTo>
                  <a:pt x="883526" y="86702"/>
                </a:lnTo>
                <a:lnTo>
                  <a:pt x="920463" y="111654"/>
                </a:lnTo>
                <a:lnTo>
                  <a:pt x="955302" y="139302"/>
                </a:lnTo>
                <a:lnTo>
                  <a:pt x="987893" y="169496"/>
                </a:lnTo>
                <a:lnTo>
                  <a:pt x="1018086" y="202086"/>
                </a:lnTo>
                <a:lnTo>
                  <a:pt x="1045734" y="236925"/>
                </a:lnTo>
                <a:lnTo>
                  <a:pt x="1070687" y="273863"/>
                </a:lnTo>
                <a:lnTo>
                  <a:pt x="1092796" y="312751"/>
                </a:lnTo>
                <a:lnTo>
                  <a:pt x="1111912" y="353441"/>
                </a:lnTo>
                <a:lnTo>
                  <a:pt x="1127886" y="395783"/>
                </a:lnTo>
                <a:lnTo>
                  <a:pt x="1140570" y="439628"/>
                </a:lnTo>
                <a:lnTo>
                  <a:pt x="1149814" y="484828"/>
                </a:lnTo>
                <a:lnTo>
                  <a:pt x="1155470" y="531233"/>
                </a:lnTo>
                <a:lnTo>
                  <a:pt x="1157389" y="578695"/>
                </a:lnTo>
                <a:lnTo>
                  <a:pt x="1155470" y="626157"/>
                </a:lnTo>
                <a:lnTo>
                  <a:pt x="1149814" y="672563"/>
                </a:lnTo>
                <a:lnTo>
                  <a:pt x="1140570" y="717762"/>
                </a:lnTo>
                <a:lnTo>
                  <a:pt x="1127886" y="761608"/>
                </a:lnTo>
                <a:lnTo>
                  <a:pt x="1111912" y="803949"/>
                </a:lnTo>
                <a:lnTo>
                  <a:pt x="1092796" y="844639"/>
                </a:lnTo>
                <a:lnTo>
                  <a:pt x="1070687" y="883527"/>
                </a:lnTo>
                <a:lnTo>
                  <a:pt x="1045734" y="920464"/>
                </a:lnTo>
                <a:lnTo>
                  <a:pt x="1018086" y="955303"/>
                </a:lnTo>
                <a:lnTo>
                  <a:pt x="987893" y="987894"/>
                </a:lnTo>
                <a:lnTo>
                  <a:pt x="955302" y="1018087"/>
                </a:lnTo>
                <a:lnTo>
                  <a:pt x="920463" y="1045735"/>
                </a:lnTo>
                <a:lnTo>
                  <a:pt x="883526" y="1070687"/>
                </a:lnTo>
                <a:lnTo>
                  <a:pt x="844637" y="1092796"/>
                </a:lnTo>
                <a:lnTo>
                  <a:pt x="803948" y="1111912"/>
                </a:lnTo>
                <a:lnTo>
                  <a:pt x="761607" y="1127887"/>
                </a:lnTo>
                <a:lnTo>
                  <a:pt x="717761" y="1140570"/>
                </a:lnTo>
                <a:lnTo>
                  <a:pt x="672562" y="1149815"/>
                </a:lnTo>
                <a:lnTo>
                  <a:pt x="626157" y="1155470"/>
                </a:lnTo>
                <a:lnTo>
                  <a:pt x="578695" y="1157389"/>
                </a:lnTo>
                <a:lnTo>
                  <a:pt x="531233" y="1155470"/>
                </a:lnTo>
                <a:lnTo>
                  <a:pt x="484828" y="1149815"/>
                </a:lnTo>
                <a:lnTo>
                  <a:pt x="439628" y="1140570"/>
                </a:lnTo>
                <a:lnTo>
                  <a:pt x="395783" y="1127887"/>
                </a:lnTo>
                <a:lnTo>
                  <a:pt x="353441" y="1111912"/>
                </a:lnTo>
                <a:lnTo>
                  <a:pt x="312751" y="1092796"/>
                </a:lnTo>
                <a:lnTo>
                  <a:pt x="273863" y="1070687"/>
                </a:lnTo>
                <a:lnTo>
                  <a:pt x="236925" y="1045735"/>
                </a:lnTo>
                <a:lnTo>
                  <a:pt x="202086" y="1018087"/>
                </a:lnTo>
                <a:lnTo>
                  <a:pt x="169496" y="987894"/>
                </a:lnTo>
                <a:lnTo>
                  <a:pt x="139302" y="955303"/>
                </a:lnTo>
                <a:lnTo>
                  <a:pt x="111654" y="920464"/>
                </a:lnTo>
                <a:lnTo>
                  <a:pt x="86702" y="883527"/>
                </a:lnTo>
                <a:lnTo>
                  <a:pt x="64593" y="844639"/>
                </a:lnTo>
                <a:lnTo>
                  <a:pt x="45476" y="803949"/>
                </a:lnTo>
                <a:lnTo>
                  <a:pt x="29502" y="761608"/>
                </a:lnTo>
                <a:lnTo>
                  <a:pt x="16818" y="717762"/>
                </a:lnTo>
                <a:lnTo>
                  <a:pt x="7574" y="672563"/>
                </a:lnTo>
                <a:lnTo>
                  <a:pt x="1918" y="626157"/>
                </a:lnTo>
                <a:lnTo>
                  <a:pt x="0" y="578695"/>
                </a:lnTo>
                <a:lnTo>
                  <a:pt x="1918" y="531233"/>
                </a:lnTo>
                <a:lnTo>
                  <a:pt x="7574" y="484828"/>
                </a:lnTo>
                <a:lnTo>
                  <a:pt x="16818" y="439628"/>
                </a:lnTo>
                <a:lnTo>
                  <a:pt x="29502" y="395783"/>
                </a:lnTo>
                <a:lnTo>
                  <a:pt x="45476" y="353441"/>
                </a:lnTo>
                <a:lnTo>
                  <a:pt x="64593" y="312751"/>
                </a:lnTo>
                <a:lnTo>
                  <a:pt x="86702" y="273863"/>
                </a:lnTo>
                <a:lnTo>
                  <a:pt x="111654" y="236925"/>
                </a:lnTo>
                <a:lnTo>
                  <a:pt x="139302" y="202086"/>
                </a:lnTo>
                <a:lnTo>
                  <a:pt x="169496" y="169496"/>
                </a:lnTo>
                <a:lnTo>
                  <a:pt x="202086" y="139302"/>
                </a:lnTo>
                <a:lnTo>
                  <a:pt x="236925" y="111654"/>
                </a:lnTo>
                <a:lnTo>
                  <a:pt x="273863" y="86702"/>
                </a:lnTo>
                <a:lnTo>
                  <a:pt x="312751" y="64593"/>
                </a:lnTo>
                <a:lnTo>
                  <a:pt x="353441" y="45476"/>
                </a:lnTo>
                <a:lnTo>
                  <a:pt x="395783" y="29502"/>
                </a:lnTo>
                <a:lnTo>
                  <a:pt x="439628" y="16818"/>
                </a:lnTo>
                <a:lnTo>
                  <a:pt x="484828" y="7574"/>
                </a:lnTo>
                <a:lnTo>
                  <a:pt x="531233" y="1918"/>
                </a:lnTo>
                <a:lnTo>
                  <a:pt x="578695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504976" y="3627332"/>
            <a:ext cx="1067435" cy="1067435"/>
          </a:xfrm>
          <a:custGeom>
            <a:avLst/>
            <a:gdLst/>
            <a:ahLst/>
            <a:cxnLst/>
            <a:rect l="l" t="t" r="r" b="b"/>
            <a:pathLst>
              <a:path w="1067435" h="1067435">
                <a:moveTo>
                  <a:pt x="533407" y="0"/>
                </a:moveTo>
                <a:lnTo>
                  <a:pt x="484857" y="2179"/>
                </a:lnTo>
                <a:lnTo>
                  <a:pt x="437527" y="8593"/>
                </a:lnTo>
                <a:lnTo>
                  <a:pt x="391607" y="19053"/>
                </a:lnTo>
                <a:lnTo>
                  <a:pt x="347285" y="33371"/>
                </a:lnTo>
                <a:lnTo>
                  <a:pt x="304749" y="51358"/>
                </a:lnTo>
                <a:lnTo>
                  <a:pt x="264187" y="72826"/>
                </a:lnTo>
                <a:lnTo>
                  <a:pt x="225788" y="97586"/>
                </a:lnTo>
                <a:lnTo>
                  <a:pt x="189740" y="125451"/>
                </a:lnTo>
                <a:lnTo>
                  <a:pt x="156232" y="156231"/>
                </a:lnTo>
                <a:lnTo>
                  <a:pt x="125451" y="189740"/>
                </a:lnTo>
                <a:lnTo>
                  <a:pt x="97586" y="225788"/>
                </a:lnTo>
                <a:lnTo>
                  <a:pt x="72826" y="264187"/>
                </a:lnTo>
                <a:lnTo>
                  <a:pt x="51358" y="304748"/>
                </a:lnTo>
                <a:lnTo>
                  <a:pt x="33371" y="347284"/>
                </a:lnTo>
                <a:lnTo>
                  <a:pt x="19054" y="391607"/>
                </a:lnTo>
                <a:lnTo>
                  <a:pt x="8593" y="437527"/>
                </a:lnTo>
                <a:lnTo>
                  <a:pt x="2179" y="484856"/>
                </a:lnTo>
                <a:lnTo>
                  <a:pt x="0" y="533407"/>
                </a:lnTo>
                <a:lnTo>
                  <a:pt x="2179" y="581957"/>
                </a:lnTo>
                <a:lnTo>
                  <a:pt x="8593" y="629286"/>
                </a:lnTo>
                <a:lnTo>
                  <a:pt x="19054" y="675206"/>
                </a:lnTo>
                <a:lnTo>
                  <a:pt x="33371" y="719528"/>
                </a:lnTo>
                <a:lnTo>
                  <a:pt x="51358" y="762064"/>
                </a:lnTo>
                <a:lnTo>
                  <a:pt x="72826" y="802625"/>
                </a:lnTo>
                <a:lnTo>
                  <a:pt x="97586" y="841024"/>
                </a:lnTo>
                <a:lnTo>
                  <a:pt x="125451" y="877072"/>
                </a:lnTo>
                <a:lnTo>
                  <a:pt x="156232" y="910580"/>
                </a:lnTo>
                <a:lnTo>
                  <a:pt x="189740" y="941361"/>
                </a:lnTo>
                <a:lnTo>
                  <a:pt x="225788" y="969226"/>
                </a:lnTo>
                <a:lnTo>
                  <a:pt x="264187" y="993986"/>
                </a:lnTo>
                <a:lnTo>
                  <a:pt x="304749" y="1015454"/>
                </a:lnTo>
                <a:lnTo>
                  <a:pt x="347285" y="1033441"/>
                </a:lnTo>
                <a:lnTo>
                  <a:pt x="391607" y="1047758"/>
                </a:lnTo>
                <a:lnTo>
                  <a:pt x="437527" y="1058218"/>
                </a:lnTo>
                <a:lnTo>
                  <a:pt x="484857" y="1064632"/>
                </a:lnTo>
                <a:lnTo>
                  <a:pt x="533407" y="1066812"/>
                </a:lnTo>
                <a:lnTo>
                  <a:pt x="581957" y="1064632"/>
                </a:lnTo>
                <a:lnTo>
                  <a:pt x="629286" y="1058218"/>
                </a:lnTo>
                <a:lnTo>
                  <a:pt x="675206" y="1047758"/>
                </a:lnTo>
                <a:lnTo>
                  <a:pt x="719528" y="1033441"/>
                </a:lnTo>
                <a:lnTo>
                  <a:pt x="762064" y="1015454"/>
                </a:lnTo>
                <a:lnTo>
                  <a:pt x="802625" y="993986"/>
                </a:lnTo>
                <a:lnTo>
                  <a:pt x="841024" y="969226"/>
                </a:lnTo>
                <a:lnTo>
                  <a:pt x="877072" y="941361"/>
                </a:lnTo>
                <a:lnTo>
                  <a:pt x="910580" y="910580"/>
                </a:lnTo>
                <a:lnTo>
                  <a:pt x="941361" y="877072"/>
                </a:lnTo>
                <a:lnTo>
                  <a:pt x="969226" y="841024"/>
                </a:lnTo>
                <a:lnTo>
                  <a:pt x="993986" y="802625"/>
                </a:lnTo>
                <a:lnTo>
                  <a:pt x="1015454" y="762064"/>
                </a:lnTo>
                <a:lnTo>
                  <a:pt x="1033441" y="719528"/>
                </a:lnTo>
                <a:lnTo>
                  <a:pt x="1047758" y="675206"/>
                </a:lnTo>
                <a:lnTo>
                  <a:pt x="1058218" y="629286"/>
                </a:lnTo>
                <a:lnTo>
                  <a:pt x="1064632" y="581957"/>
                </a:lnTo>
                <a:lnTo>
                  <a:pt x="1066812" y="533407"/>
                </a:lnTo>
                <a:lnTo>
                  <a:pt x="1064632" y="484856"/>
                </a:lnTo>
                <a:lnTo>
                  <a:pt x="1058218" y="437527"/>
                </a:lnTo>
                <a:lnTo>
                  <a:pt x="1047758" y="391607"/>
                </a:lnTo>
                <a:lnTo>
                  <a:pt x="1033441" y="347284"/>
                </a:lnTo>
                <a:lnTo>
                  <a:pt x="1015454" y="304748"/>
                </a:lnTo>
                <a:lnTo>
                  <a:pt x="993986" y="264187"/>
                </a:lnTo>
                <a:lnTo>
                  <a:pt x="969226" y="225788"/>
                </a:lnTo>
                <a:lnTo>
                  <a:pt x="941361" y="189740"/>
                </a:lnTo>
                <a:lnTo>
                  <a:pt x="910580" y="156231"/>
                </a:lnTo>
                <a:lnTo>
                  <a:pt x="877072" y="125451"/>
                </a:lnTo>
                <a:lnTo>
                  <a:pt x="841024" y="97586"/>
                </a:lnTo>
                <a:lnTo>
                  <a:pt x="802625" y="72826"/>
                </a:lnTo>
                <a:lnTo>
                  <a:pt x="762064" y="51358"/>
                </a:lnTo>
                <a:lnTo>
                  <a:pt x="719528" y="33371"/>
                </a:lnTo>
                <a:lnTo>
                  <a:pt x="675206" y="19053"/>
                </a:lnTo>
                <a:lnTo>
                  <a:pt x="629286" y="8593"/>
                </a:lnTo>
                <a:lnTo>
                  <a:pt x="581957" y="2179"/>
                </a:lnTo>
                <a:lnTo>
                  <a:pt x="53340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1640936" y="3781421"/>
            <a:ext cx="798195" cy="6286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2560">
              <a:lnSpc>
                <a:spcPts val="3115"/>
              </a:lnSpc>
              <a:spcBef>
                <a:spcPts val="110"/>
              </a:spcBef>
            </a:pPr>
            <a:r>
              <a:rPr sz="3900" spc="-22" baseline="12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200" spc="-8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200" spc="-14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615"/>
              </a:lnSpc>
            </a:pPr>
            <a:r>
              <a:rPr sz="1350" b="1" spc="8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促进泌</a:t>
            </a:r>
            <a:r>
              <a:rPr sz="1350" b="1" spc="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endParaRPr sz="1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5156384" y="3579033"/>
            <a:ext cx="1157605" cy="1157605"/>
          </a:xfrm>
          <a:custGeom>
            <a:avLst/>
            <a:gdLst/>
            <a:ahLst/>
            <a:cxnLst/>
            <a:rect l="l" t="t" r="r" b="b"/>
            <a:pathLst>
              <a:path w="1157604" h="1157604">
                <a:moveTo>
                  <a:pt x="578697" y="0"/>
                </a:moveTo>
                <a:lnTo>
                  <a:pt x="626159" y="1918"/>
                </a:lnTo>
                <a:lnTo>
                  <a:pt x="672564" y="7574"/>
                </a:lnTo>
                <a:lnTo>
                  <a:pt x="717764" y="16818"/>
                </a:lnTo>
                <a:lnTo>
                  <a:pt x="761609" y="29502"/>
                </a:lnTo>
                <a:lnTo>
                  <a:pt x="803951" y="45477"/>
                </a:lnTo>
                <a:lnTo>
                  <a:pt x="844640" y="64593"/>
                </a:lnTo>
                <a:lnTo>
                  <a:pt x="883529" y="86702"/>
                </a:lnTo>
                <a:lnTo>
                  <a:pt x="920467" y="111655"/>
                </a:lnTo>
                <a:lnTo>
                  <a:pt x="955305" y="139303"/>
                </a:lnTo>
                <a:lnTo>
                  <a:pt x="987896" y="169496"/>
                </a:lnTo>
                <a:lnTo>
                  <a:pt x="1018090" y="202087"/>
                </a:lnTo>
                <a:lnTo>
                  <a:pt x="1045738" y="236926"/>
                </a:lnTo>
                <a:lnTo>
                  <a:pt x="1070690" y="273864"/>
                </a:lnTo>
                <a:lnTo>
                  <a:pt x="1092799" y="312752"/>
                </a:lnTo>
                <a:lnTo>
                  <a:pt x="1111916" y="353442"/>
                </a:lnTo>
                <a:lnTo>
                  <a:pt x="1127890" y="395784"/>
                </a:lnTo>
                <a:lnTo>
                  <a:pt x="1140574" y="439629"/>
                </a:lnTo>
                <a:lnTo>
                  <a:pt x="1149818" y="484829"/>
                </a:lnTo>
                <a:lnTo>
                  <a:pt x="1155474" y="531235"/>
                </a:lnTo>
                <a:lnTo>
                  <a:pt x="1157392" y="578697"/>
                </a:lnTo>
                <a:lnTo>
                  <a:pt x="1155474" y="626159"/>
                </a:lnTo>
                <a:lnTo>
                  <a:pt x="1149818" y="672564"/>
                </a:lnTo>
                <a:lnTo>
                  <a:pt x="1140574" y="717764"/>
                </a:lnTo>
                <a:lnTo>
                  <a:pt x="1127890" y="761609"/>
                </a:lnTo>
                <a:lnTo>
                  <a:pt x="1111916" y="803951"/>
                </a:lnTo>
                <a:lnTo>
                  <a:pt x="1092799" y="844640"/>
                </a:lnTo>
                <a:lnTo>
                  <a:pt x="1070690" y="883529"/>
                </a:lnTo>
                <a:lnTo>
                  <a:pt x="1045738" y="920467"/>
                </a:lnTo>
                <a:lnTo>
                  <a:pt x="1018090" y="955305"/>
                </a:lnTo>
                <a:lnTo>
                  <a:pt x="987896" y="987896"/>
                </a:lnTo>
                <a:lnTo>
                  <a:pt x="955305" y="1018090"/>
                </a:lnTo>
                <a:lnTo>
                  <a:pt x="920467" y="1045738"/>
                </a:lnTo>
                <a:lnTo>
                  <a:pt x="883529" y="1070690"/>
                </a:lnTo>
                <a:lnTo>
                  <a:pt x="844640" y="1092799"/>
                </a:lnTo>
                <a:lnTo>
                  <a:pt x="803951" y="1111916"/>
                </a:lnTo>
                <a:lnTo>
                  <a:pt x="761609" y="1127890"/>
                </a:lnTo>
                <a:lnTo>
                  <a:pt x="717764" y="1140574"/>
                </a:lnTo>
                <a:lnTo>
                  <a:pt x="672564" y="1149818"/>
                </a:lnTo>
                <a:lnTo>
                  <a:pt x="626159" y="1155474"/>
                </a:lnTo>
                <a:lnTo>
                  <a:pt x="578697" y="1157392"/>
                </a:lnTo>
                <a:lnTo>
                  <a:pt x="531235" y="1155474"/>
                </a:lnTo>
                <a:lnTo>
                  <a:pt x="484829" y="1149818"/>
                </a:lnTo>
                <a:lnTo>
                  <a:pt x="439629" y="1140574"/>
                </a:lnTo>
                <a:lnTo>
                  <a:pt x="395784" y="1127890"/>
                </a:lnTo>
                <a:lnTo>
                  <a:pt x="353442" y="1111916"/>
                </a:lnTo>
                <a:lnTo>
                  <a:pt x="312752" y="1092799"/>
                </a:lnTo>
                <a:lnTo>
                  <a:pt x="273864" y="1070690"/>
                </a:lnTo>
                <a:lnTo>
                  <a:pt x="236926" y="1045738"/>
                </a:lnTo>
                <a:lnTo>
                  <a:pt x="202087" y="1018090"/>
                </a:lnTo>
                <a:lnTo>
                  <a:pt x="169496" y="987896"/>
                </a:lnTo>
                <a:lnTo>
                  <a:pt x="139303" y="955305"/>
                </a:lnTo>
                <a:lnTo>
                  <a:pt x="111655" y="920467"/>
                </a:lnTo>
                <a:lnTo>
                  <a:pt x="86702" y="883529"/>
                </a:lnTo>
                <a:lnTo>
                  <a:pt x="64593" y="844640"/>
                </a:lnTo>
                <a:lnTo>
                  <a:pt x="45477" y="803951"/>
                </a:lnTo>
                <a:lnTo>
                  <a:pt x="29502" y="761609"/>
                </a:lnTo>
                <a:lnTo>
                  <a:pt x="16818" y="717764"/>
                </a:lnTo>
                <a:lnTo>
                  <a:pt x="7574" y="672564"/>
                </a:lnTo>
                <a:lnTo>
                  <a:pt x="1918" y="626159"/>
                </a:lnTo>
                <a:lnTo>
                  <a:pt x="0" y="578697"/>
                </a:lnTo>
                <a:lnTo>
                  <a:pt x="1918" y="531235"/>
                </a:lnTo>
                <a:lnTo>
                  <a:pt x="7574" y="484829"/>
                </a:lnTo>
                <a:lnTo>
                  <a:pt x="16818" y="439629"/>
                </a:lnTo>
                <a:lnTo>
                  <a:pt x="29502" y="395784"/>
                </a:lnTo>
                <a:lnTo>
                  <a:pt x="45477" y="353442"/>
                </a:lnTo>
                <a:lnTo>
                  <a:pt x="64593" y="312752"/>
                </a:lnTo>
                <a:lnTo>
                  <a:pt x="86702" y="273864"/>
                </a:lnTo>
                <a:lnTo>
                  <a:pt x="111655" y="236926"/>
                </a:lnTo>
                <a:lnTo>
                  <a:pt x="139303" y="202087"/>
                </a:lnTo>
                <a:lnTo>
                  <a:pt x="169496" y="169496"/>
                </a:lnTo>
                <a:lnTo>
                  <a:pt x="202087" y="139303"/>
                </a:lnTo>
                <a:lnTo>
                  <a:pt x="236926" y="111655"/>
                </a:lnTo>
                <a:lnTo>
                  <a:pt x="273864" y="86702"/>
                </a:lnTo>
                <a:lnTo>
                  <a:pt x="312752" y="64593"/>
                </a:lnTo>
                <a:lnTo>
                  <a:pt x="353442" y="45477"/>
                </a:lnTo>
                <a:lnTo>
                  <a:pt x="395784" y="29502"/>
                </a:lnTo>
                <a:lnTo>
                  <a:pt x="439629" y="16818"/>
                </a:lnTo>
                <a:lnTo>
                  <a:pt x="484829" y="7574"/>
                </a:lnTo>
                <a:lnTo>
                  <a:pt x="531235" y="1918"/>
                </a:lnTo>
                <a:lnTo>
                  <a:pt x="578697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201676" y="3624326"/>
            <a:ext cx="1067435" cy="1067435"/>
          </a:xfrm>
          <a:custGeom>
            <a:avLst/>
            <a:gdLst/>
            <a:ahLst/>
            <a:cxnLst/>
            <a:rect l="l" t="t" r="r" b="b"/>
            <a:pathLst>
              <a:path w="1067435" h="1067435">
                <a:moveTo>
                  <a:pt x="533405" y="0"/>
                </a:moveTo>
                <a:lnTo>
                  <a:pt x="484854" y="2179"/>
                </a:lnTo>
                <a:lnTo>
                  <a:pt x="437524" y="8593"/>
                </a:lnTo>
                <a:lnTo>
                  <a:pt x="391604" y="19053"/>
                </a:lnTo>
                <a:lnTo>
                  <a:pt x="347282" y="33371"/>
                </a:lnTo>
                <a:lnTo>
                  <a:pt x="304746" y="51357"/>
                </a:lnTo>
                <a:lnTo>
                  <a:pt x="264185" y="72825"/>
                </a:lnTo>
                <a:lnTo>
                  <a:pt x="225786" y="97585"/>
                </a:lnTo>
                <a:lnTo>
                  <a:pt x="189738" y="125450"/>
                </a:lnTo>
                <a:lnTo>
                  <a:pt x="156230" y="156230"/>
                </a:lnTo>
                <a:lnTo>
                  <a:pt x="125450" y="189738"/>
                </a:lnTo>
                <a:lnTo>
                  <a:pt x="97585" y="225786"/>
                </a:lnTo>
                <a:lnTo>
                  <a:pt x="72825" y="264185"/>
                </a:lnTo>
                <a:lnTo>
                  <a:pt x="51357" y="304746"/>
                </a:lnTo>
                <a:lnTo>
                  <a:pt x="33371" y="347282"/>
                </a:lnTo>
                <a:lnTo>
                  <a:pt x="19053" y="391604"/>
                </a:lnTo>
                <a:lnTo>
                  <a:pt x="8593" y="437524"/>
                </a:lnTo>
                <a:lnTo>
                  <a:pt x="2179" y="484854"/>
                </a:lnTo>
                <a:lnTo>
                  <a:pt x="0" y="533405"/>
                </a:lnTo>
                <a:lnTo>
                  <a:pt x="2179" y="581955"/>
                </a:lnTo>
                <a:lnTo>
                  <a:pt x="8593" y="629285"/>
                </a:lnTo>
                <a:lnTo>
                  <a:pt x="19053" y="675204"/>
                </a:lnTo>
                <a:lnTo>
                  <a:pt x="33371" y="719526"/>
                </a:lnTo>
                <a:lnTo>
                  <a:pt x="51357" y="762062"/>
                </a:lnTo>
                <a:lnTo>
                  <a:pt x="72825" y="802624"/>
                </a:lnTo>
                <a:lnTo>
                  <a:pt x="97585" y="841022"/>
                </a:lnTo>
                <a:lnTo>
                  <a:pt x="125450" y="877070"/>
                </a:lnTo>
                <a:lnTo>
                  <a:pt x="156230" y="910578"/>
                </a:lnTo>
                <a:lnTo>
                  <a:pt x="189738" y="941358"/>
                </a:lnTo>
                <a:lnTo>
                  <a:pt x="225786" y="969223"/>
                </a:lnTo>
                <a:lnTo>
                  <a:pt x="264185" y="993983"/>
                </a:lnTo>
                <a:lnTo>
                  <a:pt x="304746" y="1015451"/>
                </a:lnTo>
                <a:lnTo>
                  <a:pt x="347282" y="1033437"/>
                </a:lnTo>
                <a:lnTo>
                  <a:pt x="391604" y="1047755"/>
                </a:lnTo>
                <a:lnTo>
                  <a:pt x="437524" y="1058215"/>
                </a:lnTo>
                <a:lnTo>
                  <a:pt x="484854" y="1064629"/>
                </a:lnTo>
                <a:lnTo>
                  <a:pt x="533405" y="1066808"/>
                </a:lnTo>
                <a:lnTo>
                  <a:pt x="581955" y="1064629"/>
                </a:lnTo>
                <a:lnTo>
                  <a:pt x="629285" y="1058215"/>
                </a:lnTo>
                <a:lnTo>
                  <a:pt x="675205" y="1047755"/>
                </a:lnTo>
                <a:lnTo>
                  <a:pt x="719527" y="1033437"/>
                </a:lnTo>
                <a:lnTo>
                  <a:pt x="762063" y="1015451"/>
                </a:lnTo>
                <a:lnTo>
                  <a:pt x="802624" y="993983"/>
                </a:lnTo>
                <a:lnTo>
                  <a:pt x="841023" y="969223"/>
                </a:lnTo>
                <a:lnTo>
                  <a:pt x="877070" y="941358"/>
                </a:lnTo>
                <a:lnTo>
                  <a:pt x="910578" y="910578"/>
                </a:lnTo>
                <a:lnTo>
                  <a:pt x="941359" y="877070"/>
                </a:lnTo>
                <a:lnTo>
                  <a:pt x="969223" y="841022"/>
                </a:lnTo>
                <a:lnTo>
                  <a:pt x="993983" y="802624"/>
                </a:lnTo>
                <a:lnTo>
                  <a:pt x="1015451" y="762062"/>
                </a:lnTo>
                <a:lnTo>
                  <a:pt x="1033437" y="719526"/>
                </a:lnTo>
                <a:lnTo>
                  <a:pt x="1047755" y="675204"/>
                </a:lnTo>
                <a:lnTo>
                  <a:pt x="1058215" y="629285"/>
                </a:lnTo>
                <a:lnTo>
                  <a:pt x="1064629" y="581955"/>
                </a:lnTo>
                <a:lnTo>
                  <a:pt x="1066808" y="533405"/>
                </a:lnTo>
                <a:lnTo>
                  <a:pt x="1064629" y="484854"/>
                </a:lnTo>
                <a:lnTo>
                  <a:pt x="1058215" y="437524"/>
                </a:lnTo>
                <a:lnTo>
                  <a:pt x="1047755" y="391604"/>
                </a:lnTo>
                <a:lnTo>
                  <a:pt x="1033437" y="347282"/>
                </a:lnTo>
                <a:lnTo>
                  <a:pt x="1015451" y="304746"/>
                </a:lnTo>
                <a:lnTo>
                  <a:pt x="993983" y="264185"/>
                </a:lnTo>
                <a:lnTo>
                  <a:pt x="969223" y="225786"/>
                </a:lnTo>
                <a:lnTo>
                  <a:pt x="941359" y="189738"/>
                </a:lnTo>
                <a:lnTo>
                  <a:pt x="910578" y="156230"/>
                </a:lnTo>
                <a:lnTo>
                  <a:pt x="877070" y="125450"/>
                </a:lnTo>
                <a:lnTo>
                  <a:pt x="841023" y="97585"/>
                </a:lnTo>
                <a:lnTo>
                  <a:pt x="802624" y="72825"/>
                </a:lnTo>
                <a:lnTo>
                  <a:pt x="762063" y="51357"/>
                </a:lnTo>
                <a:lnTo>
                  <a:pt x="719527" y="33371"/>
                </a:lnTo>
                <a:lnTo>
                  <a:pt x="675205" y="19053"/>
                </a:lnTo>
                <a:lnTo>
                  <a:pt x="629285" y="8593"/>
                </a:lnTo>
                <a:lnTo>
                  <a:pt x="581955" y="2179"/>
                </a:lnTo>
                <a:lnTo>
                  <a:pt x="53340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5360594" y="4204306"/>
            <a:ext cx="74739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8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乳腺增</a:t>
            </a:r>
            <a:r>
              <a:rPr sz="1350" b="1" spc="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endParaRPr sz="1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485057" y="3743481"/>
            <a:ext cx="25146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4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6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703728" y="3990002"/>
            <a:ext cx="20193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200" spc="-14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513392" y="5466981"/>
            <a:ext cx="1157605" cy="1157605"/>
          </a:xfrm>
          <a:custGeom>
            <a:avLst/>
            <a:gdLst/>
            <a:ahLst/>
            <a:cxnLst/>
            <a:rect l="l" t="t" r="r" b="b"/>
            <a:pathLst>
              <a:path w="1157605" h="1157604">
                <a:moveTo>
                  <a:pt x="578693" y="0"/>
                </a:moveTo>
                <a:lnTo>
                  <a:pt x="626155" y="1918"/>
                </a:lnTo>
                <a:lnTo>
                  <a:pt x="672560" y="7574"/>
                </a:lnTo>
                <a:lnTo>
                  <a:pt x="717760" y="16818"/>
                </a:lnTo>
                <a:lnTo>
                  <a:pt x="761605" y="29502"/>
                </a:lnTo>
                <a:lnTo>
                  <a:pt x="803947" y="45476"/>
                </a:lnTo>
                <a:lnTo>
                  <a:pt x="844637" y="64593"/>
                </a:lnTo>
                <a:lnTo>
                  <a:pt x="883525" y="86702"/>
                </a:lnTo>
                <a:lnTo>
                  <a:pt x="920463" y="111655"/>
                </a:lnTo>
                <a:lnTo>
                  <a:pt x="955302" y="139302"/>
                </a:lnTo>
                <a:lnTo>
                  <a:pt x="987892" y="169496"/>
                </a:lnTo>
                <a:lnTo>
                  <a:pt x="1018086" y="202087"/>
                </a:lnTo>
                <a:lnTo>
                  <a:pt x="1045734" y="236925"/>
                </a:lnTo>
                <a:lnTo>
                  <a:pt x="1070687" y="273863"/>
                </a:lnTo>
                <a:lnTo>
                  <a:pt x="1092796" y="312751"/>
                </a:lnTo>
                <a:lnTo>
                  <a:pt x="1111912" y="353440"/>
                </a:lnTo>
                <a:lnTo>
                  <a:pt x="1127886" y="395782"/>
                </a:lnTo>
                <a:lnTo>
                  <a:pt x="1140570" y="439627"/>
                </a:lnTo>
                <a:lnTo>
                  <a:pt x="1149814" y="484826"/>
                </a:lnTo>
                <a:lnTo>
                  <a:pt x="1155470" y="531231"/>
                </a:lnTo>
                <a:lnTo>
                  <a:pt x="1157389" y="578693"/>
                </a:lnTo>
                <a:lnTo>
                  <a:pt x="1155470" y="626155"/>
                </a:lnTo>
                <a:lnTo>
                  <a:pt x="1149814" y="672560"/>
                </a:lnTo>
                <a:lnTo>
                  <a:pt x="1140570" y="717760"/>
                </a:lnTo>
                <a:lnTo>
                  <a:pt x="1127886" y="761605"/>
                </a:lnTo>
                <a:lnTo>
                  <a:pt x="1111912" y="803947"/>
                </a:lnTo>
                <a:lnTo>
                  <a:pt x="1092796" y="844637"/>
                </a:lnTo>
                <a:lnTo>
                  <a:pt x="1070687" y="883525"/>
                </a:lnTo>
                <a:lnTo>
                  <a:pt x="1045734" y="920463"/>
                </a:lnTo>
                <a:lnTo>
                  <a:pt x="1018086" y="955302"/>
                </a:lnTo>
                <a:lnTo>
                  <a:pt x="987892" y="987892"/>
                </a:lnTo>
                <a:lnTo>
                  <a:pt x="955302" y="1018086"/>
                </a:lnTo>
                <a:lnTo>
                  <a:pt x="920463" y="1045734"/>
                </a:lnTo>
                <a:lnTo>
                  <a:pt x="883525" y="1070687"/>
                </a:lnTo>
                <a:lnTo>
                  <a:pt x="844637" y="1092796"/>
                </a:lnTo>
                <a:lnTo>
                  <a:pt x="803947" y="1111912"/>
                </a:lnTo>
                <a:lnTo>
                  <a:pt x="761605" y="1127886"/>
                </a:lnTo>
                <a:lnTo>
                  <a:pt x="717760" y="1140570"/>
                </a:lnTo>
                <a:lnTo>
                  <a:pt x="672560" y="1149814"/>
                </a:lnTo>
                <a:lnTo>
                  <a:pt x="626155" y="1155470"/>
                </a:lnTo>
                <a:lnTo>
                  <a:pt x="578693" y="1157389"/>
                </a:lnTo>
                <a:lnTo>
                  <a:pt x="531231" y="1155470"/>
                </a:lnTo>
                <a:lnTo>
                  <a:pt x="484826" y="1149814"/>
                </a:lnTo>
                <a:lnTo>
                  <a:pt x="439626" y="1140570"/>
                </a:lnTo>
                <a:lnTo>
                  <a:pt x="395781" y="1127886"/>
                </a:lnTo>
                <a:lnTo>
                  <a:pt x="353439" y="1111912"/>
                </a:lnTo>
                <a:lnTo>
                  <a:pt x="312749" y="1092796"/>
                </a:lnTo>
                <a:lnTo>
                  <a:pt x="273861" y="1070687"/>
                </a:lnTo>
                <a:lnTo>
                  <a:pt x="236924" y="1045734"/>
                </a:lnTo>
                <a:lnTo>
                  <a:pt x="202085" y="1018086"/>
                </a:lnTo>
                <a:lnTo>
                  <a:pt x="169494" y="987892"/>
                </a:lnTo>
                <a:lnTo>
                  <a:pt x="139301" y="955302"/>
                </a:lnTo>
                <a:lnTo>
                  <a:pt x="111653" y="920463"/>
                </a:lnTo>
                <a:lnTo>
                  <a:pt x="86701" y="883525"/>
                </a:lnTo>
                <a:lnTo>
                  <a:pt x="64592" y="844637"/>
                </a:lnTo>
                <a:lnTo>
                  <a:pt x="45476" y="803947"/>
                </a:lnTo>
                <a:lnTo>
                  <a:pt x="29502" y="761605"/>
                </a:lnTo>
                <a:lnTo>
                  <a:pt x="16818" y="717760"/>
                </a:lnTo>
                <a:lnTo>
                  <a:pt x="7574" y="672560"/>
                </a:lnTo>
                <a:lnTo>
                  <a:pt x="1918" y="626155"/>
                </a:lnTo>
                <a:lnTo>
                  <a:pt x="0" y="578693"/>
                </a:lnTo>
                <a:lnTo>
                  <a:pt x="1918" y="531231"/>
                </a:lnTo>
                <a:lnTo>
                  <a:pt x="7574" y="484826"/>
                </a:lnTo>
                <a:lnTo>
                  <a:pt x="16818" y="439627"/>
                </a:lnTo>
                <a:lnTo>
                  <a:pt x="29502" y="395782"/>
                </a:lnTo>
                <a:lnTo>
                  <a:pt x="45476" y="353440"/>
                </a:lnTo>
                <a:lnTo>
                  <a:pt x="64592" y="312751"/>
                </a:lnTo>
                <a:lnTo>
                  <a:pt x="86701" y="273863"/>
                </a:lnTo>
                <a:lnTo>
                  <a:pt x="111653" y="236925"/>
                </a:lnTo>
                <a:lnTo>
                  <a:pt x="139301" y="202087"/>
                </a:lnTo>
                <a:lnTo>
                  <a:pt x="169494" y="169496"/>
                </a:lnTo>
                <a:lnTo>
                  <a:pt x="202085" y="139302"/>
                </a:lnTo>
                <a:lnTo>
                  <a:pt x="236924" y="111655"/>
                </a:lnTo>
                <a:lnTo>
                  <a:pt x="273861" y="86702"/>
                </a:lnTo>
                <a:lnTo>
                  <a:pt x="312749" y="64593"/>
                </a:lnTo>
                <a:lnTo>
                  <a:pt x="353439" y="45476"/>
                </a:lnTo>
                <a:lnTo>
                  <a:pt x="395781" y="29502"/>
                </a:lnTo>
                <a:lnTo>
                  <a:pt x="439626" y="16818"/>
                </a:lnTo>
                <a:lnTo>
                  <a:pt x="484826" y="7574"/>
                </a:lnTo>
                <a:lnTo>
                  <a:pt x="531231" y="1918"/>
                </a:lnTo>
                <a:lnTo>
                  <a:pt x="578693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558681" y="5512269"/>
            <a:ext cx="1067435" cy="1067435"/>
          </a:xfrm>
          <a:custGeom>
            <a:avLst/>
            <a:gdLst/>
            <a:ahLst/>
            <a:cxnLst/>
            <a:rect l="l" t="t" r="r" b="b"/>
            <a:pathLst>
              <a:path w="1067435" h="1067434">
                <a:moveTo>
                  <a:pt x="533405" y="0"/>
                </a:moveTo>
                <a:lnTo>
                  <a:pt x="484854" y="2179"/>
                </a:lnTo>
                <a:lnTo>
                  <a:pt x="437525" y="8593"/>
                </a:lnTo>
                <a:lnTo>
                  <a:pt x="391606" y="19053"/>
                </a:lnTo>
                <a:lnTo>
                  <a:pt x="347284" y="33371"/>
                </a:lnTo>
                <a:lnTo>
                  <a:pt x="304748" y="51358"/>
                </a:lnTo>
                <a:lnTo>
                  <a:pt x="264186" y="72826"/>
                </a:lnTo>
                <a:lnTo>
                  <a:pt x="225788" y="97586"/>
                </a:lnTo>
                <a:lnTo>
                  <a:pt x="189740" y="125451"/>
                </a:lnTo>
                <a:lnTo>
                  <a:pt x="156232" y="156232"/>
                </a:lnTo>
                <a:lnTo>
                  <a:pt x="125451" y="189740"/>
                </a:lnTo>
                <a:lnTo>
                  <a:pt x="97586" y="225788"/>
                </a:lnTo>
                <a:lnTo>
                  <a:pt x="72826" y="264186"/>
                </a:lnTo>
                <a:lnTo>
                  <a:pt x="51358" y="304748"/>
                </a:lnTo>
                <a:lnTo>
                  <a:pt x="33371" y="347284"/>
                </a:lnTo>
                <a:lnTo>
                  <a:pt x="19053" y="391606"/>
                </a:lnTo>
                <a:lnTo>
                  <a:pt x="8593" y="437525"/>
                </a:lnTo>
                <a:lnTo>
                  <a:pt x="2179" y="484854"/>
                </a:lnTo>
                <a:lnTo>
                  <a:pt x="0" y="533405"/>
                </a:lnTo>
                <a:lnTo>
                  <a:pt x="2179" y="581955"/>
                </a:lnTo>
                <a:lnTo>
                  <a:pt x="8593" y="629285"/>
                </a:lnTo>
                <a:lnTo>
                  <a:pt x="19053" y="675205"/>
                </a:lnTo>
                <a:lnTo>
                  <a:pt x="33371" y="719527"/>
                </a:lnTo>
                <a:lnTo>
                  <a:pt x="51358" y="762064"/>
                </a:lnTo>
                <a:lnTo>
                  <a:pt x="72826" y="802625"/>
                </a:lnTo>
                <a:lnTo>
                  <a:pt x="97586" y="841024"/>
                </a:lnTo>
                <a:lnTo>
                  <a:pt x="125451" y="877072"/>
                </a:lnTo>
                <a:lnTo>
                  <a:pt x="156232" y="910581"/>
                </a:lnTo>
                <a:lnTo>
                  <a:pt x="189740" y="941362"/>
                </a:lnTo>
                <a:lnTo>
                  <a:pt x="225788" y="969227"/>
                </a:lnTo>
                <a:lnTo>
                  <a:pt x="264186" y="993987"/>
                </a:lnTo>
                <a:lnTo>
                  <a:pt x="304748" y="1015455"/>
                </a:lnTo>
                <a:lnTo>
                  <a:pt x="347284" y="1033442"/>
                </a:lnTo>
                <a:lnTo>
                  <a:pt x="391606" y="1047759"/>
                </a:lnTo>
                <a:lnTo>
                  <a:pt x="437525" y="1058219"/>
                </a:lnTo>
                <a:lnTo>
                  <a:pt x="484854" y="1064634"/>
                </a:lnTo>
                <a:lnTo>
                  <a:pt x="533405" y="1066813"/>
                </a:lnTo>
                <a:lnTo>
                  <a:pt x="581955" y="1064634"/>
                </a:lnTo>
                <a:lnTo>
                  <a:pt x="629285" y="1058219"/>
                </a:lnTo>
                <a:lnTo>
                  <a:pt x="675205" y="1047759"/>
                </a:lnTo>
                <a:lnTo>
                  <a:pt x="719527" y="1033442"/>
                </a:lnTo>
                <a:lnTo>
                  <a:pt x="762063" y="1015455"/>
                </a:lnTo>
                <a:lnTo>
                  <a:pt x="802624" y="993987"/>
                </a:lnTo>
                <a:lnTo>
                  <a:pt x="841023" y="969227"/>
                </a:lnTo>
                <a:lnTo>
                  <a:pt x="877071" y="941362"/>
                </a:lnTo>
                <a:lnTo>
                  <a:pt x="910579" y="910581"/>
                </a:lnTo>
                <a:lnTo>
                  <a:pt x="941360" y="877072"/>
                </a:lnTo>
                <a:lnTo>
                  <a:pt x="969224" y="841024"/>
                </a:lnTo>
                <a:lnTo>
                  <a:pt x="993984" y="802625"/>
                </a:lnTo>
                <a:lnTo>
                  <a:pt x="1015452" y="762064"/>
                </a:lnTo>
                <a:lnTo>
                  <a:pt x="1033439" y="719527"/>
                </a:lnTo>
                <a:lnTo>
                  <a:pt x="1047756" y="675205"/>
                </a:lnTo>
                <a:lnTo>
                  <a:pt x="1058216" y="629285"/>
                </a:lnTo>
                <a:lnTo>
                  <a:pt x="1064630" y="581955"/>
                </a:lnTo>
                <a:lnTo>
                  <a:pt x="1066810" y="533405"/>
                </a:lnTo>
                <a:lnTo>
                  <a:pt x="1064630" y="484854"/>
                </a:lnTo>
                <a:lnTo>
                  <a:pt x="1058216" y="437525"/>
                </a:lnTo>
                <a:lnTo>
                  <a:pt x="1047756" y="391606"/>
                </a:lnTo>
                <a:lnTo>
                  <a:pt x="1033439" y="347284"/>
                </a:lnTo>
                <a:lnTo>
                  <a:pt x="1015452" y="304748"/>
                </a:lnTo>
                <a:lnTo>
                  <a:pt x="993984" y="264186"/>
                </a:lnTo>
                <a:lnTo>
                  <a:pt x="969224" y="225788"/>
                </a:lnTo>
                <a:lnTo>
                  <a:pt x="941360" y="189740"/>
                </a:lnTo>
                <a:lnTo>
                  <a:pt x="910579" y="156232"/>
                </a:lnTo>
                <a:lnTo>
                  <a:pt x="877071" y="125451"/>
                </a:lnTo>
                <a:lnTo>
                  <a:pt x="841023" y="97586"/>
                </a:lnTo>
                <a:lnTo>
                  <a:pt x="802624" y="72826"/>
                </a:lnTo>
                <a:lnTo>
                  <a:pt x="762063" y="51358"/>
                </a:lnTo>
                <a:lnTo>
                  <a:pt x="719527" y="33371"/>
                </a:lnTo>
                <a:lnTo>
                  <a:pt x="675205" y="19053"/>
                </a:lnTo>
                <a:lnTo>
                  <a:pt x="629285" y="8593"/>
                </a:lnTo>
                <a:lnTo>
                  <a:pt x="581955" y="2179"/>
                </a:lnTo>
                <a:lnTo>
                  <a:pt x="53340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1692200" y="5698511"/>
            <a:ext cx="798195" cy="6286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2560">
              <a:lnSpc>
                <a:spcPts val="3115"/>
              </a:lnSpc>
              <a:spcBef>
                <a:spcPts val="110"/>
              </a:spcBef>
            </a:pPr>
            <a:r>
              <a:rPr sz="3900" spc="-22" baseline="12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200" spc="-8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200" spc="-14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615"/>
              </a:lnSpc>
            </a:pPr>
            <a:r>
              <a:rPr sz="1350" b="1" spc="8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乳腺疏</a:t>
            </a:r>
            <a:r>
              <a:rPr sz="1350" b="1" spc="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</a:t>
            </a:r>
            <a:endParaRPr sz="1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096185" y="5469987"/>
            <a:ext cx="1157605" cy="1157605"/>
          </a:xfrm>
          <a:custGeom>
            <a:avLst/>
            <a:gdLst/>
            <a:ahLst/>
            <a:cxnLst/>
            <a:rect l="l" t="t" r="r" b="b"/>
            <a:pathLst>
              <a:path w="1157604" h="1157604">
                <a:moveTo>
                  <a:pt x="578697" y="0"/>
                </a:moveTo>
                <a:lnTo>
                  <a:pt x="626159" y="1918"/>
                </a:lnTo>
                <a:lnTo>
                  <a:pt x="672564" y="7574"/>
                </a:lnTo>
                <a:lnTo>
                  <a:pt x="717764" y="16818"/>
                </a:lnTo>
                <a:lnTo>
                  <a:pt x="761609" y="29502"/>
                </a:lnTo>
                <a:lnTo>
                  <a:pt x="803951" y="45476"/>
                </a:lnTo>
                <a:lnTo>
                  <a:pt x="844640" y="64593"/>
                </a:lnTo>
                <a:lnTo>
                  <a:pt x="883529" y="86702"/>
                </a:lnTo>
                <a:lnTo>
                  <a:pt x="920467" y="111655"/>
                </a:lnTo>
                <a:lnTo>
                  <a:pt x="955305" y="139302"/>
                </a:lnTo>
                <a:lnTo>
                  <a:pt x="987896" y="169496"/>
                </a:lnTo>
                <a:lnTo>
                  <a:pt x="1018090" y="202087"/>
                </a:lnTo>
                <a:lnTo>
                  <a:pt x="1045738" y="236925"/>
                </a:lnTo>
                <a:lnTo>
                  <a:pt x="1070690" y="273863"/>
                </a:lnTo>
                <a:lnTo>
                  <a:pt x="1092799" y="312751"/>
                </a:lnTo>
                <a:lnTo>
                  <a:pt x="1111916" y="353440"/>
                </a:lnTo>
                <a:lnTo>
                  <a:pt x="1127890" y="395782"/>
                </a:lnTo>
                <a:lnTo>
                  <a:pt x="1140574" y="439627"/>
                </a:lnTo>
                <a:lnTo>
                  <a:pt x="1149818" y="484826"/>
                </a:lnTo>
                <a:lnTo>
                  <a:pt x="1155474" y="531231"/>
                </a:lnTo>
                <a:lnTo>
                  <a:pt x="1157392" y="578693"/>
                </a:lnTo>
                <a:lnTo>
                  <a:pt x="1155474" y="626155"/>
                </a:lnTo>
                <a:lnTo>
                  <a:pt x="1149818" y="672560"/>
                </a:lnTo>
                <a:lnTo>
                  <a:pt x="1140574" y="717760"/>
                </a:lnTo>
                <a:lnTo>
                  <a:pt x="1127890" y="761605"/>
                </a:lnTo>
                <a:lnTo>
                  <a:pt x="1111916" y="803947"/>
                </a:lnTo>
                <a:lnTo>
                  <a:pt x="1092799" y="844637"/>
                </a:lnTo>
                <a:lnTo>
                  <a:pt x="1070690" y="883525"/>
                </a:lnTo>
                <a:lnTo>
                  <a:pt x="1045738" y="920463"/>
                </a:lnTo>
                <a:lnTo>
                  <a:pt x="1018090" y="955302"/>
                </a:lnTo>
                <a:lnTo>
                  <a:pt x="987896" y="987892"/>
                </a:lnTo>
                <a:lnTo>
                  <a:pt x="955305" y="1018086"/>
                </a:lnTo>
                <a:lnTo>
                  <a:pt x="920467" y="1045734"/>
                </a:lnTo>
                <a:lnTo>
                  <a:pt x="883529" y="1070687"/>
                </a:lnTo>
                <a:lnTo>
                  <a:pt x="844640" y="1092796"/>
                </a:lnTo>
                <a:lnTo>
                  <a:pt x="803951" y="1111912"/>
                </a:lnTo>
                <a:lnTo>
                  <a:pt x="761609" y="1127886"/>
                </a:lnTo>
                <a:lnTo>
                  <a:pt x="717764" y="1140570"/>
                </a:lnTo>
                <a:lnTo>
                  <a:pt x="672564" y="1149814"/>
                </a:lnTo>
                <a:lnTo>
                  <a:pt x="626159" y="1155470"/>
                </a:lnTo>
                <a:lnTo>
                  <a:pt x="578697" y="1157389"/>
                </a:lnTo>
                <a:lnTo>
                  <a:pt x="531235" y="1155470"/>
                </a:lnTo>
                <a:lnTo>
                  <a:pt x="484829" y="1149814"/>
                </a:lnTo>
                <a:lnTo>
                  <a:pt x="439629" y="1140570"/>
                </a:lnTo>
                <a:lnTo>
                  <a:pt x="395784" y="1127886"/>
                </a:lnTo>
                <a:lnTo>
                  <a:pt x="353442" y="1111912"/>
                </a:lnTo>
                <a:lnTo>
                  <a:pt x="312752" y="1092796"/>
                </a:lnTo>
                <a:lnTo>
                  <a:pt x="273864" y="1070687"/>
                </a:lnTo>
                <a:lnTo>
                  <a:pt x="236926" y="1045734"/>
                </a:lnTo>
                <a:lnTo>
                  <a:pt x="202087" y="1018086"/>
                </a:lnTo>
                <a:lnTo>
                  <a:pt x="169496" y="987892"/>
                </a:lnTo>
                <a:lnTo>
                  <a:pt x="139303" y="955302"/>
                </a:lnTo>
                <a:lnTo>
                  <a:pt x="111655" y="920463"/>
                </a:lnTo>
                <a:lnTo>
                  <a:pt x="86702" y="883525"/>
                </a:lnTo>
                <a:lnTo>
                  <a:pt x="64593" y="844637"/>
                </a:lnTo>
                <a:lnTo>
                  <a:pt x="45477" y="803947"/>
                </a:lnTo>
                <a:lnTo>
                  <a:pt x="29502" y="761605"/>
                </a:lnTo>
                <a:lnTo>
                  <a:pt x="16818" y="717760"/>
                </a:lnTo>
                <a:lnTo>
                  <a:pt x="7574" y="672560"/>
                </a:lnTo>
                <a:lnTo>
                  <a:pt x="1918" y="626155"/>
                </a:lnTo>
                <a:lnTo>
                  <a:pt x="0" y="578693"/>
                </a:lnTo>
                <a:lnTo>
                  <a:pt x="1918" y="531231"/>
                </a:lnTo>
                <a:lnTo>
                  <a:pt x="7574" y="484826"/>
                </a:lnTo>
                <a:lnTo>
                  <a:pt x="16818" y="439627"/>
                </a:lnTo>
                <a:lnTo>
                  <a:pt x="29502" y="395782"/>
                </a:lnTo>
                <a:lnTo>
                  <a:pt x="45477" y="353440"/>
                </a:lnTo>
                <a:lnTo>
                  <a:pt x="64593" y="312751"/>
                </a:lnTo>
                <a:lnTo>
                  <a:pt x="86702" y="273863"/>
                </a:lnTo>
                <a:lnTo>
                  <a:pt x="111655" y="236925"/>
                </a:lnTo>
                <a:lnTo>
                  <a:pt x="139303" y="202087"/>
                </a:lnTo>
                <a:lnTo>
                  <a:pt x="169496" y="169496"/>
                </a:lnTo>
                <a:lnTo>
                  <a:pt x="202087" y="139302"/>
                </a:lnTo>
                <a:lnTo>
                  <a:pt x="236926" y="111655"/>
                </a:lnTo>
                <a:lnTo>
                  <a:pt x="273864" y="86702"/>
                </a:lnTo>
                <a:lnTo>
                  <a:pt x="312752" y="64593"/>
                </a:lnTo>
                <a:lnTo>
                  <a:pt x="353442" y="45476"/>
                </a:lnTo>
                <a:lnTo>
                  <a:pt x="395784" y="29502"/>
                </a:lnTo>
                <a:lnTo>
                  <a:pt x="439629" y="16818"/>
                </a:lnTo>
                <a:lnTo>
                  <a:pt x="484829" y="7574"/>
                </a:lnTo>
                <a:lnTo>
                  <a:pt x="531235" y="1918"/>
                </a:lnTo>
                <a:lnTo>
                  <a:pt x="578697" y="0"/>
                </a:lnTo>
                <a:close/>
              </a:path>
            </a:pathLst>
          </a:custGeom>
          <a:ln w="7199">
            <a:solidFill>
              <a:srgbClr val="20A3B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141476" y="5515276"/>
            <a:ext cx="1067435" cy="1067435"/>
          </a:xfrm>
          <a:custGeom>
            <a:avLst/>
            <a:gdLst/>
            <a:ahLst/>
            <a:cxnLst/>
            <a:rect l="l" t="t" r="r" b="b"/>
            <a:pathLst>
              <a:path w="1067435" h="1067434">
                <a:moveTo>
                  <a:pt x="533405" y="0"/>
                </a:moveTo>
                <a:lnTo>
                  <a:pt x="484854" y="2179"/>
                </a:lnTo>
                <a:lnTo>
                  <a:pt x="437524" y="8593"/>
                </a:lnTo>
                <a:lnTo>
                  <a:pt x="391604" y="19053"/>
                </a:lnTo>
                <a:lnTo>
                  <a:pt x="347282" y="33371"/>
                </a:lnTo>
                <a:lnTo>
                  <a:pt x="304746" y="51358"/>
                </a:lnTo>
                <a:lnTo>
                  <a:pt x="264185" y="72826"/>
                </a:lnTo>
                <a:lnTo>
                  <a:pt x="225786" y="97586"/>
                </a:lnTo>
                <a:lnTo>
                  <a:pt x="189738" y="125451"/>
                </a:lnTo>
                <a:lnTo>
                  <a:pt x="156230" y="156232"/>
                </a:lnTo>
                <a:lnTo>
                  <a:pt x="125450" y="189740"/>
                </a:lnTo>
                <a:lnTo>
                  <a:pt x="97585" y="225788"/>
                </a:lnTo>
                <a:lnTo>
                  <a:pt x="72825" y="264186"/>
                </a:lnTo>
                <a:lnTo>
                  <a:pt x="51357" y="304748"/>
                </a:lnTo>
                <a:lnTo>
                  <a:pt x="33371" y="347284"/>
                </a:lnTo>
                <a:lnTo>
                  <a:pt x="19053" y="391606"/>
                </a:lnTo>
                <a:lnTo>
                  <a:pt x="8593" y="437525"/>
                </a:lnTo>
                <a:lnTo>
                  <a:pt x="2179" y="484854"/>
                </a:lnTo>
                <a:lnTo>
                  <a:pt x="0" y="533405"/>
                </a:lnTo>
                <a:lnTo>
                  <a:pt x="2179" y="581955"/>
                </a:lnTo>
                <a:lnTo>
                  <a:pt x="8593" y="629285"/>
                </a:lnTo>
                <a:lnTo>
                  <a:pt x="19053" y="675205"/>
                </a:lnTo>
                <a:lnTo>
                  <a:pt x="33371" y="719527"/>
                </a:lnTo>
                <a:lnTo>
                  <a:pt x="51357" y="762063"/>
                </a:lnTo>
                <a:lnTo>
                  <a:pt x="72825" y="802625"/>
                </a:lnTo>
                <a:lnTo>
                  <a:pt x="97585" y="841024"/>
                </a:lnTo>
                <a:lnTo>
                  <a:pt x="125450" y="877072"/>
                </a:lnTo>
                <a:lnTo>
                  <a:pt x="156230" y="910580"/>
                </a:lnTo>
                <a:lnTo>
                  <a:pt x="189738" y="941361"/>
                </a:lnTo>
                <a:lnTo>
                  <a:pt x="225786" y="969226"/>
                </a:lnTo>
                <a:lnTo>
                  <a:pt x="264185" y="993986"/>
                </a:lnTo>
                <a:lnTo>
                  <a:pt x="304746" y="1015454"/>
                </a:lnTo>
                <a:lnTo>
                  <a:pt x="347282" y="1033441"/>
                </a:lnTo>
                <a:lnTo>
                  <a:pt x="391604" y="1047758"/>
                </a:lnTo>
                <a:lnTo>
                  <a:pt x="437524" y="1058218"/>
                </a:lnTo>
                <a:lnTo>
                  <a:pt x="484854" y="1064632"/>
                </a:lnTo>
                <a:lnTo>
                  <a:pt x="533405" y="1066812"/>
                </a:lnTo>
                <a:lnTo>
                  <a:pt x="581955" y="1064632"/>
                </a:lnTo>
                <a:lnTo>
                  <a:pt x="629285" y="1058218"/>
                </a:lnTo>
                <a:lnTo>
                  <a:pt x="675205" y="1047758"/>
                </a:lnTo>
                <a:lnTo>
                  <a:pt x="719527" y="1033441"/>
                </a:lnTo>
                <a:lnTo>
                  <a:pt x="762063" y="1015454"/>
                </a:lnTo>
                <a:lnTo>
                  <a:pt x="802624" y="993986"/>
                </a:lnTo>
                <a:lnTo>
                  <a:pt x="841023" y="969226"/>
                </a:lnTo>
                <a:lnTo>
                  <a:pt x="877070" y="941361"/>
                </a:lnTo>
                <a:lnTo>
                  <a:pt x="910578" y="910580"/>
                </a:lnTo>
                <a:lnTo>
                  <a:pt x="941359" y="877072"/>
                </a:lnTo>
                <a:lnTo>
                  <a:pt x="969223" y="841024"/>
                </a:lnTo>
                <a:lnTo>
                  <a:pt x="993983" y="802625"/>
                </a:lnTo>
                <a:lnTo>
                  <a:pt x="1015451" y="762063"/>
                </a:lnTo>
                <a:lnTo>
                  <a:pt x="1033437" y="719527"/>
                </a:lnTo>
                <a:lnTo>
                  <a:pt x="1047755" y="675205"/>
                </a:lnTo>
                <a:lnTo>
                  <a:pt x="1058215" y="629285"/>
                </a:lnTo>
                <a:lnTo>
                  <a:pt x="1064629" y="581955"/>
                </a:lnTo>
                <a:lnTo>
                  <a:pt x="1066808" y="533405"/>
                </a:lnTo>
                <a:lnTo>
                  <a:pt x="1064629" y="484854"/>
                </a:lnTo>
                <a:lnTo>
                  <a:pt x="1058215" y="437525"/>
                </a:lnTo>
                <a:lnTo>
                  <a:pt x="1047755" y="391606"/>
                </a:lnTo>
                <a:lnTo>
                  <a:pt x="1033437" y="347284"/>
                </a:lnTo>
                <a:lnTo>
                  <a:pt x="1015451" y="304748"/>
                </a:lnTo>
                <a:lnTo>
                  <a:pt x="993983" y="264186"/>
                </a:lnTo>
                <a:lnTo>
                  <a:pt x="969223" y="225788"/>
                </a:lnTo>
                <a:lnTo>
                  <a:pt x="941359" y="189740"/>
                </a:lnTo>
                <a:lnTo>
                  <a:pt x="910578" y="156232"/>
                </a:lnTo>
                <a:lnTo>
                  <a:pt x="877070" y="125451"/>
                </a:lnTo>
                <a:lnTo>
                  <a:pt x="841023" y="97586"/>
                </a:lnTo>
                <a:lnTo>
                  <a:pt x="802624" y="72826"/>
                </a:lnTo>
                <a:lnTo>
                  <a:pt x="762063" y="51358"/>
                </a:lnTo>
                <a:lnTo>
                  <a:pt x="719527" y="33371"/>
                </a:lnTo>
                <a:lnTo>
                  <a:pt x="675205" y="19053"/>
                </a:lnTo>
                <a:lnTo>
                  <a:pt x="629285" y="8593"/>
                </a:lnTo>
                <a:lnTo>
                  <a:pt x="581955" y="2179"/>
                </a:lnTo>
                <a:lnTo>
                  <a:pt x="53340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5365680" y="5701517"/>
            <a:ext cx="615315" cy="6286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1600">
              <a:lnSpc>
                <a:spcPts val="3115"/>
              </a:lnSpc>
              <a:spcBef>
                <a:spcPts val="110"/>
              </a:spcBef>
            </a:pPr>
            <a:r>
              <a:rPr sz="3900" spc="-22" baseline="12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200" spc="-8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200" spc="-14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615"/>
              </a:lnSpc>
            </a:pPr>
            <a:r>
              <a:rPr sz="1350" b="1" spc="8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</a:t>
            </a:r>
            <a:r>
              <a:rPr sz="1350" b="1" spc="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</a:t>
            </a:r>
            <a:endParaRPr sz="1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2597152" y="7866965"/>
            <a:ext cx="46799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2113255" y="7865489"/>
            <a:ext cx="4559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20A3B4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71"/>
                </a:lnTo>
                <a:lnTo>
                  <a:pt x="0" y="1261371"/>
                </a:lnTo>
                <a:lnTo>
                  <a:pt x="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00601" y="2242613"/>
            <a:ext cx="1610995" cy="1610995"/>
          </a:xfrm>
          <a:custGeom>
            <a:avLst/>
            <a:gdLst/>
            <a:ahLst/>
            <a:cxnLst/>
            <a:rect l="l" t="t" r="r" b="b"/>
            <a:pathLst>
              <a:path w="1610995" h="1610995">
                <a:moveTo>
                  <a:pt x="805327" y="0"/>
                </a:moveTo>
                <a:lnTo>
                  <a:pt x="758007" y="1367"/>
                </a:lnTo>
                <a:lnTo>
                  <a:pt x="711408" y="5417"/>
                </a:lnTo>
                <a:lnTo>
                  <a:pt x="665604" y="12077"/>
                </a:lnTo>
                <a:lnTo>
                  <a:pt x="620672" y="21269"/>
                </a:lnTo>
                <a:lnTo>
                  <a:pt x="576686" y="32918"/>
                </a:lnTo>
                <a:lnTo>
                  <a:pt x="533722" y="46949"/>
                </a:lnTo>
                <a:lnTo>
                  <a:pt x="491856" y="63286"/>
                </a:lnTo>
                <a:lnTo>
                  <a:pt x="451163" y="81853"/>
                </a:lnTo>
                <a:lnTo>
                  <a:pt x="411719" y="102576"/>
                </a:lnTo>
                <a:lnTo>
                  <a:pt x="373599" y="125379"/>
                </a:lnTo>
                <a:lnTo>
                  <a:pt x="336879" y="150185"/>
                </a:lnTo>
                <a:lnTo>
                  <a:pt x="301634" y="176920"/>
                </a:lnTo>
                <a:lnTo>
                  <a:pt x="267941" y="205508"/>
                </a:lnTo>
                <a:lnTo>
                  <a:pt x="235873" y="235873"/>
                </a:lnTo>
                <a:lnTo>
                  <a:pt x="205508" y="267941"/>
                </a:lnTo>
                <a:lnTo>
                  <a:pt x="176920" y="301634"/>
                </a:lnTo>
                <a:lnTo>
                  <a:pt x="150185" y="336879"/>
                </a:lnTo>
                <a:lnTo>
                  <a:pt x="125379" y="373599"/>
                </a:lnTo>
                <a:lnTo>
                  <a:pt x="102576" y="411719"/>
                </a:lnTo>
                <a:lnTo>
                  <a:pt x="81853" y="451163"/>
                </a:lnTo>
                <a:lnTo>
                  <a:pt x="63286" y="491856"/>
                </a:lnTo>
                <a:lnTo>
                  <a:pt x="46949" y="533722"/>
                </a:lnTo>
                <a:lnTo>
                  <a:pt x="32918" y="576686"/>
                </a:lnTo>
                <a:lnTo>
                  <a:pt x="21269" y="620672"/>
                </a:lnTo>
                <a:lnTo>
                  <a:pt x="12077" y="665604"/>
                </a:lnTo>
                <a:lnTo>
                  <a:pt x="5417" y="711408"/>
                </a:lnTo>
                <a:lnTo>
                  <a:pt x="1367" y="758007"/>
                </a:lnTo>
                <a:lnTo>
                  <a:pt x="0" y="805327"/>
                </a:lnTo>
                <a:lnTo>
                  <a:pt x="1367" y="852646"/>
                </a:lnTo>
                <a:lnTo>
                  <a:pt x="5417" y="899246"/>
                </a:lnTo>
                <a:lnTo>
                  <a:pt x="12077" y="945049"/>
                </a:lnTo>
                <a:lnTo>
                  <a:pt x="21269" y="989982"/>
                </a:lnTo>
                <a:lnTo>
                  <a:pt x="32918" y="1033968"/>
                </a:lnTo>
                <a:lnTo>
                  <a:pt x="46949" y="1076932"/>
                </a:lnTo>
                <a:lnTo>
                  <a:pt x="63286" y="1118798"/>
                </a:lnTo>
                <a:lnTo>
                  <a:pt x="81853" y="1159491"/>
                </a:lnTo>
                <a:lnTo>
                  <a:pt x="102576" y="1198935"/>
                </a:lnTo>
                <a:lnTo>
                  <a:pt x="125379" y="1237055"/>
                </a:lnTo>
                <a:lnTo>
                  <a:pt x="150185" y="1273775"/>
                </a:lnTo>
                <a:lnTo>
                  <a:pt x="176920" y="1309019"/>
                </a:lnTo>
                <a:lnTo>
                  <a:pt x="205508" y="1342713"/>
                </a:lnTo>
                <a:lnTo>
                  <a:pt x="235873" y="1374780"/>
                </a:lnTo>
                <a:lnTo>
                  <a:pt x="267941" y="1405146"/>
                </a:lnTo>
                <a:lnTo>
                  <a:pt x="301634" y="1433734"/>
                </a:lnTo>
                <a:lnTo>
                  <a:pt x="336879" y="1460469"/>
                </a:lnTo>
                <a:lnTo>
                  <a:pt x="373599" y="1485275"/>
                </a:lnTo>
                <a:lnTo>
                  <a:pt x="411719" y="1508077"/>
                </a:lnTo>
                <a:lnTo>
                  <a:pt x="451163" y="1528800"/>
                </a:lnTo>
                <a:lnTo>
                  <a:pt x="491856" y="1547368"/>
                </a:lnTo>
                <a:lnTo>
                  <a:pt x="533722" y="1563705"/>
                </a:lnTo>
                <a:lnTo>
                  <a:pt x="576686" y="1577736"/>
                </a:lnTo>
                <a:lnTo>
                  <a:pt x="620672" y="1589385"/>
                </a:lnTo>
                <a:lnTo>
                  <a:pt x="665604" y="1598577"/>
                </a:lnTo>
                <a:lnTo>
                  <a:pt x="711408" y="1605236"/>
                </a:lnTo>
                <a:lnTo>
                  <a:pt x="758007" y="1609287"/>
                </a:lnTo>
                <a:lnTo>
                  <a:pt x="805327" y="1610654"/>
                </a:lnTo>
                <a:lnTo>
                  <a:pt x="852646" y="1609287"/>
                </a:lnTo>
                <a:lnTo>
                  <a:pt x="899246" y="1605236"/>
                </a:lnTo>
                <a:lnTo>
                  <a:pt x="945049" y="1598577"/>
                </a:lnTo>
                <a:lnTo>
                  <a:pt x="989982" y="1589385"/>
                </a:lnTo>
                <a:lnTo>
                  <a:pt x="1033968" y="1577736"/>
                </a:lnTo>
                <a:lnTo>
                  <a:pt x="1076932" y="1563705"/>
                </a:lnTo>
                <a:lnTo>
                  <a:pt x="1118798" y="1547368"/>
                </a:lnTo>
                <a:lnTo>
                  <a:pt x="1159491" y="1528800"/>
                </a:lnTo>
                <a:lnTo>
                  <a:pt x="1198935" y="1508077"/>
                </a:lnTo>
                <a:lnTo>
                  <a:pt x="1237055" y="1485275"/>
                </a:lnTo>
                <a:lnTo>
                  <a:pt x="1273775" y="1460469"/>
                </a:lnTo>
                <a:lnTo>
                  <a:pt x="1309019" y="1433734"/>
                </a:lnTo>
                <a:lnTo>
                  <a:pt x="1342713" y="1405146"/>
                </a:lnTo>
                <a:lnTo>
                  <a:pt x="1374780" y="1374780"/>
                </a:lnTo>
                <a:lnTo>
                  <a:pt x="1405146" y="1342713"/>
                </a:lnTo>
                <a:lnTo>
                  <a:pt x="1433734" y="1309019"/>
                </a:lnTo>
                <a:lnTo>
                  <a:pt x="1460469" y="1273775"/>
                </a:lnTo>
                <a:lnTo>
                  <a:pt x="1485275" y="1237055"/>
                </a:lnTo>
                <a:lnTo>
                  <a:pt x="1508077" y="1198935"/>
                </a:lnTo>
                <a:lnTo>
                  <a:pt x="1528800" y="1159491"/>
                </a:lnTo>
                <a:lnTo>
                  <a:pt x="1547368" y="1118798"/>
                </a:lnTo>
                <a:lnTo>
                  <a:pt x="1563705" y="1076932"/>
                </a:lnTo>
                <a:lnTo>
                  <a:pt x="1577736" y="1033968"/>
                </a:lnTo>
                <a:lnTo>
                  <a:pt x="1589385" y="989982"/>
                </a:lnTo>
                <a:lnTo>
                  <a:pt x="1598577" y="945049"/>
                </a:lnTo>
                <a:lnTo>
                  <a:pt x="1605236" y="899246"/>
                </a:lnTo>
                <a:lnTo>
                  <a:pt x="1609287" y="852646"/>
                </a:lnTo>
                <a:lnTo>
                  <a:pt x="1610654" y="805327"/>
                </a:lnTo>
                <a:lnTo>
                  <a:pt x="1609287" y="758007"/>
                </a:lnTo>
                <a:lnTo>
                  <a:pt x="1605236" y="711408"/>
                </a:lnTo>
                <a:lnTo>
                  <a:pt x="1598577" y="665604"/>
                </a:lnTo>
                <a:lnTo>
                  <a:pt x="1589385" y="620672"/>
                </a:lnTo>
                <a:lnTo>
                  <a:pt x="1577736" y="576686"/>
                </a:lnTo>
                <a:lnTo>
                  <a:pt x="1563705" y="533722"/>
                </a:lnTo>
                <a:lnTo>
                  <a:pt x="1547368" y="491856"/>
                </a:lnTo>
                <a:lnTo>
                  <a:pt x="1528800" y="451163"/>
                </a:lnTo>
                <a:lnTo>
                  <a:pt x="1508077" y="411719"/>
                </a:lnTo>
                <a:lnTo>
                  <a:pt x="1485275" y="373599"/>
                </a:lnTo>
                <a:lnTo>
                  <a:pt x="1460469" y="336879"/>
                </a:lnTo>
                <a:lnTo>
                  <a:pt x="1433734" y="301634"/>
                </a:lnTo>
                <a:lnTo>
                  <a:pt x="1405146" y="267941"/>
                </a:lnTo>
                <a:lnTo>
                  <a:pt x="1374780" y="235873"/>
                </a:lnTo>
                <a:lnTo>
                  <a:pt x="1342713" y="205508"/>
                </a:lnTo>
                <a:lnTo>
                  <a:pt x="1309019" y="176920"/>
                </a:lnTo>
                <a:lnTo>
                  <a:pt x="1273775" y="150185"/>
                </a:lnTo>
                <a:lnTo>
                  <a:pt x="1237055" y="125379"/>
                </a:lnTo>
                <a:lnTo>
                  <a:pt x="1198935" y="102576"/>
                </a:lnTo>
                <a:lnTo>
                  <a:pt x="1159491" y="81853"/>
                </a:lnTo>
                <a:lnTo>
                  <a:pt x="1118798" y="63286"/>
                </a:lnTo>
                <a:lnTo>
                  <a:pt x="1076932" y="46949"/>
                </a:lnTo>
                <a:lnTo>
                  <a:pt x="1033968" y="32918"/>
                </a:lnTo>
                <a:lnTo>
                  <a:pt x="989982" y="21269"/>
                </a:lnTo>
                <a:lnTo>
                  <a:pt x="945049" y="12077"/>
                </a:lnTo>
                <a:lnTo>
                  <a:pt x="899246" y="5417"/>
                </a:lnTo>
                <a:lnTo>
                  <a:pt x="852646" y="1367"/>
                </a:lnTo>
                <a:lnTo>
                  <a:pt x="80532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51092" y="3829309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1020467" y="0"/>
                </a:moveTo>
                <a:lnTo>
                  <a:pt x="972429" y="1110"/>
                </a:lnTo>
                <a:lnTo>
                  <a:pt x="924962" y="4410"/>
                </a:lnTo>
                <a:lnTo>
                  <a:pt x="878116" y="9849"/>
                </a:lnTo>
                <a:lnTo>
                  <a:pt x="831940" y="17379"/>
                </a:lnTo>
                <a:lnTo>
                  <a:pt x="786483" y="26951"/>
                </a:lnTo>
                <a:lnTo>
                  <a:pt x="741793" y="38515"/>
                </a:lnTo>
                <a:lnTo>
                  <a:pt x="697919" y="52023"/>
                </a:lnTo>
                <a:lnTo>
                  <a:pt x="654912" y="67426"/>
                </a:lnTo>
                <a:lnTo>
                  <a:pt x="612819" y="84675"/>
                </a:lnTo>
                <a:lnTo>
                  <a:pt x="571690" y="103721"/>
                </a:lnTo>
                <a:lnTo>
                  <a:pt x="531574" y="124514"/>
                </a:lnTo>
                <a:lnTo>
                  <a:pt x="492519" y="147006"/>
                </a:lnTo>
                <a:lnTo>
                  <a:pt x="454575" y="171147"/>
                </a:lnTo>
                <a:lnTo>
                  <a:pt x="417791" y="196890"/>
                </a:lnTo>
                <a:lnTo>
                  <a:pt x="382216" y="224184"/>
                </a:lnTo>
                <a:lnTo>
                  <a:pt x="347898" y="252981"/>
                </a:lnTo>
                <a:lnTo>
                  <a:pt x="314887" y="283231"/>
                </a:lnTo>
                <a:lnTo>
                  <a:pt x="283231" y="314887"/>
                </a:lnTo>
                <a:lnTo>
                  <a:pt x="252981" y="347898"/>
                </a:lnTo>
                <a:lnTo>
                  <a:pt x="224184" y="382216"/>
                </a:lnTo>
                <a:lnTo>
                  <a:pt x="196890" y="417791"/>
                </a:lnTo>
                <a:lnTo>
                  <a:pt x="171147" y="454575"/>
                </a:lnTo>
                <a:lnTo>
                  <a:pt x="147006" y="492519"/>
                </a:lnTo>
                <a:lnTo>
                  <a:pt x="124514" y="531574"/>
                </a:lnTo>
                <a:lnTo>
                  <a:pt x="103721" y="571690"/>
                </a:lnTo>
                <a:lnTo>
                  <a:pt x="84675" y="612819"/>
                </a:lnTo>
                <a:lnTo>
                  <a:pt x="67426" y="654912"/>
                </a:lnTo>
                <a:lnTo>
                  <a:pt x="52023" y="697919"/>
                </a:lnTo>
                <a:lnTo>
                  <a:pt x="38515" y="741793"/>
                </a:lnTo>
                <a:lnTo>
                  <a:pt x="26951" y="786483"/>
                </a:lnTo>
                <a:lnTo>
                  <a:pt x="17379" y="831940"/>
                </a:lnTo>
                <a:lnTo>
                  <a:pt x="9849" y="878116"/>
                </a:lnTo>
                <a:lnTo>
                  <a:pt x="4410" y="924962"/>
                </a:lnTo>
                <a:lnTo>
                  <a:pt x="1110" y="972429"/>
                </a:lnTo>
                <a:lnTo>
                  <a:pt x="0" y="1020467"/>
                </a:lnTo>
                <a:lnTo>
                  <a:pt x="1110" y="1068506"/>
                </a:lnTo>
                <a:lnTo>
                  <a:pt x="4410" y="1115972"/>
                </a:lnTo>
                <a:lnTo>
                  <a:pt x="9849" y="1162818"/>
                </a:lnTo>
                <a:lnTo>
                  <a:pt x="17379" y="1208994"/>
                </a:lnTo>
                <a:lnTo>
                  <a:pt x="26951" y="1254452"/>
                </a:lnTo>
                <a:lnTo>
                  <a:pt x="38515" y="1299142"/>
                </a:lnTo>
                <a:lnTo>
                  <a:pt x="52023" y="1343015"/>
                </a:lnTo>
                <a:lnTo>
                  <a:pt x="67426" y="1386022"/>
                </a:lnTo>
                <a:lnTo>
                  <a:pt x="84675" y="1428115"/>
                </a:lnTo>
                <a:lnTo>
                  <a:pt x="103721" y="1469244"/>
                </a:lnTo>
                <a:lnTo>
                  <a:pt x="124514" y="1509360"/>
                </a:lnTo>
                <a:lnTo>
                  <a:pt x="147006" y="1548415"/>
                </a:lnTo>
                <a:lnTo>
                  <a:pt x="171147" y="1586358"/>
                </a:lnTo>
                <a:lnTo>
                  <a:pt x="196890" y="1623143"/>
                </a:lnTo>
                <a:lnTo>
                  <a:pt x="224184" y="1658718"/>
                </a:lnTo>
                <a:lnTo>
                  <a:pt x="252981" y="1693036"/>
                </a:lnTo>
                <a:lnTo>
                  <a:pt x="283231" y="1726047"/>
                </a:lnTo>
                <a:lnTo>
                  <a:pt x="314887" y="1757702"/>
                </a:lnTo>
                <a:lnTo>
                  <a:pt x="347898" y="1787953"/>
                </a:lnTo>
                <a:lnTo>
                  <a:pt x="382216" y="1816750"/>
                </a:lnTo>
                <a:lnTo>
                  <a:pt x="417791" y="1844044"/>
                </a:lnTo>
                <a:lnTo>
                  <a:pt x="454575" y="1869786"/>
                </a:lnTo>
                <a:lnTo>
                  <a:pt x="492519" y="1893928"/>
                </a:lnTo>
                <a:lnTo>
                  <a:pt x="531574" y="1916420"/>
                </a:lnTo>
                <a:lnTo>
                  <a:pt x="571690" y="1937213"/>
                </a:lnTo>
                <a:lnTo>
                  <a:pt x="612819" y="1956258"/>
                </a:lnTo>
                <a:lnTo>
                  <a:pt x="654912" y="1973507"/>
                </a:lnTo>
                <a:lnTo>
                  <a:pt x="697919" y="1988910"/>
                </a:lnTo>
                <a:lnTo>
                  <a:pt x="741793" y="2002418"/>
                </a:lnTo>
                <a:lnTo>
                  <a:pt x="786483" y="2013983"/>
                </a:lnTo>
                <a:lnTo>
                  <a:pt x="831940" y="2023555"/>
                </a:lnTo>
                <a:lnTo>
                  <a:pt x="878116" y="2031085"/>
                </a:lnTo>
                <a:lnTo>
                  <a:pt x="924962" y="2036524"/>
                </a:lnTo>
                <a:lnTo>
                  <a:pt x="972429" y="2039823"/>
                </a:lnTo>
                <a:lnTo>
                  <a:pt x="1020467" y="2040934"/>
                </a:lnTo>
                <a:lnTo>
                  <a:pt x="1068506" y="2039823"/>
                </a:lnTo>
                <a:lnTo>
                  <a:pt x="1115972" y="2036524"/>
                </a:lnTo>
                <a:lnTo>
                  <a:pt x="1162818" y="2031085"/>
                </a:lnTo>
                <a:lnTo>
                  <a:pt x="1208994" y="2023555"/>
                </a:lnTo>
                <a:lnTo>
                  <a:pt x="1254452" y="2013983"/>
                </a:lnTo>
                <a:lnTo>
                  <a:pt x="1299142" y="2002418"/>
                </a:lnTo>
                <a:lnTo>
                  <a:pt x="1343015" y="1988910"/>
                </a:lnTo>
                <a:lnTo>
                  <a:pt x="1386022" y="1973507"/>
                </a:lnTo>
                <a:lnTo>
                  <a:pt x="1428115" y="1956258"/>
                </a:lnTo>
                <a:lnTo>
                  <a:pt x="1469244" y="1937213"/>
                </a:lnTo>
                <a:lnTo>
                  <a:pt x="1509360" y="1916420"/>
                </a:lnTo>
                <a:lnTo>
                  <a:pt x="1548415" y="1893928"/>
                </a:lnTo>
                <a:lnTo>
                  <a:pt x="1586358" y="1869786"/>
                </a:lnTo>
                <a:lnTo>
                  <a:pt x="1623143" y="1844044"/>
                </a:lnTo>
                <a:lnTo>
                  <a:pt x="1658718" y="1816750"/>
                </a:lnTo>
                <a:lnTo>
                  <a:pt x="1693036" y="1787953"/>
                </a:lnTo>
                <a:lnTo>
                  <a:pt x="1726047" y="1757702"/>
                </a:lnTo>
                <a:lnTo>
                  <a:pt x="1757702" y="1726047"/>
                </a:lnTo>
                <a:lnTo>
                  <a:pt x="1787953" y="1693036"/>
                </a:lnTo>
                <a:lnTo>
                  <a:pt x="1816750" y="1658718"/>
                </a:lnTo>
                <a:lnTo>
                  <a:pt x="1844044" y="1623143"/>
                </a:lnTo>
                <a:lnTo>
                  <a:pt x="1869786" y="1586358"/>
                </a:lnTo>
                <a:lnTo>
                  <a:pt x="1893928" y="1548415"/>
                </a:lnTo>
                <a:lnTo>
                  <a:pt x="1916420" y="1509360"/>
                </a:lnTo>
                <a:lnTo>
                  <a:pt x="1937213" y="1469244"/>
                </a:lnTo>
                <a:lnTo>
                  <a:pt x="1956258" y="1428115"/>
                </a:lnTo>
                <a:lnTo>
                  <a:pt x="1973507" y="1386022"/>
                </a:lnTo>
                <a:lnTo>
                  <a:pt x="1988910" y="1343015"/>
                </a:lnTo>
                <a:lnTo>
                  <a:pt x="2002418" y="1299142"/>
                </a:lnTo>
                <a:lnTo>
                  <a:pt x="2013983" y="1254452"/>
                </a:lnTo>
                <a:lnTo>
                  <a:pt x="2023555" y="1208994"/>
                </a:lnTo>
                <a:lnTo>
                  <a:pt x="2031085" y="1162818"/>
                </a:lnTo>
                <a:lnTo>
                  <a:pt x="2036524" y="1115972"/>
                </a:lnTo>
                <a:lnTo>
                  <a:pt x="2039823" y="1068506"/>
                </a:lnTo>
                <a:lnTo>
                  <a:pt x="2040934" y="1020467"/>
                </a:lnTo>
                <a:lnTo>
                  <a:pt x="2039823" y="972429"/>
                </a:lnTo>
                <a:lnTo>
                  <a:pt x="2036524" y="924962"/>
                </a:lnTo>
                <a:lnTo>
                  <a:pt x="2031085" y="878116"/>
                </a:lnTo>
                <a:lnTo>
                  <a:pt x="2023555" y="831940"/>
                </a:lnTo>
                <a:lnTo>
                  <a:pt x="2013983" y="786483"/>
                </a:lnTo>
                <a:lnTo>
                  <a:pt x="2002418" y="741793"/>
                </a:lnTo>
                <a:lnTo>
                  <a:pt x="1988910" y="697919"/>
                </a:lnTo>
                <a:lnTo>
                  <a:pt x="1973507" y="654912"/>
                </a:lnTo>
                <a:lnTo>
                  <a:pt x="1956258" y="612819"/>
                </a:lnTo>
                <a:lnTo>
                  <a:pt x="1937213" y="571690"/>
                </a:lnTo>
                <a:lnTo>
                  <a:pt x="1916420" y="531574"/>
                </a:lnTo>
                <a:lnTo>
                  <a:pt x="1893928" y="492519"/>
                </a:lnTo>
                <a:lnTo>
                  <a:pt x="1869786" y="454575"/>
                </a:lnTo>
                <a:lnTo>
                  <a:pt x="1844044" y="417791"/>
                </a:lnTo>
                <a:lnTo>
                  <a:pt x="1816750" y="382216"/>
                </a:lnTo>
                <a:lnTo>
                  <a:pt x="1787953" y="347898"/>
                </a:lnTo>
                <a:lnTo>
                  <a:pt x="1757702" y="314887"/>
                </a:lnTo>
                <a:lnTo>
                  <a:pt x="1726047" y="283231"/>
                </a:lnTo>
                <a:lnTo>
                  <a:pt x="1693036" y="252981"/>
                </a:lnTo>
                <a:lnTo>
                  <a:pt x="1658718" y="224184"/>
                </a:lnTo>
                <a:lnTo>
                  <a:pt x="1623143" y="196890"/>
                </a:lnTo>
                <a:lnTo>
                  <a:pt x="1586358" y="171147"/>
                </a:lnTo>
                <a:lnTo>
                  <a:pt x="1548415" y="147006"/>
                </a:lnTo>
                <a:lnTo>
                  <a:pt x="1509360" y="124514"/>
                </a:lnTo>
                <a:lnTo>
                  <a:pt x="1469244" y="103721"/>
                </a:lnTo>
                <a:lnTo>
                  <a:pt x="1428115" y="84675"/>
                </a:lnTo>
                <a:lnTo>
                  <a:pt x="1386022" y="67426"/>
                </a:lnTo>
                <a:lnTo>
                  <a:pt x="1343015" y="52023"/>
                </a:lnTo>
                <a:lnTo>
                  <a:pt x="1299142" y="38515"/>
                </a:lnTo>
                <a:lnTo>
                  <a:pt x="1254452" y="26951"/>
                </a:lnTo>
                <a:lnTo>
                  <a:pt x="1208994" y="17379"/>
                </a:lnTo>
                <a:lnTo>
                  <a:pt x="1162818" y="9849"/>
                </a:lnTo>
                <a:lnTo>
                  <a:pt x="1115972" y="4410"/>
                </a:lnTo>
                <a:lnTo>
                  <a:pt x="1068506" y="1110"/>
                </a:lnTo>
                <a:lnTo>
                  <a:pt x="102046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16627" y="6419038"/>
            <a:ext cx="1602105" cy="1602105"/>
          </a:xfrm>
          <a:custGeom>
            <a:avLst/>
            <a:gdLst/>
            <a:ahLst/>
            <a:cxnLst/>
            <a:rect l="l" t="t" r="r" b="b"/>
            <a:pathLst>
              <a:path w="1602104" h="1602104">
                <a:moveTo>
                  <a:pt x="801047" y="0"/>
                </a:moveTo>
                <a:lnTo>
                  <a:pt x="752249" y="1461"/>
                </a:lnTo>
                <a:lnTo>
                  <a:pt x="704225" y="5791"/>
                </a:lnTo>
                <a:lnTo>
                  <a:pt x="657057" y="12905"/>
                </a:lnTo>
                <a:lnTo>
                  <a:pt x="610830" y="22720"/>
                </a:lnTo>
                <a:lnTo>
                  <a:pt x="565628" y="35151"/>
                </a:lnTo>
                <a:lnTo>
                  <a:pt x="521535" y="50115"/>
                </a:lnTo>
                <a:lnTo>
                  <a:pt x="478633" y="67528"/>
                </a:lnTo>
                <a:lnTo>
                  <a:pt x="437008" y="87306"/>
                </a:lnTo>
                <a:lnTo>
                  <a:pt x="396742" y="109365"/>
                </a:lnTo>
                <a:lnTo>
                  <a:pt x="357920" y="133623"/>
                </a:lnTo>
                <a:lnTo>
                  <a:pt x="320625" y="159994"/>
                </a:lnTo>
                <a:lnTo>
                  <a:pt x="284941" y="188395"/>
                </a:lnTo>
                <a:lnTo>
                  <a:pt x="250953" y="218743"/>
                </a:lnTo>
                <a:lnTo>
                  <a:pt x="218743" y="250953"/>
                </a:lnTo>
                <a:lnTo>
                  <a:pt x="188395" y="284941"/>
                </a:lnTo>
                <a:lnTo>
                  <a:pt x="159994" y="320625"/>
                </a:lnTo>
                <a:lnTo>
                  <a:pt x="133623" y="357920"/>
                </a:lnTo>
                <a:lnTo>
                  <a:pt x="109366" y="396742"/>
                </a:lnTo>
                <a:lnTo>
                  <a:pt x="87306" y="437007"/>
                </a:lnTo>
                <a:lnTo>
                  <a:pt x="67528" y="478633"/>
                </a:lnTo>
                <a:lnTo>
                  <a:pt x="50115" y="521534"/>
                </a:lnTo>
                <a:lnTo>
                  <a:pt x="35151" y="565628"/>
                </a:lnTo>
                <a:lnTo>
                  <a:pt x="22720" y="610830"/>
                </a:lnTo>
                <a:lnTo>
                  <a:pt x="12905" y="657056"/>
                </a:lnTo>
                <a:lnTo>
                  <a:pt x="5791" y="704224"/>
                </a:lnTo>
                <a:lnTo>
                  <a:pt x="1461" y="752248"/>
                </a:lnTo>
                <a:lnTo>
                  <a:pt x="0" y="801046"/>
                </a:lnTo>
                <a:lnTo>
                  <a:pt x="1461" y="849843"/>
                </a:lnTo>
                <a:lnTo>
                  <a:pt x="5791" y="897868"/>
                </a:lnTo>
                <a:lnTo>
                  <a:pt x="12905" y="945035"/>
                </a:lnTo>
                <a:lnTo>
                  <a:pt x="22720" y="991262"/>
                </a:lnTo>
                <a:lnTo>
                  <a:pt x="35151" y="1036464"/>
                </a:lnTo>
                <a:lnTo>
                  <a:pt x="50115" y="1080558"/>
                </a:lnTo>
                <a:lnTo>
                  <a:pt x="67528" y="1123459"/>
                </a:lnTo>
                <a:lnTo>
                  <a:pt x="87306" y="1165085"/>
                </a:lnTo>
                <a:lnTo>
                  <a:pt x="109366" y="1205351"/>
                </a:lnTo>
                <a:lnTo>
                  <a:pt x="133623" y="1244173"/>
                </a:lnTo>
                <a:lnTo>
                  <a:pt x="159994" y="1281467"/>
                </a:lnTo>
                <a:lnTo>
                  <a:pt x="188395" y="1317151"/>
                </a:lnTo>
                <a:lnTo>
                  <a:pt x="218743" y="1351140"/>
                </a:lnTo>
                <a:lnTo>
                  <a:pt x="250953" y="1383350"/>
                </a:lnTo>
                <a:lnTo>
                  <a:pt x="284941" y="1413697"/>
                </a:lnTo>
                <a:lnTo>
                  <a:pt x="320625" y="1442099"/>
                </a:lnTo>
                <a:lnTo>
                  <a:pt x="357920" y="1468470"/>
                </a:lnTo>
                <a:lnTo>
                  <a:pt x="396742" y="1492727"/>
                </a:lnTo>
                <a:lnTo>
                  <a:pt x="437008" y="1514787"/>
                </a:lnTo>
                <a:lnTo>
                  <a:pt x="478633" y="1534565"/>
                </a:lnTo>
                <a:lnTo>
                  <a:pt x="521535" y="1551978"/>
                </a:lnTo>
                <a:lnTo>
                  <a:pt x="565628" y="1566942"/>
                </a:lnTo>
                <a:lnTo>
                  <a:pt x="610830" y="1579373"/>
                </a:lnTo>
                <a:lnTo>
                  <a:pt x="657057" y="1589187"/>
                </a:lnTo>
                <a:lnTo>
                  <a:pt x="704225" y="1596301"/>
                </a:lnTo>
                <a:lnTo>
                  <a:pt x="752249" y="1600631"/>
                </a:lnTo>
                <a:lnTo>
                  <a:pt x="801047" y="1602093"/>
                </a:lnTo>
                <a:lnTo>
                  <a:pt x="849845" y="1600631"/>
                </a:lnTo>
                <a:lnTo>
                  <a:pt x="897869" y="1596301"/>
                </a:lnTo>
                <a:lnTo>
                  <a:pt x="945036" y="1589187"/>
                </a:lnTo>
                <a:lnTo>
                  <a:pt x="991263" y="1579373"/>
                </a:lnTo>
                <a:lnTo>
                  <a:pt x="1036465" y="1566942"/>
                </a:lnTo>
                <a:lnTo>
                  <a:pt x="1080558" y="1551978"/>
                </a:lnTo>
                <a:lnTo>
                  <a:pt x="1123460" y="1534565"/>
                </a:lnTo>
                <a:lnTo>
                  <a:pt x="1165085" y="1514787"/>
                </a:lnTo>
                <a:lnTo>
                  <a:pt x="1205351" y="1492727"/>
                </a:lnTo>
                <a:lnTo>
                  <a:pt x="1244173" y="1468470"/>
                </a:lnTo>
                <a:lnTo>
                  <a:pt x="1281468" y="1442099"/>
                </a:lnTo>
                <a:lnTo>
                  <a:pt x="1317151" y="1413697"/>
                </a:lnTo>
                <a:lnTo>
                  <a:pt x="1351140" y="1383350"/>
                </a:lnTo>
                <a:lnTo>
                  <a:pt x="1383350" y="1351140"/>
                </a:lnTo>
                <a:lnTo>
                  <a:pt x="1413698" y="1317151"/>
                </a:lnTo>
                <a:lnTo>
                  <a:pt x="1442099" y="1281467"/>
                </a:lnTo>
                <a:lnTo>
                  <a:pt x="1468470" y="1244173"/>
                </a:lnTo>
                <a:lnTo>
                  <a:pt x="1492727" y="1205351"/>
                </a:lnTo>
                <a:lnTo>
                  <a:pt x="1514787" y="1165085"/>
                </a:lnTo>
                <a:lnTo>
                  <a:pt x="1534565" y="1123459"/>
                </a:lnTo>
                <a:lnTo>
                  <a:pt x="1551978" y="1080558"/>
                </a:lnTo>
                <a:lnTo>
                  <a:pt x="1566942" y="1036464"/>
                </a:lnTo>
                <a:lnTo>
                  <a:pt x="1579373" y="991262"/>
                </a:lnTo>
                <a:lnTo>
                  <a:pt x="1589187" y="945035"/>
                </a:lnTo>
                <a:lnTo>
                  <a:pt x="1596301" y="897868"/>
                </a:lnTo>
                <a:lnTo>
                  <a:pt x="1600631" y="849843"/>
                </a:lnTo>
                <a:lnTo>
                  <a:pt x="1602093" y="801046"/>
                </a:lnTo>
                <a:lnTo>
                  <a:pt x="1600631" y="752248"/>
                </a:lnTo>
                <a:lnTo>
                  <a:pt x="1596301" y="704224"/>
                </a:lnTo>
                <a:lnTo>
                  <a:pt x="1589187" y="657056"/>
                </a:lnTo>
                <a:lnTo>
                  <a:pt x="1579373" y="610830"/>
                </a:lnTo>
                <a:lnTo>
                  <a:pt x="1566942" y="565628"/>
                </a:lnTo>
                <a:lnTo>
                  <a:pt x="1551978" y="521534"/>
                </a:lnTo>
                <a:lnTo>
                  <a:pt x="1534565" y="478633"/>
                </a:lnTo>
                <a:lnTo>
                  <a:pt x="1514787" y="437007"/>
                </a:lnTo>
                <a:lnTo>
                  <a:pt x="1492727" y="396742"/>
                </a:lnTo>
                <a:lnTo>
                  <a:pt x="1468470" y="357920"/>
                </a:lnTo>
                <a:lnTo>
                  <a:pt x="1442099" y="320625"/>
                </a:lnTo>
                <a:lnTo>
                  <a:pt x="1413698" y="284941"/>
                </a:lnTo>
                <a:lnTo>
                  <a:pt x="1383350" y="250953"/>
                </a:lnTo>
                <a:lnTo>
                  <a:pt x="1351140" y="218743"/>
                </a:lnTo>
                <a:lnTo>
                  <a:pt x="1317151" y="188395"/>
                </a:lnTo>
                <a:lnTo>
                  <a:pt x="1281468" y="159994"/>
                </a:lnTo>
                <a:lnTo>
                  <a:pt x="1244173" y="133623"/>
                </a:lnTo>
                <a:lnTo>
                  <a:pt x="1205351" y="109365"/>
                </a:lnTo>
                <a:lnTo>
                  <a:pt x="1165085" y="87306"/>
                </a:lnTo>
                <a:lnTo>
                  <a:pt x="1123460" y="67528"/>
                </a:lnTo>
                <a:lnTo>
                  <a:pt x="1080558" y="50115"/>
                </a:lnTo>
                <a:lnTo>
                  <a:pt x="1036465" y="35151"/>
                </a:lnTo>
                <a:lnTo>
                  <a:pt x="991263" y="22720"/>
                </a:lnTo>
                <a:lnTo>
                  <a:pt x="945036" y="12905"/>
                </a:lnTo>
                <a:lnTo>
                  <a:pt x="897869" y="5791"/>
                </a:lnTo>
                <a:lnTo>
                  <a:pt x="849845" y="1461"/>
                </a:lnTo>
                <a:lnTo>
                  <a:pt x="80104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76942" y="6195618"/>
            <a:ext cx="1912620" cy="1912620"/>
          </a:xfrm>
          <a:custGeom>
            <a:avLst/>
            <a:gdLst/>
            <a:ahLst/>
            <a:cxnLst/>
            <a:rect l="l" t="t" r="r" b="b"/>
            <a:pathLst>
              <a:path w="1912619" h="1912620">
                <a:moveTo>
                  <a:pt x="956097" y="0"/>
                </a:moveTo>
                <a:lnTo>
                  <a:pt x="908378" y="1170"/>
                </a:lnTo>
                <a:lnTo>
                  <a:pt x="861264" y="4643"/>
                </a:lnTo>
                <a:lnTo>
                  <a:pt x="814811" y="10366"/>
                </a:lnTo>
                <a:lnTo>
                  <a:pt x="769073" y="18283"/>
                </a:lnTo>
                <a:lnTo>
                  <a:pt x="724105" y="28339"/>
                </a:lnTo>
                <a:lnTo>
                  <a:pt x="679961" y="40479"/>
                </a:lnTo>
                <a:lnTo>
                  <a:pt x="636698" y="54650"/>
                </a:lnTo>
                <a:lnTo>
                  <a:pt x="594368" y="70795"/>
                </a:lnTo>
                <a:lnTo>
                  <a:pt x="553028" y="88861"/>
                </a:lnTo>
                <a:lnTo>
                  <a:pt x="512732" y="108792"/>
                </a:lnTo>
                <a:lnTo>
                  <a:pt x="473534" y="130534"/>
                </a:lnTo>
                <a:lnTo>
                  <a:pt x="435489" y="154031"/>
                </a:lnTo>
                <a:lnTo>
                  <a:pt x="398653" y="179230"/>
                </a:lnTo>
                <a:lnTo>
                  <a:pt x="363080" y="206075"/>
                </a:lnTo>
                <a:lnTo>
                  <a:pt x="328824" y="234512"/>
                </a:lnTo>
                <a:lnTo>
                  <a:pt x="295941" y="264486"/>
                </a:lnTo>
                <a:lnTo>
                  <a:pt x="264486" y="295941"/>
                </a:lnTo>
                <a:lnTo>
                  <a:pt x="234512" y="328824"/>
                </a:lnTo>
                <a:lnTo>
                  <a:pt x="206075" y="363080"/>
                </a:lnTo>
                <a:lnTo>
                  <a:pt x="179230" y="398653"/>
                </a:lnTo>
                <a:lnTo>
                  <a:pt x="154031" y="435489"/>
                </a:lnTo>
                <a:lnTo>
                  <a:pt x="130534" y="473534"/>
                </a:lnTo>
                <a:lnTo>
                  <a:pt x="108792" y="512732"/>
                </a:lnTo>
                <a:lnTo>
                  <a:pt x="88861" y="553028"/>
                </a:lnTo>
                <a:lnTo>
                  <a:pt x="70795" y="594368"/>
                </a:lnTo>
                <a:lnTo>
                  <a:pt x="54650" y="636698"/>
                </a:lnTo>
                <a:lnTo>
                  <a:pt x="40479" y="679961"/>
                </a:lnTo>
                <a:lnTo>
                  <a:pt x="28339" y="724105"/>
                </a:lnTo>
                <a:lnTo>
                  <a:pt x="18283" y="769073"/>
                </a:lnTo>
                <a:lnTo>
                  <a:pt x="10366" y="814811"/>
                </a:lnTo>
                <a:lnTo>
                  <a:pt x="4643" y="861264"/>
                </a:lnTo>
                <a:lnTo>
                  <a:pt x="1170" y="908378"/>
                </a:lnTo>
                <a:lnTo>
                  <a:pt x="0" y="956097"/>
                </a:lnTo>
                <a:lnTo>
                  <a:pt x="1170" y="1003817"/>
                </a:lnTo>
                <a:lnTo>
                  <a:pt x="4643" y="1050930"/>
                </a:lnTo>
                <a:lnTo>
                  <a:pt x="10366" y="1097383"/>
                </a:lnTo>
                <a:lnTo>
                  <a:pt x="18283" y="1143121"/>
                </a:lnTo>
                <a:lnTo>
                  <a:pt x="28339" y="1188089"/>
                </a:lnTo>
                <a:lnTo>
                  <a:pt x="40479" y="1232232"/>
                </a:lnTo>
                <a:lnTo>
                  <a:pt x="54650" y="1275496"/>
                </a:lnTo>
                <a:lnTo>
                  <a:pt x="70795" y="1317825"/>
                </a:lnTo>
                <a:lnTo>
                  <a:pt x="88861" y="1359165"/>
                </a:lnTo>
                <a:lnTo>
                  <a:pt x="108792" y="1399462"/>
                </a:lnTo>
                <a:lnTo>
                  <a:pt x="130534" y="1438659"/>
                </a:lnTo>
                <a:lnTo>
                  <a:pt x="154031" y="1476704"/>
                </a:lnTo>
                <a:lnTo>
                  <a:pt x="179230" y="1513540"/>
                </a:lnTo>
                <a:lnTo>
                  <a:pt x="206075" y="1549113"/>
                </a:lnTo>
                <a:lnTo>
                  <a:pt x="234512" y="1583368"/>
                </a:lnTo>
                <a:lnTo>
                  <a:pt x="264486" y="1616251"/>
                </a:lnTo>
                <a:lnTo>
                  <a:pt x="295941" y="1647707"/>
                </a:lnTo>
                <a:lnTo>
                  <a:pt x="328824" y="1677680"/>
                </a:lnTo>
                <a:lnTo>
                  <a:pt x="363080" y="1706117"/>
                </a:lnTo>
                <a:lnTo>
                  <a:pt x="398653" y="1732962"/>
                </a:lnTo>
                <a:lnTo>
                  <a:pt x="435489" y="1758161"/>
                </a:lnTo>
                <a:lnTo>
                  <a:pt x="473534" y="1781659"/>
                </a:lnTo>
                <a:lnTo>
                  <a:pt x="512732" y="1803401"/>
                </a:lnTo>
                <a:lnTo>
                  <a:pt x="553028" y="1823332"/>
                </a:lnTo>
                <a:lnTo>
                  <a:pt x="594368" y="1841397"/>
                </a:lnTo>
                <a:lnTo>
                  <a:pt x="636698" y="1857543"/>
                </a:lnTo>
                <a:lnTo>
                  <a:pt x="679961" y="1871713"/>
                </a:lnTo>
                <a:lnTo>
                  <a:pt x="724105" y="1883854"/>
                </a:lnTo>
                <a:lnTo>
                  <a:pt x="769073" y="1893910"/>
                </a:lnTo>
                <a:lnTo>
                  <a:pt x="814811" y="1901826"/>
                </a:lnTo>
                <a:lnTo>
                  <a:pt x="861264" y="1907549"/>
                </a:lnTo>
                <a:lnTo>
                  <a:pt x="908378" y="1911023"/>
                </a:lnTo>
                <a:lnTo>
                  <a:pt x="956097" y="1912193"/>
                </a:lnTo>
                <a:lnTo>
                  <a:pt x="1003817" y="1911023"/>
                </a:lnTo>
                <a:lnTo>
                  <a:pt x="1050930" y="1907549"/>
                </a:lnTo>
                <a:lnTo>
                  <a:pt x="1097383" y="1901826"/>
                </a:lnTo>
                <a:lnTo>
                  <a:pt x="1143121" y="1893910"/>
                </a:lnTo>
                <a:lnTo>
                  <a:pt x="1188089" y="1883854"/>
                </a:lnTo>
                <a:lnTo>
                  <a:pt x="1232232" y="1871713"/>
                </a:lnTo>
                <a:lnTo>
                  <a:pt x="1275495" y="1857543"/>
                </a:lnTo>
                <a:lnTo>
                  <a:pt x="1317825" y="1841397"/>
                </a:lnTo>
                <a:lnTo>
                  <a:pt x="1359165" y="1823332"/>
                </a:lnTo>
                <a:lnTo>
                  <a:pt x="1399461" y="1803401"/>
                </a:lnTo>
                <a:lnTo>
                  <a:pt x="1438659" y="1781659"/>
                </a:lnTo>
                <a:lnTo>
                  <a:pt x="1476703" y="1758161"/>
                </a:lnTo>
                <a:lnTo>
                  <a:pt x="1513539" y="1732962"/>
                </a:lnTo>
                <a:lnTo>
                  <a:pt x="1549112" y="1706117"/>
                </a:lnTo>
                <a:lnTo>
                  <a:pt x="1583368" y="1677680"/>
                </a:lnTo>
                <a:lnTo>
                  <a:pt x="1616251" y="1647707"/>
                </a:lnTo>
                <a:lnTo>
                  <a:pt x="1647706" y="1616251"/>
                </a:lnTo>
                <a:lnTo>
                  <a:pt x="1677680" y="1583368"/>
                </a:lnTo>
                <a:lnTo>
                  <a:pt x="1706117" y="1549113"/>
                </a:lnTo>
                <a:lnTo>
                  <a:pt x="1732962" y="1513540"/>
                </a:lnTo>
                <a:lnTo>
                  <a:pt x="1758161" y="1476704"/>
                </a:lnTo>
                <a:lnTo>
                  <a:pt x="1781659" y="1438659"/>
                </a:lnTo>
                <a:lnTo>
                  <a:pt x="1803400" y="1399462"/>
                </a:lnTo>
                <a:lnTo>
                  <a:pt x="1823331" y="1359165"/>
                </a:lnTo>
                <a:lnTo>
                  <a:pt x="1841397" y="1317825"/>
                </a:lnTo>
                <a:lnTo>
                  <a:pt x="1857543" y="1275496"/>
                </a:lnTo>
                <a:lnTo>
                  <a:pt x="1871713" y="1232232"/>
                </a:lnTo>
                <a:lnTo>
                  <a:pt x="1883854" y="1188089"/>
                </a:lnTo>
                <a:lnTo>
                  <a:pt x="1893910" y="1143121"/>
                </a:lnTo>
                <a:lnTo>
                  <a:pt x="1901826" y="1097383"/>
                </a:lnTo>
                <a:lnTo>
                  <a:pt x="1907549" y="1050930"/>
                </a:lnTo>
                <a:lnTo>
                  <a:pt x="1911023" y="1003817"/>
                </a:lnTo>
                <a:lnTo>
                  <a:pt x="1912193" y="956097"/>
                </a:lnTo>
                <a:lnTo>
                  <a:pt x="1911023" y="908378"/>
                </a:lnTo>
                <a:lnTo>
                  <a:pt x="1907549" y="861264"/>
                </a:lnTo>
                <a:lnTo>
                  <a:pt x="1901826" y="814811"/>
                </a:lnTo>
                <a:lnTo>
                  <a:pt x="1893910" y="769073"/>
                </a:lnTo>
                <a:lnTo>
                  <a:pt x="1883854" y="724105"/>
                </a:lnTo>
                <a:lnTo>
                  <a:pt x="1871713" y="679961"/>
                </a:lnTo>
                <a:lnTo>
                  <a:pt x="1857543" y="636698"/>
                </a:lnTo>
                <a:lnTo>
                  <a:pt x="1841397" y="594368"/>
                </a:lnTo>
                <a:lnTo>
                  <a:pt x="1823331" y="553028"/>
                </a:lnTo>
                <a:lnTo>
                  <a:pt x="1803400" y="512732"/>
                </a:lnTo>
                <a:lnTo>
                  <a:pt x="1781659" y="473534"/>
                </a:lnTo>
                <a:lnTo>
                  <a:pt x="1758161" y="435489"/>
                </a:lnTo>
                <a:lnTo>
                  <a:pt x="1732962" y="398653"/>
                </a:lnTo>
                <a:lnTo>
                  <a:pt x="1706117" y="363080"/>
                </a:lnTo>
                <a:lnTo>
                  <a:pt x="1677680" y="328824"/>
                </a:lnTo>
                <a:lnTo>
                  <a:pt x="1647706" y="295941"/>
                </a:lnTo>
                <a:lnTo>
                  <a:pt x="1616251" y="264486"/>
                </a:lnTo>
                <a:lnTo>
                  <a:pt x="1583368" y="234512"/>
                </a:lnTo>
                <a:lnTo>
                  <a:pt x="1549112" y="206075"/>
                </a:lnTo>
                <a:lnTo>
                  <a:pt x="1513539" y="179230"/>
                </a:lnTo>
                <a:lnTo>
                  <a:pt x="1476703" y="154031"/>
                </a:lnTo>
                <a:lnTo>
                  <a:pt x="1438659" y="130534"/>
                </a:lnTo>
                <a:lnTo>
                  <a:pt x="1399461" y="108792"/>
                </a:lnTo>
                <a:lnTo>
                  <a:pt x="1359165" y="88861"/>
                </a:lnTo>
                <a:lnTo>
                  <a:pt x="1317825" y="70795"/>
                </a:lnTo>
                <a:lnTo>
                  <a:pt x="1275495" y="54650"/>
                </a:lnTo>
                <a:lnTo>
                  <a:pt x="1232232" y="40479"/>
                </a:lnTo>
                <a:lnTo>
                  <a:pt x="1188089" y="28339"/>
                </a:lnTo>
                <a:lnTo>
                  <a:pt x="1143121" y="18283"/>
                </a:lnTo>
                <a:lnTo>
                  <a:pt x="1097383" y="10366"/>
                </a:lnTo>
                <a:lnTo>
                  <a:pt x="1050930" y="4643"/>
                </a:lnTo>
                <a:lnTo>
                  <a:pt x="1003817" y="1170"/>
                </a:lnTo>
                <a:lnTo>
                  <a:pt x="956097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235060" y="4021358"/>
            <a:ext cx="1614170" cy="1614170"/>
          </a:xfrm>
          <a:custGeom>
            <a:avLst/>
            <a:gdLst/>
            <a:ahLst/>
            <a:cxnLst/>
            <a:rect l="l" t="t" r="r" b="b"/>
            <a:pathLst>
              <a:path w="1614169" h="1614170">
                <a:moveTo>
                  <a:pt x="806820" y="0"/>
                </a:moveTo>
                <a:lnTo>
                  <a:pt x="759413" y="1369"/>
                </a:lnTo>
                <a:lnTo>
                  <a:pt x="712728" y="5428"/>
                </a:lnTo>
                <a:lnTo>
                  <a:pt x="666839" y="12099"/>
                </a:lnTo>
                <a:lnTo>
                  <a:pt x="621823" y="21308"/>
                </a:lnTo>
                <a:lnTo>
                  <a:pt x="577755" y="32979"/>
                </a:lnTo>
                <a:lnTo>
                  <a:pt x="534712" y="47036"/>
                </a:lnTo>
                <a:lnTo>
                  <a:pt x="492768" y="63403"/>
                </a:lnTo>
                <a:lnTo>
                  <a:pt x="452000" y="82006"/>
                </a:lnTo>
                <a:lnTo>
                  <a:pt x="412483" y="102767"/>
                </a:lnTo>
                <a:lnTo>
                  <a:pt x="374292" y="125612"/>
                </a:lnTo>
                <a:lnTo>
                  <a:pt x="337504" y="150464"/>
                </a:lnTo>
                <a:lnTo>
                  <a:pt x="302194" y="177249"/>
                </a:lnTo>
                <a:lnTo>
                  <a:pt x="268438" y="205890"/>
                </a:lnTo>
                <a:lnTo>
                  <a:pt x="236311" y="236312"/>
                </a:lnTo>
                <a:lnTo>
                  <a:pt x="205889" y="268438"/>
                </a:lnTo>
                <a:lnTo>
                  <a:pt x="177248" y="302195"/>
                </a:lnTo>
                <a:lnTo>
                  <a:pt x="150464" y="337505"/>
                </a:lnTo>
                <a:lnTo>
                  <a:pt x="125611" y="374293"/>
                </a:lnTo>
                <a:lnTo>
                  <a:pt x="102767" y="412484"/>
                </a:lnTo>
                <a:lnTo>
                  <a:pt x="82005" y="452001"/>
                </a:lnTo>
                <a:lnTo>
                  <a:pt x="63403" y="492769"/>
                </a:lnTo>
                <a:lnTo>
                  <a:pt x="47036" y="534713"/>
                </a:lnTo>
                <a:lnTo>
                  <a:pt x="32979" y="577757"/>
                </a:lnTo>
                <a:lnTo>
                  <a:pt x="21308" y="621824"/>
                </a:lnTo>
                <a:lnTo>
                  <a:pt x="12099" y="666840"/>
                </a:lnTo>
                <a:lnTo>
                  <a:pt x="5428" y="712729"/>
                </a:lnTo>
                <a:lnTo>
                  <a:pt x="1369" y="759415"/>
                </a:lnTo>
                <a:lnTo>
                  <a:pt x="0" y="806822"/>
                </a:lnTo>
                <a:lnTo>
                  <a:pt x="1369" y="854229"/>
                </a:lnTo>
                <a:lnTo>
                  <a:pt x="5428" y="900914"/>
                </a:lnTo>
                <a:lnTo>
                  <a:pt x="12099" y="946803"/>
                </a:lnTo>
                <a:lnTo>
                  <a:pt x="21308" y="991819"/>
                </a:lnTo>
                <a:lnTo>
                  <a:pt x="32979" y="1035887"/>
                </a:lnTo>
                <a:lnTo>
                  <a:pt x="47036" y="1078930"/>
                </a:lnTo>
                <a:lnTo>
                  <a:pt x="63403" y="1120874"/>
                </a:lnTo>
                <a:lnTo>
                  <a:pt x="82005" y="1161642"/>
                </a:lnTo>
                <a:lnTo>
                  <a:pt x="102767" y="1201159"/>
                </a:lnTo>
                <a:lnTo>
                  <a:pt x="125611" y="1239350"/>
                </a:lnTo>
                <a:lnTo>
                  <a:pt x="150464" y="1276138"/>
                </a:lnTo>
                <a:lnTo>
                  <a:pt x="177248" y="1311448"/>
                </a:lnTo>
                <a:lnTo>
                  <a:pt x="205889" y="1345204"/>
                </a:lnTo>
                <a:lnTo>
                  <a:pt x="236311" y="1377331"/>
                </a:lnTo>
                <a:lnTo>
                  <a:pt x="268438" y="1407753"/>
                </a:lnTo>
                <a:lnTo>
                  <a:pt x="302194" y="1436394"/>
                </a:lnTo>
                <a:lnTo>
                  <a:pt x="337504" y="1463178"/>
                </a:lnTo>
                <a:lnTo>
                  <a:pt x="374292" y="1488031"/>
                </a:lnTo>
                <a:lnTo>
                  <a:pt x="412483" y="1510875"/>
                </a:lnTo>
                <a:lnTo>
                  <a:pt x="452000" y="1531637"/>
                </a:lnTo>
                <a:lnTo>
                  <a:pt x="492768" y="1550239"/>
                </a:lnTo>
                <a:lnTo>
                  <a:pt x="534712" y="1566606"/>
                </a:lnTo>
                <a:lnTo>
                  <a:pt x="577755" y="1580663"/>
                </a:lnTo>
                <a:lnTo>
                  <a:pt x="621823" y="1592334"/>
                </a:lnTo>
                <a:lnTo>
                  <a:pt x="666839" y="1601543"/>
                </a:lnTo>
                <a:lnTo>
                  <a:pt x="712728" y="1608214"/>
                </a:lnTo>
                <a:lnTo>
                  <a:pt x="759413" y="1612273"/>
                </a:lnTo>
                <a:lnTo>
                  <a:pt x="806820" y="1613642"/>
                </a:lnTo>
                <a:lnTo>
                  <a:pt x="854227" y="1612273"/>
                </a:lnTo>
                <a:lnTo>
                  <a:pt x="900913" y="1608214"/>
                </a:lnTo>
                <a:lnTo>
                  <a:pt x="946802" y="1601543"/>
                </a:lnTo>
                <a:lnTo>
                  <a:pt x="991818" y="1592334"/>
                </a:lnTo>
                <a:lnTo>
                  <a:pt x="1035885" y="1580663"/>
                </a:lnTo>
                <a:lnTo>
                  <a:pt x="1078929" y="1566606"/>
                </a:lnTo>
                <a:lnTo>
                  <a:pt x="1120873" y="1550239"/>
                </a:lnTo>
                <a:lnTo>
                  <a:pt x="1161641" y="1531637"/>
                </a:lnTo>
                <a:lnTo>
                  <a:pt x="1201158" y="1510875"/>
                </a:lnTo>
                <a:lnTo>
                  <a:pt x="1239349" y="1488031"/>
                </a:lnTo>
                <a:lnTo>
                  <a:pt x="1276137" y="1463178"/>
                </a:lnTo>
                <a:lnTo>
                  <a:pt x="1311447" y="1436394"/>
                </a:lnTo>
                <a:lnTo>
                  <a:pt x="1345203" y="1407753"/>
                </a:lnTo>
                <a:lnTo>
                  <a:pt x="1377330" y="1377331"/>
                </a:lnTo>
                <a:lnTo>
                  <a:pt x="1407752" y="1345204"/>
                </a:lnTo>
                <a:lnTo>
                  <a:pt x="1436393" y="1311448"/>
                </a:lnTo>
                <a:lnTo>
                  <a:pt x="1463178" y="1276138"/>
                </a:lnTo>
                <a:lnTo>
                  <a:pt x="1488030" y="1239350"/>
                </a:lnTo>
                <a:lnTo>
                  <a:pt x="1510875" y="1201159"/>
                </a:lnTo>
                <a:lnTo>
                  <a:pt x="1531636" y="1161642"/>
                </a:lnTo>
                <a:lnTo>
                  <a:pt x="1550239" y="1120874"/>
                </a:lnTo>
                <a:lnTo>
                  <a:pt x="1566606" y="1078930"/>
                </a:lnTo>
                <a:lnTo>
                  <a:pt x="1580663" y="1035887"/>
                </a:lnTo>
                <a:lnTo>
                  <a:pt x="1592334" y="991819"/>
                </a:lnTo>
                <a:lnTo>
                  <a:pt x="1601543" y="946803"/>
                </a:lnTo>
                <a:lnTo>
                  <a:pt x="1608214" y="900914"/>
                </a:lnTo>
                <a:lnTo>
                  <a:pt x="1612273" y="854229"/>
                </a:lnTo>
                <a:lnTo>
                  <a:pt x="1613642" y="806822"/>
                </a:lnTo>
                <a:lnTo>
                  <a:pt x="1612273" y="759415"/>
                </a:lnTo>
                <a:lnTo>
                  <a:pt x="1608214" y="712729"/>
                </a:lnTo>
                <a:lnTo>
                  <a:pt x="1601543" y="666840"/>
                </a:lnTo>
                <a:lnTo>
                  <a:pt x="1592334" y="621824"/>
                </a:lnTo>
                <a:lnTo>
                  <a:pt x="1580663" y="577757"/>
                </a:lnTo>
                <a:lnTo>
                  <a:pt x="1566606" y="534713"/>
                </a:lnTo>
                <a:lnTo>
                  <a:pt x="1550239" y="492769"/>
                </a:lnTo>
                <a:lnTo>
                  <a:pt x="1531636" y="452001"/>
                </a:lnTo>
                <a:lnTo>
                  <a:pt x="1510875" y="412484"/>
                </a:lnTo>
                <a:lnTo>
                  <a:pt x="1488030" y="374293"/>
                </a:lnTo>
                <a:lnTo>
                  <a:pt x="1463178" y="337505"/>
                </a:lnTo>
                <a:lnTo>
                  <a:pt x="1436393" y="302195"/>
                </a:lnTo>
                <a:lnTo>
                  <a:pt x="1407752" y="268438"/>
                </a:lnTo>
                <a:lnTo>
                  <a:pt x="1377330" y="236312"/>
                </a:lnTo>
                <a:lnTo>
                  <a:pt x="1345203" y="205890"/>
                </a:lnTo>
                <a:lnTo>
                  <a:pt x="1311447" y="177249"/>
                </a:lnTo>
                <a:lnTo>
                  <a:pt x="1276137" y="150464"/>
                </a:lnTo>
                <a:lnTo>
                  <a:pt x="1239349" y="125612"/>
                </a:lnTo>
                <a:lnTo>
                  <a:pt x="1201158" y="102767"/>
                </a:lnTo>
                <a:lnTo>
                  <a:pt x="1161641" y="82006"/>
                </a:lnTo>
                <a:lnTo>
                  <a:pt x="1120873" y="63403"/>
                </a:lnTo>
                <a:lnTo>
                  <a:pt x="1078929" y="47036"/>
                </a:lnTo>
                <a:lnTo>
                  <a:pt x="1035885" y="32979"/>
                </a:lnTo>
                <a:lnTo>
                  <a:pt x="991818" y="21308"/>
                </a:lnTo>
                <a:lnTo>
                  <a:pt x="946802" y="12099"/>
                </a:lnTo>
                <a:lnTo>
                  <a:pt x="900913" y="5428"/>
                </a:lnTo>
                <a:lnTo>
                  <a:pt x="854227" y="1369"/>
                </a:lnTo>
                <a:lnTo>
                  <a:pt x="80682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354152" y="2617077"/>
            <a:ext cx="995044" cy="995044"/>
          </a:xfrm>
          <a:custGeom>
            <a:avLst/>
            <a:gdLst/>
            <a:ahLst/>
            <a:cxnLst/>
            <a:rect l="l" t="t" r="r" b="b"/>
            <a:pathLst>
              <a:path w="995044" h="995045">
                <a:moveTo>
                  <a:pt x="497354" y="0"/>
                </a:moveTo>
                <a:lnTo>
                  <a:pt x="449455" y="2276"/>
                </a:lnTo>
                <a:lnTo>
                  <a:pt x="402845" y="8967"/>
                </a:lnTo>
                <a:lnTo>
                  <a:pt x="357731" y="19865"/>
                </a:lnTo>
                <a:lnTo>
                  <a:pt x="314322" y="34760"/>
                </a:lnTo>
                <a:lnTo>
                  <a:pt x="272827" y="53444"/>
                </a:lnTo>
                <a:lnTo>
                  <a:pt x="233453" y="75709"/>
                </a:lnTo>
                <a:lnTo>
                  <a:pt x="196410" y="101347"/>
                </a:lnTo>
                <a:lnTo>
                  <a:pt x="161906" y="130149"/>
                </a:lnTo>
                <a:lnTo>
                  <a:pt x="130149" y="161906"/>
                </a:lnTo>
                <a:lnTo>
                  <a:pt x="101347" y="196410"/>
                </a:lnTo>
                <a:lnTo>
                  <a:pt x="75709" y="233453"/>
                </a:lnTo>
                <a:lnTo>
                  <a:pt x="53444" y="272827"/>
                </a:lnTo>
                <a:lnTo>
                  <a:pt x="34760" y="314322"/>
                </a:lnTo>
                <a:lnTo>
                  <a:pt x="19865" y="357731"/>
                </a:lnTo>
                <a:lnTo>
                  <a:pt x="8967" y="402845"/>
                </a:lnTo>
                <a:lnTo>
                  <a:pt x="2276" y="449455"/>
                </a:lnTo>
                <a:lnTo>
                  <a:pt x="0" y="497354"/>
                </a:lnTo>
                <a:lnTo>
                  <a:pt x="2276" y="545253"/>
                </a:lnTo>
                <a:lnTo>
                  <a:pt x="8967" y="591863"/>
                </a:lnTo>
                <a:lnTo>
                  <a:pt x="19865" y="636977"/>
                </a:lnTo>
                <a:lnTo>
                  <a:pt x="34760" y="680385"/>
                </a:lnTo>
                <a:lnTo>
                  <a:pt x="53444" y="721880"/>
                </a:lnTo>
                <a:lnTo>
                  <a:pt x="75709" y="761253"/>
                </a:lnTo>
                <a:lnTo>
                  <a:pt x="101347" y="798296"/>
                </a:lnTo>
                <a:lnTo>
                  <a:pt x="130149" y="832800"/>
                </a:lnTo>
                <a:lnTo>
                  <a:pt x="161906" y="864557"/>
                </a:lnTo>
                <a:lnTo>
                  <a:pt x="196410" y="893359"/>
                </a:lnTo>
                <a:lnTo>
                  <a:pt x="233453" y="918996"/>
                </a:lnTo>
                <a:lnTo>
                  <a:pt x="272827" y="941261"/>
                </a:lnTo>
                <a:lnTo>
                  <a:pt x="314322" y="959945"/>
                </a:lnTo>
                <a:lnTo>
                  <a:pt x="357731" y="974840"/>
                </a:lnTo>
                <a:lnTo>
                  <a:pt x="402845" y="985737"/>
                </a:lnTo>
                <a:lnTo>
                  <a:pt x="449455" y="992429"/>
                </a:lnTo>
                <a:lnTo>
                  <a:pt x="497354" y="994705"/>
                </a:lnTo>
                <a:lnTo>
                  <a:pt x="545253" y="992429"/>
                </a:lnTo>
                <a:lnTo>
                  <a:pt x="591863" y="985737"/>
                </a:lnTo>
                <a:lnTo>
                  <a:pt x="636976" y="974840"/>
                </a:lnTo>
                <a:lnTo>
                  <a:pt x="680385" y="959945"/>
                </a:lnTo>
                <a:lnTo>
                  <a:pt x="721880" y="941261"/>
                </a:lnTo>
                <a:lnTo>
                  <a:pt x="761253" y="918996"/>
                </a:lnTo>
                <a:lnTo>
                  <a:pt x="798296" y="893359"/>
                </a:lnTo>
                <a:lnTo>
                  <a:pt x="832800" y="864557"/>
                </a:lnTo>
                <a:lnTo>
                  <a:pt x="864557" y="832800"/>
                </a:lnTo>
                <a:lnTo>
                  <a:pt x="893358" y="798296"/>
                </a:lnTo>
                <a:lnTo>
                  <a:pt x="918996" y="761253"/>
                </a:lnTo>
                <a:lnTo>
                  <a:pt x="941261" y="721880"/>
                </a:lnTo>
                <a:lnTo>
                  <a:pt x="959945" y="680385"/>
                </a:lnTo>
                <a:lnTo>
                  <a:pt x="974840" y="636977"/>
                </a:lnTo>
                <a:lnTo>
                  <a:pt x="985737" y="591863"/>
                </a:lnTo>
                <a:lnTo>
                  <a:pt x="992429" y="545253"/>
                </a:lnTo>
                <a:lnTo>
                  <a:pt x="994705" y="497354"/>
                </a:lnTo>
                <a:lnTo>
                  <a:pt x="992429" y="449455"/>
                </a:lnTo>
                <a:lnTo>
                  <a:pt x="985737" y="402845"/>
                </a:lnTo>
                <a:lnTo>
                  <a:pt x="974840" y="357731"/>
                </a:lnTo>
                <a:lnTo>
                  <a:pt x="959945" y="314322"/>
                </a:lnTo>
                <a:lnTo>
                  <a:pt x="941261" y="272827"/>
                </a:lnTo>
                <a:lnTo>
                  <a:pt x="918996" y="233453"/>
                </a:lnTo>
                <a:lnTo>
                  <a:pt x="893358" y="196410"/>
                </a:lnTo>
                <a:lnTo>
                  <a:pt x="864557" y="161906"/>
                </a:lnTo>
                <a:lnTo>
                  <a:pt x="832800" y="130149"/>
                </a:lnTo>
                <a:lnTo>
                  <a:pt x="798296" y="101347"/>
                </a:lnTo>
                <a:lnTo>
                  <a:pt x="761253" y="75709"/>
                </a:lnTo>
                <a:lnTo>
                  <a:pt x="721880" y="53444"/>
                </a:lnTo>
                <a:lnTo>
                  <a:pt x="680385" y="34760"/>
                </a:lnTo>
                <a:lnTo>
                  <a:pt x="636976" y="19865"/>
                </a:lnTo>
                <a:lnTo>
                  <a:pt x="591863" y="8967"/>
                </a:lnTo>
                <a:lnTo>
                  <a:pt x="545253" y="2276"/>
                </a:lnTo>
                <a:lnTo>
                  <a:pt x="497354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87479" y="3605037"/>
            <a:ext cx="462280" cy="561975"/>
          </a:xfrm>
          <a:custGeom>
            <a:avLst/>
            <a:gdLst/>
            <a:ahLst/>
            <a:cxnLst/>
            <a:rect l="l" t="t" r="r" b="b"/>
            <a:pathLst>
              <a:path w="462279" h="561975">
                <a:moveTo>
                  <a:pt x="0" y="0"/>
                </a:moveTo>
                <a:lnTo>
                  <a:pt x="461916" y="561848"/>
                </a:lnTo>
              </a:path>
            </a:pathLst>
          </a:custGeom>
          <a:ln w="19051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594940" y="7262205"/>
            <a:ext cx="1631950" cy="19050"/>
          </a:xfrm>
          <a:custGeom>
            <a:avLst/>
            <a:gdLst/>
            <a:ahLst/>
            <a:cxnLst/>
            <a:rect l="l" t="t" r="r" b="b"/>
            <a:pathLst>
              <a:path w="1631950" h="19050">
                <a:moveTo>
                  <a:pt x="0" y="18704"/>
                </a:moveTo>
                <a:lnTo>
                  <a:pt x="1631537" y="0"/>
                </a:lnTo>
              </a:path>
            </a:pathLst>
          </a:custGeom>
          <a:ln w="19051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041881" y="5500180"/>
            <a:ext cx="45085" cy="696595"/>
          </a:xfrm>
          <a:custGeom>
            <a:avLst/>
            <a:gdLst/>
            <a:ahLst/>
            <a:cxnLst/>
            <a:rect l="l" t="t" r="r" b="b"/>
            <a:pathLst>
              <a:path w="45084" h="696595">
                <a:moveTo>
                  <a:pt x="44999" y="696531"/>
                </a:moveTo>
                <a:lnTo>
                  <a:pt x="0" y="0"/>
                </a:lnTo>
              </a:path>
            </a:pathLst>
          </a:custGeom>
          <a:ln w="19051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347069" y="3558459"/>
            <a:ext cx="280670" cy="523240"/>
          </a:xfrm>
          <a:custGeom>
            <a:avLst/>
            <a:gdLst/>
            <a:ahLst/>
            <a:cxnLst/>
            <a:rect l="l" t="t" r="r" b="b"/>
            <a:pathLst>
              <a:path w="280669" h="523239">
                <a:moveTo>
                  <a:pt x="0" y="522615"/>
                </a:moveTo>
                <a:lnTo>
                  <a:pt x="280151" y="0"/>
                </a:lnTo>
              </a:path>
            </a:pathLst>
          </a:custGeom>
          <a:ln w="19051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927413" y="3996149"/>
            <a:ext cx="1496343" cy="22445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663623" y="3079629"/>
            <a:ext cx="82994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1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⼤腿塑</a:t>
            </a:r>
            <a:r>
              <a:rPr sz="1500" b="1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1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02400" y="2565807"/>
            <a:ext cx="277495" cy="469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00" spc="5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29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46205" y="2840677"/>
            <a:ext cx="22225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300" spc="-13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08475" y="2350486"/>
            <a:ext cx="1395095" cy="1395095"/>
          </a:xfrm>
          <a:custGeom>
            <a:avLst/>
            <a:gdLst/>
            <a:ahLst/>
            <a:cxnLst/>
            <a:rect l="l" t="t" r="r" b="b"/>
            <a:pathLst>
              <a:path w="1395095" h="1395095">
                <a:moveTo>
                  <a:pt x="697453" y="0"/>
                </a:moveTo>
                <a:lnTo>
                  <a:pt x="745205" y="1609"/>
                </a:lnTo>
                <a:lnTo>
                  <a:pt x="792094" y="6366"/>
                </a:lnTo>
                <a:lnTo>
                  <a:pt x="838015" y="14169"/>
                </a:lnTo>
                <a:lnTo>
                  <a:pt x="882865" y="24913"/>
                </a:lnTo>
                <a:lnTo>
                  <a:pt x="926539" y="38494"/>
                </a:lnTo>
                <a:lnTo>
                  <a:pt x="968935" y="54808"/>
                </a:lnTo>
                <a:lnTo>
                  <a:pt x="1009947" y="73752"/>
                </a:lnTo>
                <a:lnTo>
                  <a:pt x="1049473" y="95222"/>
                </a:lnTo>
                <a:lnTo>
                  <a:pt x="1087407" y="119113"/>
                </a:lnTo>
                <a:lnTo>
                  <a:pt x="1123647" y="145322"/>
                </a:lnTo>
                <a:lnTo>
                  <a:pt x="1158089" y="173745"/>
                </a:lnTo>
                <a:lnTo>
                  <a:pt x="1190628" y="204278"/>
                </a:lnTo>
                <a:lnTo>
                  <a:pt x="1221161" y="236817"/>
                </a:lnTo>
                <a:lnTo>
                  <a:pt x="1249584" y="271259"/>
                </a:lnTo>
                <a:lnTo>
                  <a:pt x="1275793" y="307499"/>
                </a:lnTo>
                <a:lnTo>
                  <a:pt x="1299684" y="345433"/>
                </a:lnTo>
                <a:lnTo>
                  <a:pt x="1321154" y="384959"/>
                </a:lnTo>
                <a:lnTo>
                  <a:pt x="1340098" y="425971"/>
                </a:lnTo>
                <a:lnTo>
                  <a:pt x="1356412" y="468367"/>
                </a:lnTo>
                <a:lnTo>
                  <a:pt x="1369993" y="512041"/>
                </a:lnTo>
                <a:lnTo>
                  <a:pt x="1380737" y="556891"/>
                </a:lnTo>
                <a:lnTo>
                  <a:pt x="1388540" y="602812"/>
                </a:lnTo>
                <a:lnTo>
                  <a:pt x="1393298" y="649701"/>
                </a:lnTo>
                <a:lnTo>
                  <a:pt x="1394907" y="697453"/>
                </a:lnTo>
                <a:lnTo>
                  <a:pt x="1393298" y="745205"/>
                </a:lnTo>
                <a:lnTo>
                  <a:pt x="1388540" y="792094"/>
                </a:lnTo>
                <a:lnTo>
                  <a:pt x="1380737" y="838015"/>
                </a:lnTo>
                <a:lnTo>
                  <a:pt x="1369993" y="882865"/>
                </a:lnTo>
                <a:lnTo>
                  <a:pt x="1356412" y="926539"/>
                </a:lnTo>
                <a:lnTo>
                  <a:pt x="1340098" y="968935"/>
                </a:lnTo>
                <a:lnTo>
                  <a:pt x="1321154" y="1009947"/>
                </a:lnTo>
                <a:lnTo>
                  <a:pt x="1299684" y="1049473"/>
                </a:lnTo>
                <a:lnTo>
                  <a:pt x="1275793" y="1087407"/>
                </a:lnTo>
                <a:lnTo>
                  <a:pt x="1249584" y="1123647"/>
                </a:lnTo>
                <a:lnTo>
                  <a:pt x="1221161" y="1158089"/>
                </a:lnTo>
                <a:lnTo>
                  <a:pt x="1190628" y="1190628"/>
                </a:lnTo>
                <a:lnTo>
                  <a:pt x="1158089" y="1221161"/>
                </a:lnTo>
                <a:lnTo>
                  <a:pt x="1123647" y="1249584"/>
                </a:lnTo>
                <a:lnTo>
                  <a:pt x="1087407" y="1275793"/>
                </a:lnTo>
                <a:lnTo>
                  <a:pt x="1049473" y="1299684"/>
                </a:lnTo>
                <a:lnTo>
                  <a:pt x="1009947" y="1321154"/>
                </a:lnTo>
                <a:lnTo>
                  <a:pt x="968935" y="1340098"/>
                </a:lnTo>
                <a:lnTo>
                  <a:pt x="926539" y="1356412"/>
                </a:lnTo>
                <a:lnTo>
                  <a:pt x="882865" y="1369993"/>
                </a:lnTo>
                <a:lnTo>
                  <a:pt x="838015" y="1380737"/>
                </a:lnTo>
                <a:lnTo>
                  <a:pt x="792094" y="1388540"/>
                </a:lnTo>
                <a:lnTo>
                  <a:pt x="745205" y="1393298"/>
                </a:lnTo>
                <a:lnTo>
                  <a:pt x="697453" y="1394907"/>
                </a:lnTo>
                <a:lnTo>
                  <a:pt x="649701" y="1393298"/>
                </a:lnTo>
                <a:lnTo>
                  <a:pt x="602812" y="1388540"/>
                </a:lnTo>
                <a:lnTo>
                  <a:pt x="556891" y="1380737"/>
                </a:lnTo>
                <a:lnTo>
                  <a:pt x="512041" y="1369993"/>
                </a:lnTo>
                <a:lnTo>
                  <a:pt x="468367" y="1356412"/>
                </a:lnTo>
                <a:lnTo>
                  <a:pt x="425971" y="1340098"/>
                </a:lnTo>
                <a:lnTo>
                  <a:pt x="384959" y="1321154"/>
                </a:lnTo>
                <a:lnTo>
                  <a:pt x="345433" y="1299684"/>
                </a:lnTo>
                <a:lnTo>
                  <a:pt x="307499" y="1275793"/>
                </a:lnTo>
                <a:lnTo>
                  <a:pt x="271259" y="1249584"/>
                </a:lnTo>
                <a:lnTo>
                  <a:pt x="236817" y="1221161"/>
                </a:lnTo>
                <a:lnTo>
                  <a:pt x="204278" y="1190628"/>
                </a:lnTo>
                <a:lnTo>
                  <a:pt x="173745" y="1158089"/>
                </a:lnTo>
                <a:lnTo>
                  <a:pt x="145322" y="1123647"/>
                </a:lnTo>
                <a:lnTo>
                  <a:pt x="119113" y="1087407"/>
                </a:lnTo>
                <a:lnTo>
                  <a:pt x="95222" y="1049473"/>
                </a:lnTo>
                <a:lnTo>
                  <a:pt x="73752" y="1009947"/>
                </a:lnTo>
                <a:lnTo>
                  <a:pt x="54808" y="968935"/>
                </a:lnTo>
                <a:lnTo>
                  <a:pt x="38494" y="926539"/>
                </a:lnTo>
                <a:lnTo>
                  <a:pt x="24913" y="882865"/>
                </a:lnTo>
                <a:lnTo>
                  <a:pt x="14169" y="838015"/>
                </a:lnTo>
                <a:lnTo>
                  <a:pt x="6366" y="792094"/>
                </a:lnTo>
                <a:lnTo>
                  <a:pt x="1609" y="745205"/>
                </a:lnTo>
                <a:lnTo>
                  <a:pt x="0" y="697453"/>
                </a:lnTo>
                <a:lnTo>
                  <a:pt x="1609" y="649701"/>
                </a:lnTo>
                <a:lnTo>
                  <a:pt x="6366" y="602812"/>
                </a:lnTo>
                <a:lnTo>
                  <a:pt x="14169" y="556891"/>
                </a:lnTo>
                <a:lnTo>
                  <a:pt x="24913" y="512041"/>
                </a:lnTo>
                <a:lnTo>
                  <a:pt x="38494" y="468367"/>
                </a:lnTo>
                <a:lnTo>
                  <a:pt x="54808" y="425971"/>
                </a:lnTo>
                <a:lnTo>
                  <a:pt x="73752" y="384959"/>
                </a:lnTo>
                <a:lnTo>
                  <a:pt x="95222" y="345433"/>
                </a:lnTo>
                <a:lnTo>
                  <a:pt x="119113" y="307499"/>
                </a:lnTo>
                <a:lnTo>
                  <a:pt x="145322" y="271259"/>
                </a:lnTo>
                <a:lnTo>
                  <a:pt x="173745" y="236817"/>
                </a:lnTo>
                <a:lnTo>
                  <a:pt x="204278" y="204278"/>
                </a:lnTo>
                <a:lnTo>
                  <a:pt x="236817" y="173745"/>
                </a:lnTo>
                <a:lnTo>
                  <a:pt x="271259" y="145322"/>
                </a:lnTo>
                <a:lnTo>
                  <a:pt x="307499" y="119113"/>
                </a:lnTo>
                <a:lnTo>
                  <a:pt x="345433" y="95222"/>
                </a:lnTo>
                <a:lnTo>
                  <a:pt x="384959" y="73752"/>
                </a:lnTo>
                <a:lnTo>
                  <a:pt x="425971" y="54808"/>
                </a:lnTo>
                <a:lnTo>
                  <a:pt x="468367" y="38494"/>
                </a:lnTo>
                <a:lnTo>
                  <a:pt x="512041" y="24913"/>
                </a:lnTo>
                <a:lnTo>
                  <a:pt x="556891" y="14169"/>
                </a:lnTo>
                <a:lnTo>
                  <a:pt x="602812" y="6366"/>
                </a:lnTo>
                <a:lnTo>
                  <a:pt x="649701" y="1609"/>
                </a:lnTo>
                <a:lnTo>
                  <a:pt x="697453" y="0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459500" y="6765125"/>
            <a:ext cx="880744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6530">
              <a:lnSpc>
                <a:spcPts val="3480"/>
              </a:lnSpc>
              <a:spcBef>
                <a:spcPts val="110"/>
              </a:spcBef>
            </a:pPr>
            <a:r>
              <a:rPr sz="4350" spc="-22" baseline="11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300" spc="-6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300" spc="-13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3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800"/>
              </a:lnSpc>
            </a:pPr>
            <a:r>
              <a:rPr sz="1500" b="1" spc="1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⼩腿塑</a:t>
            </a:r>
            <a:r>
              <a:rPr sz="1500" b="1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1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05933" y="6508343"/>
            <a:ext cx="1423670" cy="1423670"/>
          </a:xfrm>
          <a:custGeom>
            <a:avLst/>
            <a:gdLst/>
            <a:ahLst/>
            <a:cxnLst/>
            <a:rect l="l" t="t" r="r" b="b"/>
            <a:pathLst>
              <a:path w="1423670" h="1423670">
                <a:moveTo>
                  <a:pt x="711742" y="0"/>
                </a:moveTo>
                <a:lnTo>
                  <a:pt x="760472" y="1641"/>
                </a:lnTo>
                <a:lnTo>
                  <a:pt x="808322" y="6497"/>
                </a:lnTo>
                <a:lnTo>
                  <a:pt x="855184" y="14459"/>
                </a:lnTo>
                <a:lnTo>
                  <a:pt x="900952" y="25423"/>
                </a:lnTo>
                <a:lnTo>
                  <a:pt x="945521" y="39283"/>
                </a:lnTo>
                <a:lnTo>
                  <a:pt x="988785" y="55931"/>
                </a:lnTo>
                <a:lnTo>
                  <a:pt x="1030638" y="75263"/>
                </a:lnTo>
                <a:lnTo>
                  <a:pt x="1070973" y="97172"/>
                </a:lnTo>
                <a:lnTo>
                  <a:pt x="1109685" y="121553"/>
                </a:lnTo>
                <a:lnTo>
                  <a:pt x="1146667" y="148298"/>
                </a:lnTo>
                <a:lnTo>
                  <a:pt x="1181814" y="177304"/>
                </a:lnTo>
                <a:lnTo>
                  <a:pt x="1215020" y="208462"/>
                </a:lnTo>
                <a:lnTo>
                  <a:pt x="1246179" y="241668"/>
                </a:lnTo>
                <a:lnTo>
                  <a:pt x="1275184" y="276815"/>
                </a:lnTo>
                <a:lnTo>
                  <a:pt x="1301930" y="313798"/>
                </a:lnTo>
                <a:lnTo>
                  <a:pt x="1326310" y="352509"/>
                </a:lnTo>
                <a:lnTo>
                  <a:pt x="1348219" y="392845"/>
                </a:lnTo>
                <a:lnTo>
                  <a:pt x="1367551" y="434697"/>
                </a:lnTo>
                <a:lnTo>
                  <a:pt x="1384200" y="477961"/>
                </a:lnTo>
                <a:lnTo>
                  <a:pt x="1398059" y="522530"/>
                </a:lnTo>
                <a:lnTo>
                  <a:pt x="1409023" y="568299"/>
                </a:lnTo>
                <a:lnTo>
                  <a:pt x="1416986" y="615161"/>
                </a:lnTo>
                <a:lnTo>
                  <a:pt x="1421841" y="663010"/>
                </a:lnTo>
                <a:lnTo>
                  <a:pt x="1423483" y="711741"/>
                </a:lnTo>
                <a:lnTo>
                  <a:pt x="1421841" y="760471"/>
                </a:lnTo>
                <a:lnTo>
                  <a:pt x="1416986" y="808320"/>
                </a:lnTo>
                <a:lnTo>
                  <a:pt x="1409023" y="855182"/>
                </a:lnTo>
                <a:lnTo>
                  <a:pt x="1398059" y="900951"/>
                </a:lnTo>
                <a:lnTo>
                  <a:pt x="1384200" y="945520"/>
                </a:lnTo>
                <a:lnTo>
                  <a:pt x="1367551" y="988784"/>
                </a:lnTo>
                <a:lnTo>
                  <a:pt x="1348219" y="1030637"/>
                </a:lnTo>
                <a:lnTo>
                  <a:pt x="1326310" y="1070972"/>
                </a:lnTo>
                <a:lnTo>
                  <a:pt x="1301930" y="1109684"/>
                </a:lnTo>
                <a:lnTo>
                  <a:pt x="1275184" y="1146666"/>
                </a:lnTo>
                <a:lnTo>
                  <a:pt x="1246179" y="1181814"/>
                </a:lnTo>
                <a:lnTo>
                  <a:pt x="1215020" y="1215020"/>
                </a:lnTo>
                <a:lnTo>
                  <a:pt x="1181814" y="1246178"/>
                </a:lnTo>
                <a:lnTo>
                  <a:pt x="1146667" y="1275183"/>
                </a:lnTo>
                <a:lnTo>
                  <a:pt x="1109685" y="1301929"/>
                </a:lnTo>
                <a:lnTo>
                  <a:pt x="1070973" y="1326310"/>
                </a:lnTo>
                <a:lnTo>
                  <a:pt x="1030638" y="1348219"/>
                </a:lnTo>
                <a:lnTo>
                  <a:pt x="988785" y="1367551"/>
                </a:lnTo>
                <a:lnTo>
                  <a:pt x="945521" y="1384200"/>
                </a:lnTo>
                <a:lnTo>
                  <a:pt x="900952" y="1398059"/>
                </a:lnTo>
                <a:lnTo>
                  <a:pt x="855184" y="1409023"/>
                </a:lnTo>
                <a:lnTo>
                  <a:pt x="808322" y="1416986"/>
                </a:lnTo>
                <a:lnTo>
                  <a:pt x="760472" y="1421841"/>
                </a:lnTo>
                <a:lnTo>
                  <a:pt x="711742" y="1423483"/>
                </a:lnTo>
                <a:lnTo>
                  <a:pt x="663011" y="1421841"/>
                </a:lnTo>
                <a:lnTo>
                  <a:pt x="615162" y="1416986"/>
                </a:lnTo>
                <a:lnTo>
                  <a:pt x="568300" y="1409023"/>
                </a:lnTo>
                <a:lnTo>
                  <a:pt x="522531" y="1398059"/>
                </a:lnTo>
                <a:lnTo>
                  <a:pt x="477962" y="1384200"/>
                </a:lnTo>
                <a:lnTo>
                  <a:pt x="434698" y="1367551"/>
                </a:lnTo>
                <a:lnTo>
                  <a:pt x="392846" y="1348219"/>
                </a:lnTo>
                <a:lnTo>
                  <a:pt x="352510" y="1326310"/>
                </a:lnTo>
                <a:lnTo>
                  <a:pt x="313798" y="1301929"/>
                </a:lnTo>
                <a:lnTo>
                  <a:pt x="276816" y="1275183"/>
                </a:lnTo>
                <a:lnTo>
                  <a:pt x="241669" y="1246178"/>
                </a:lnTo>
                <a:lnTo>
                  <a:pt x="208463" y="1215020"/>
                </a:lnTo>
                <a:lnTo>
                  <a:pt x="177304" y="1181814"/>
                </a:lnTo>
                <a:lnTo>
                  <a:pt x="148299" y="1146666"/>
                </a:lnTo>
                <a:lnTo>
                  <a:pt x="121553" y="1109684"/>
                </a:lnTo>
                <a:lnTo>
                  <a:pt x="97172" y="1070972"/>
                </a:lnTo>
                <a:lnTo>
                  <a:pt x="75263" y="1030637"/>
                </a:lnTo>
                <a:lnTo>
                  <a:pt x="55931" y="988784"/>
                </a:lnTo>
                <a:lnTo>
                  <a:pt x="39283" y="945520"/>
                </a:lnTo>
                <a:lnTo>
                  <a:pt x="25423" y="900951"/>
                </a:lnTo>
                <a:lnTo>
                  <a:pt x="14459" y="855182"/>
                </a:lnTo>
                <a:lnTo>
                  <a:pt x="6497" y="808320"/>
                </a:lnTo>
                <a:lnTo>
                  <a:pt x="1641" y="760471"/>
                </a:lnTo>
                <a:lnTo>
                  <a:pt x="0" y="711741"/>
                </a:lnTo>
                <a:lnTo>
                  <a:pt x="1641" y="663010"/>
                </a:lnTo>
                <a:lnTo>
                  <a:pt x="6497" y="615161"/>
                </a:lnTo>
                <a:lnTo>
                  <a:pt x="14459" y="568299"/>
                </a:lnTo>
                <a:lnTo>
                  <a:pt x="25423" y="522530"/>
                </a:lnTo>
                <a:lnTo>
                  <a:pt x="39283" y="477961"/>
                </a:lnTo>
                <a:lnTo>
                  <a:pt x="55931" y="434697"/>
                </a:lnTo>
                <a:lnTo>
                  <a:pt x="75263" y="392845"/>
                </a:lnTo>
                <a:lnTo>
                  <a:pt x="97172" y="352509"/>
                </a:lnTo>
                <a:lnTo>
                  <a:pt x="121553" y="313798"/>
                </a:lnTo>
                <a:lnTo>
                  <a:pt x="148299" y="276815"/>
                </a:lnTo>
                <a:lnTo>
                  <a:pt x="177304" y="241668"/>
                </a:lnTo>
                <a:lnTo>
                  <a:pt x="208463" y="208462"/>
                </a:lnTo>
                <a:lnTo>
                  <a:pt x="241669" y="177304"/>
                </a:lnTo>
                <a:lnTo>
                  <a:pt x="276816" y="148298"/>
                </a:lnTo>
                <a:lnTo>
                  <a:pt x="313798" y="121553"/>
                </a:lnTo>
                <a:lnTo>
                  <a:pt x="352510" y="97172"/>
                </a:lnTo>
                <a:lnTo>
                  <a:pt x="392846" y="75263"/>
                </a:lnTo>
                <a:lnTo>
                  <a:pt x="434698" y="55931"/>
                </a:lnTo>
                <a:lnTo>
                  <a:pt x="477962" y="39283"/>
                </a:lnTo>
                <a:lnTo>
                  <a:pt x="522531" y="25423"/>
                </a:lnTo>
                <a:lnTo>
                  <a:pt x="568300" y="14459"/>
                </a:lnTo>
                <a:lnTo>
                  <a:pt x="615162" y="6497"/>
                </a:lnTo>
                <a:lnTo>
                  <a:pt x="663011" y="1641"/>
                </a:lnTo>
                <a:lnTo>
                  <a:pt x="711742" y="0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621760" y="6777934"/>
            <a:ext cx="1084580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09220" algn="ctr">
              <a:lnSpc>
                <a:spcPts val="3480"/>
              </a:lnSpc>
              <a:spcBef>
                <a:spcPts val="110"/>
              </a:spcBef>
            </a:pPr>
            <a:r>
              <a:rPr sz="4350" spc="-22" baseline="11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300" spc="-6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300" spc="-13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3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ts val="1800"/>
              </a:lnSpc>
            </a:pPr>
            <a:r>
              <a:rPr sz="1500" b="1" spc="1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妊娠纹淡</a:t>
            </a:r>
            <a:r>
              <a:rPr sz="1500" b="1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化</a:t>
            </a:r>
            <a:endParaRPr sz="1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311758" y="6330434"/>
            <a:ext cx="1642745" cy="1642745"/>
          </a:xfrm>
          <a:custGeom>
            <a:avLst/>
            <a:gdLst/>
            <a:ahLst/>
            <a:cxnLst/>
            <a:rect l="l" t="t" r="r" b="b"/>
            <a:pathLst>
              <a:path w="1642744" h="1642745">
                <a:moveTo>
                  <a:pt x="821282" y="0"/>
                </a:moveTo>
                <a:lnTo>
                  <a:pt x="869539" y="1394"/>
                </a:lnTo>
                <a:lnTo>
                  <a:pt x="917061" y="5525"/>
                </a:lnTo>
                <a:lnTo>
                  <a:pt x="963772" y="12316"/>
                </a:lnTo>
                <a:lnTo>
                  <a:pt x="1009595" y="21690"/>
                </a:lnTo>
                <a:lnTo>
                  <a:pt x="1054452" y="33570"/>
                </a:lnTo>
                <a:lnTo>
                  <a:pt x="1098267" y="47879"/>
                </a:lnTo>
                <a:lnTo>
                  <a:pt x="1140962" y="64539"/>
                </a:lnTo>
                <a:lnTo>
                  <a:pt x="1182461" y="83475"/>
                </a:lnTo>
                <a:lnTo>
                  <a:pt x="1222687" y="104608"/>
                </a:lnTo>
                <a:lnTo>
                  <a:pt x="1261561" y="127862"/>
                </a:lnTo>
                <a:lnTo>
                  <a:pt x="1299009" y="153160"/>
                </a:lnTo>
                <a:lnTo>
                  <a:pt x="1334952" y="180425"/>
                </a:lnTo>
                <a:lnTo>
                  <a:pt x="1369313" y="209579"/>
                </a:lnTo>
                <a:lnTo>
                  <a:pt x="1402015" y="240546"/>
                </a:lnTo>
                <a:lnTo>
                  <a:pt x="1432982" y="273248"/>
                </a:lnTo>
                <a:lnTo>
                  <a:pt x="1462137" y="307610"/>
                </a:lnTo>
                <a:lnTo>
                  <a:pt x="1489401" y="343552"/>
                </a:lnTo>
                <a:lnTo>
                  <a:pt x="1514699" y="381000"/>
                </a:lnTo>
                <a:lnTo>
                  <a:pt x="1537953" y="419875"/>
                </a:lnTo>
                <a:lnTo>
                  <a:pt x="1559086" y="460100"/>
                </a:lnTo>
                <a:lnTo>
                  <a:pt x="1578022" y="501599"/>
                </a:lnTo>
                <a:lnTo>
                  <a:pt x="1594682" y="544294"/>
                </a:lnTo>
                <a:lnTo>
                  <a:pt x="1608991" y="588109"/>
                </a:lnTo>
                <a:lnTo>
                  <a:pt x="1620871" y="632967"/>
                </a:lnTo>
                <a:lnTo>
                  <a:pt x="1630245" y="678789"/>
                </a:lnTo>
                <a:lnTo>
                  <a:pt x="1637036" y="725500"/>
                </a:lnTo>
                <a:lnTo>
                  <a:pt x="1641167" y="773023"/>
                </a:lnTo>
                <a:lnTo>
                  <a:pt x="1642562" y="821279"/>
                </a:lnTo>
                <a:lnTo>
                  <a:pt x="1641167" y="869536"/>
                </a:lnTo>
                <a:lnTo>
                  <a:pt x="1637036" y="917059"/>
                </a:lnTo>
                <a:lnTo>
                  <a:pt x="1630245" y="963770"/>
                </a:lnTo>
                <a:lnTo>
                  <a:pt x="1620871" y="1009593"/>
                </a:lnTo>
                <a:lnTo>
                  <a:pt x="1608991" y="1054450"/>
                </a:lnTo>
                <a:lnTo>
                  <a:pt x="1594682" y="1098266"/>
                </a:lnTo>
                <a:lnTo>
                  <a:pt x="1578022" y="1140961"/>
                </a:lnTo>
                <a:lnTo>
                  <a:pt x="1559086" y="1182460"/>
                </a:lnTo>
                <a:lnTo>
                  <a:pt x="1537953" y="1222686"/>
                </a:lnTo>
                <a:lnTo>
                  <a:pt x="1514699" y="1261561"/>
                </a:lnTo>
                <a:lnTo>
                  <a:pt x="1489401" y="1299008"/>
                </a:lnTo>
                <a:lnTo>
                  <a:pt x="1462137" y="1334951"/>
                </a:lnTo>
                <a:lnTo>
                  <a:pt x="1432982" y="1369312"/>
                </a:lnTo>
                <a:lnTo>
                  <a:pt x="1402015" y="1402015"/>
                </a:lnTo>
                <a:lnTo>
                  <a:pt x="1369313" y="1432982"/>
                </a:lnTo>
                <a:lnTo>
                  <a:pt x="1334952" y="1462136"/>
                </a:lnTo>
                <a:lnTo>
                  <a:pt x="1299009" y="1489401"/>
                </a:lnTo>
                <a:lnTo>
                  <a:pt x="1261561" y="1514699"/>
                </a:lnTo>
                <a:lnTo>
                  <a:pt x="1222687" y="1537953"/>
                </a:lnTo>
                <a:lnTo>
                  <a:pt x="1182461" y="1559086"/>
                </a:lnTo>
                <a:lnTo>
                  <a:pt x="1140962" y="1578022"/>
                </a:lnTo>
                <a:lnTo>
                  <a:pt x="1098267" y="1594682"/>
                </a:lnTo>
                <a:lnTo>
                  <a:pt x="1054452" y="1608991"/>
                </a:lnTo>
                <a:lnTo>
                  <a:pt x="1009595" y="1620871"/>
                </a:lnTo>
                <a:lnTo>
                  <a:pt x="963772" y="1630245"/>
                </a:lnTo>
                <a:lnTo>
                  <a:pt x="917061" y="1637036"/>
                </a:lnTo>
                <a:lnTo>
                  <a:pt x="869539" y="1641167"/>
                </a:lnTo>
                <a:lnTo>
                  <a:pt x="821282" y="1642562"/>
                </a:lnTo>
                <a:lnTo>
                  <a:pt x="773025" y="1641167"/>
                </a:lnTo>
                <a:lnTo>
                  <a:pt x="725502" y="1637036"/>
                </a:lnTo>
                <a:lnTo>
                  <a:pt x="678791" y="1630245"/>
                </a:lnTo>
                <a:lnTo>
                  <a:pt x="632968" y="1620871"/>
                </a:lnTo>
                <a:lnTo>
                  <a:pt x="588111" y="1608991"/>
                </a:lnTo>
                <a:lnTo>
                  <a:pt x="544296" y="1594682"/>
                </a:lnTo>
                <a:lnTo>
                  <a:pt x="501600" y="1578022"/>
                </a:lnTo>
                <a:lnTo>
                  <a:pt x="460101" y="1559086"/>
                </a:lnTo>
                <a:lnTo>
                  <a:pt x="419875" y="1537953"/>
                </a:lnTo>
                <a:lnTo>
                  <a:pt x="381000" y="1514699"/>
                </a:lnTo>
                <a:lnTo>
                  <a:pt x="343553" y="1489401"/>
                </a:lnTo>
                <a:lnTo>
                  <a:pt x="307610" y="1462136"/>
                </a:lnTo>
                <a:lnTo>
                  <a:pt x="273249" y="1432982"/>
                </a:lnTo>
                <a:lnTo>
                  <a:pt x="240546" y="1402015"/>
                </a:lnTo>
                <a:lnTo>
                  <a:pt x="209579" y="1369312"/>
                </a:lnTo>
                <a:lnTo>
                  <a:pt x="180425" y="1334951"/>
                </a:lnTo>
                <a:lnTo>
                  <a:pt x="153160" y="1299008"/>
                </a:lnTo>
                <a:lnTo>
                  <a:pt x="127862" y="1261561"/>
                </a:lnTo>
                <a:lnTo>
                  <a:pt x="104608" y="1222686"/>
                </a:lnTo>
                <a:lnTo>
                  <a:pt x="83475" y="1182460"/>
                </a:lnTo>
                <a:lnTo>
                  <a:pt x="64539" y="1140961"/>
                </a:lnTo>
                <a:lnTo>
                  <a:pt x="47879" y="1098266"/>
                </a:lnTo>
                <a:lnTo>
                  <a:pt x="33570" y="1054450"/>
                </a:lnTo>
                <a:lnTo>
                  <a:pt x="21690" y="1009593"/>
                </a:lnTo>
                <a:lnTo>
                  <a:pt x="12316" y="963770"/>
                </a:lnTo>
                <a:lnTo>
                  <a:pt x="5525" y="917059"/>
                </a:lnTo>
                <a:lnTo>
                  <a:pt x="1394" y="869536"/>
                </a:lnTo>
                <a:lnTo>
                  <a:pt x="0" y="821279"/>
                </a:lnTo>
                <a:lnTo>
                  <a:pt x="1394" y="773023"/>
                </a:lnTo>
                <a:lnTo>
                  <a:pt x="5525" y="725500"/>
                </a:lnTo>
                <a:lnTo>
                  <a:pt x="12316" y="678789"/>
                </a:lnTo>
                <a:lnTo>
                  <a:pt x="21690" y="632967"/>
                </a:lnTo>
                <a:lnTo>
                  <a:pt x="33570" y="588109"/>
                </a:lnTo>
                <a:lnTo>
                  <a:pt x="47879" y="544294"/>
                </a:lnTo>
                <a:lnTo>
                  <a:pt x="64539" y="501599"/>
                </a:lnTo>
                <a:lnTo>
                  <a:pt x="83475" y="460100"/>
                </a:lnTo>
                <a:lnTo>
                  <a:pt x="104608" y="419875"/>
                </a:lnTo>
                <a:lnTo>
                  <a:pt x="127862" y="381000"/>
                </a:lnTo>
                <a:lnTo>
                  <a:pt x="153160" y="343552"/>
                </a:lnTo>
                <a:lnTo>
                  <a:pt x="180425" y="307610"/>
                </a:lnTo>
                <a:lnTo>
                  <a:pt x="209579" y="273248"/>
                </a:lnTo>
                <a:lnTo>
                  <a:pt x="240546" y="240546"/>
                </a:lnTo>
                <a:lnTo>
                  <a:pt x="273249" y="209579"/>
                </a:lnTo>
                <a:lnTo>
                  <a:pt x="307610" y="180425"/>
                </a:lnTo>
                <a:lnTo>
                  <a:pt x="343553" y="153160"/>
                </a:lnTo>
                <a:lnTo>
                  <a:pt x="381000" y="127862"/>
                </a:lnTo>
                <a:lnTo>
                  <a:pt x="419875" y="104608"/>
                </a:lnTo>
                <a:lnTo>
                  <a:pt x="460101" y="83475"/>
                </a:lnTo>
                <a:lnTo>
                  <a:pt x="501600" y="64539"/>
                </a:lnTo>
                <a:lnTo>
                  <a:pt x="544296" y="47879"/>
                </a:lnTo>
                <a:lnTo>
                  <a:pt x="588111" y="33570"/>
                </a:lnTo>
                <a:lnTo>
                  <a:pt x="632968" y="21690"/>
                </a:lnTo>
                <a:lnTo>
                  <a:pt x="678791" y="12316"/>
                </a:lnTo>
                <a:lnTo>
                  <a:pt x="725502" y="5525"/>
                </a:lnTo>
                <a:lnTo>
                  <a:pt x="773025" y="1394"/>
                </a:lnTo>
                <a:lnTo>
                  <a:pt x="821282" y="0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610630" y="4404922"/>
            <a:ext cx="880744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6530">
              <a:lnSpc>
                <a:spcPts val="3480"/>
              </a:lnSpc>
              <a:spcBef>
                <a:spcPts val="110"/>
              </a:spcBef>
            </a:pPr>
            <a:r>
              <a:rPr sz="4350" spc="-22" baseline="1100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300" spc="-65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300" spc="-130" dirty="0">
                <a:solidFill>
                  <a:srgbClr val="FEFEFE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300">
              <a:latin typeface="Arial Black" panose="020B0A04020102020204"/>
              <a:cs typeface="Arial Black" panose="020B0A04020102020204"/>
            </a:endParaRPr>
          </a:p>
          <a:p>
            <a:pPr marL="38100">
              <a:lnSpc>
                <a:spcPts val="1800"/>
              </a:lnSpc>
            </a:pPr>
            <a:r>
              <a:rPr sz="1500" b="1" spc="1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⼿臂塑</a:t>
            </a:r>
            <a:r>
              <a:rPr sz="1500" b="1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1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369881" y="4156179"/>
            <a:ext cx="1344295" cy="1344295"/>
          </a:xfrm>
          <a:custGeom>
            <a:avLst/>
            <a:gdLst/>
            <a:ahLst/>
            <a:cxnLst/>
            <a:rect l="l" t="t" r="r" b="b"/>
            <a:pathLst>
              <a:path w="1344294" h="1344295">
                <a:moveTo>
                  <a:pt x="672000" y="0"/>
                </a:moveTo>
                <a:lnTo>
                  <a:pt x="719992" y="1687"/>
                </a:lnTo>
                <a:lnTo>
                  <a:pt x="767073" y="6673"/>
                </a:lnTo>
                <a:lnTo>
                  <a:pt x="813129" y="14844"/>
                </a:lnTo>
                <a:lnTo>
                  <a:pt x="858048" y="26086"/>
                </a:lnTo>
                <a:lnTo>
                  <a:pt x="901714" y="40286"/>
                </a:lnTo>
                <a:lnTo>
                  <a:pt x="944015" y="57330"/>
                </a:lnTo>
                <a:lnTo>
                  <a:pt x="984836" y="77104"/>
                </a:lnTo>
                <a:lnTo>
                  <a:pt x="1024065" y="99494"/>
                </a:lnTo>
                <a:lnTo>
                  <a:pt x="1061586" y="124387"/>
                </a:lnTo>
                <a:lnTo>
                  <a:pt x="1097288" y="151669"/>
                </a:lnTo>
                <a:lnTo>
                  <a:pt x="1131055" y="181227"/>
                </a:lnTo>
                <a:lnTo>
                  <a:pt x="1162774" y="212946"/>
                </a:lnTo>
                <a:lnTo>
                  <a:pt x="1192331" y="246713"/>
                </a:lnTo>
                <a:lnTo>
                  <a:pt x="1219613" y="282414"/>
                </a:lnTo>
                <a:lnTo>
                  <a:pt x="1244507" y="319936"/>
                </a:lnTo>
                <a:lnTo>
                  <a:pt x="1266897" y="359164"/>
                </a:lnTo>
                <a:lnTo>
                  <a:pt x="1286671" y="399986"/>
                </a:lnTo>
                <a:lnTo>
                  <a:pt x="1303715" y="442287"/>
                </a:lnTo>
                <a:lnTo>
                  <a:pt x="1317915" y="485953"/>
                </a:lnTo>
                <a:lnTo>
                  <a:pt x="1329157" y="530871"/>
                </a:lnTo>
                <a:lnTo>
                  <a:pt x="1337328" y="576928"/>
                </a:lnTo>
                <a:lnTo>
                  <a:pt x="1342314" y="624009"/>
                </a:lnTo>
                <a:lnTo>
                  <a:pt x="1344001" y="672001"/>
                </a:lnTo>
                <a:lnTo>
                  <a:pt x="1342314" y="719993"/>
                </a:lnTo>
                <a:lnTo>
                  <a:pt x="1337328" y="767074"/>
                </a:lnTo>
                <a:lnTo>
                  <a:pt x="1329157" y="813130"/>
                </a:lnTo>
                <a:lnTo>
                  <a:pt x="1317915" y="858049"/>
                </a:lnTo>
                <a:lnTo>
                  <a:pt x="1303715" y="901715"/>
                </a:lnTo>
                <a:lnTo>
                  <a:pt x="1286671" y="944016"/>
                </a:lnTo>
                <a:lnTo>
                  <a:pt x="1266897" y="984837"/>
                </a:lnTo>
                <a:lnTo>
                  <a:pt x="1244507" y="1024066"/>
                </a:lnTo>
                <a:lnTo>
                  <a:pt x="1219613" y="1061587"/>
                </a:lnTo>
                <a:lnTo>
                  <a:pt x="1192331" y="1097288"/>
                </a:lnTo>
                <a:lnTo>
                  <a:pt x="1162774" y="1131055"/>
                </a:lnTo>
                <a:lnTo>
                  <a:pt x="1131055" y="1162774"/>
                </a:lnTo>
                <a:lnTo>
                  <a:pt x="1097288" y="1192332"/>
                </a:lnTo>
                <a:lnTo>
                  <a:pt x="1061586" y="1219614"/>
                </a:lnTo>
                <a:lnTo>
                  <a:pt x="1024065" y="1244507"/>
                </a:lnTo>
                <a:lnTo>
                  <a:pt x="984836" y="1266897"/>
                </a:lnTo>
                <a:lnTo>
                  <a:pt x="944015" y="1286671"/>
                </a:lnTo>
                <a:lnTo>
                  <a:pt x="901714" y="1303715"/>
                </a:lnTo>
                <a:lnTo>
                  <a:pt x="858048" y="1317915"/>
                </a:lnTo>
                <a:lnTo>
                  <a:pt x="813129" y="1329157"/>
                </a:lnTo>
                <a:lnTo>
                  <a:pt x="767073" y="1337328"/>
                </a:lnTo>
                <a:lnTo>
                  <a:pt x="719992" y="1342314"/>
                </a:lnTo>
                <a:lnTo>
                  <a:pt x="672000" y="1344001"/>
                </a:lnTo>
                <a:lnTo>
                  <a:pt x="624008" y="1342314"/>
                </a:lnTo>
                <a:lnTo>
                  <a:pt x="576927" y="1337328"/>
                </a:lnTo>
                <a:lnTo>
                  <a:pt x="530870" y="1329157"/>
                </a:lnTo>
                <a:lnTo>
                  <a:pt x="485952" y="1317915"/>
                </a:lnTo>
                <a:lnTo>
                  <a:pt x="442285" y="1303715"/>
                </a:lnTo>
                <a:lnTo>
                  <a:pt x="399985" y="1286671"/>
                </a:lnTo>
                <a:lnTo>
                  <a:pt x="359163" y="1266897"/>
                </a:lnTo>
                <a:lnTo>
                  <a:pt x="319935" y="1244507"/>
                </a:lnTo>
                <a:lnTo>
                  <a:pt x="282413" y="1219614"/>
                </a:lnTo>
                <a:lnTo>
                  <a:pt x="246712" y="1192332"/>
                </a:lnTo>
                <a:lnTo>
                  <a:pt x="212945" y="1162774"/>
                </a:lnTo>
                <a:lnTo>
                  <a:pt x="181226" y="1131055"/>
                </a:lnTo>
                <a:lnTo>
                  <a:pt x="151669" y="1097288"/>
                </a:lnTo>
                <a:lnTo>
                  <a:pt x="124387" y="1061587"/>
                </a:lnTo>
                <a:lnTo>
                  <a:pt x="99494" y="1024066"/>
                </a:lnTo>
                <a:lnTo>
                  <a:pt x="77103" y="984837"/>
                </a:lnTo>
                <a:lnTo>
                  <a:pt x="57330" y="944016"/>
                </a:lnTo>
                <a:lnTo>
                  <a:pt x="40286" y="901715"/>
                </a:lnTo>
                <a:lnTo>
                  <a:pt x="26086" y="858049"/>
                </a:lnTo>
                <a:lnTo>
                  <a:pt x="14844" y="813130"/>
                </a:lnTo>
                <a:lnTo>
                  <a:pt x="6673" y="767074"/>
                </a:lnTo>
                <a:lnTo>
                  <a:pt x="1687" y="719993"/>
                </a:lnTo>
                <a:lnTo>
                  <a:pt x="0" y="672001"/>
                </a:lnTo>
                <a:lnTo>
                  <a:pt x="1687" y="624009"/>
                </a:lnTo>
                <a:lnTo>
                  <a:pt x="6673" y="576928"/>
                </a:lnTo>
                <a:lnTo>
                  <a:pt x="14844" y="530871"/>
                </a:lnTo>
                <a:lnTo>
                  <a:pt x="26086" y="485953"/>
                </a:lnTo>
                <a:lnTo>
                  <a:pt x="40286" y="442287"/>
                </a:lnTo>
                <a:lnTo>
                  <a:pt x="57330" y="399986"/>
                </a:lnTo>
                <a:lnTo>
                  <a:pt x="77103" y="359164"/>
                </a:lnTo>
                <a:lnTo>
                  <a:pt x="99494" y="319936"/>
                </a:lnTo>
                <a:lnTo>
                  <a:pt x="124387" y="282414"/>
                </a:lnTo>
                <a:lnTo>
                  <a:pt x="151669" y="246713"/>
                </a:lnTo>
                <a:lnTo>
                  <a:pt x="181226" y="212946"/>
                </a:lnTo>
                <a:lnTo>
                  <a:pt x="212945" y="181227"/>
                </a:lnTo>
                <a:lnTo>
                  <a:pt x="246712" y="151669"/>
                </a:lnTo>
                <a:lnTo>
                  <a:pt x="282413" y="124387"/>
                </a:lnTo>
                <a:lnTo>
                  <a:pt x="319935" y="99494"/>
                </a:lnTo>
                <a:lnTo>
                  <a:pt x="359163" y="77104"/>
                </a:lnTo>
                <a:lnTo>
                  <a:pt x="399985" y="57330"/>
                </a:lnTo>
                <a:lnTo>
                  <a:pt x="442285" y="40286"/>
                </a:lnTo>
                <a:lnTo>
                  <a:pt x="485952" y="26086"/>
                </a:lnTo>
                <a:lnTo>
                  <a:pt x="530870" y="14844"/>
                </a:lnTo>
                <a:lnTo>
                  <a:pt x="576927" y="6673"/>
                </a:lnTo>
                <a:lnTo>
                  <a:pt x="624008" y="1687"/>
                </a:lnTo>
                <a:lnTo>
                  <a:pt x="672000" y="0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-2087" y="2566196"/>
            <a:ext cx="7560309" cy="6076315"/>
          </a:xfrm>
          <a:custGeom>
            <a:avLst/>
            <a:gdLst/>
            <a:ahLst/>
            <a:cxnLst/>
            <a:rect l="l" t="t" r="r" b="b"/>
            <a:pathLst>
              <a:path w="7560309" h="6076315">
                <a:moveTo>
                  <a:pt x="0" y="0"/>
                </a:moveTo>
                <a:lnTo>
                  <a:pt x="0" y="6075866"/>
                </a:lnTo>
                <a:lnTo>
                  <a:pt x="7560000" y="6075866"/>
                </a:lnTo>
                <a:lnTo>
                  <a:pt x="7559982" y="2701467"/>
                </a:lnTo>
                <a:lnTo>
                  <a:pt x="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0" y="3240982"/>
            <a:ext cx="5173376" cy="2736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85455" y="5001004"/>
            <a:ext cx="2853803" cy="15011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11924" y="5391558"/>
            <a:ext cx="2854166" cy="14989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0" y="5417672"/>
            <a:ext cx="5337615" cy="29719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55893" y="6183357"/>
            <a:ext cx="2603822" cy="15052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4281793"/>
            <a:ext cx="2552198" cy="18144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11508" y="1948209"/>
            <a:ext cx="0" cy="176530"/>
          </a:xfrm>
          <a:custGeom>
            <a:avLst/>
            <a:gdLst/>
            <a:ahLst/>
            <a:cxnLst/>
            <a:rect l="l" t="t" r="r" b="b"/>
            <a:pathLst>
              <a:path h="176530">
                <a:moveTo>
                  <a:pt x="0" y="0"/>
                </a:moveTo>
                <a:lnTo>
                  <a:pt x="0" y="176212"/>
                </a:lnTo>
              </a:path>
            </a:pathLst>
          </a:custGeom>
          <a:ln w="61685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33092" y="1911925"/>
            <a:ext cx="2194560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腹直肌分</a:t>
            </a:r>
            <a:r>
              <a:rPr sz="1300" spc="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离(</a:t>
            </a:r>
            <a:r>
              <a:rPr sz="1300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</a:t>
            </a:r>
            <a:r>
              <a:rPr sz="1300" spc="5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经肌⾁电刺</a:t>
            </a:r>
            <a:r>
              <a:rPr sz="1300" spc="1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激)</a:t>
            </a:r>
            <a:endParaRPr sz="13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4605">
              <a:lnSpc>
                <a:spcPct val="100000"/>
              </a:lnSpc>
              <a:spcBef>
                <a:spcPts val="2175"/>
              </a:spcBef>
            </a:pPr>
            <a:r>
              <a:rPr sz="1300" spc="5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腹直肌分</a:t>
            </a:r>
            <a:r>
              <a:rPr sz="1300" spc="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离(</a:t>
            </a:r>
            <a:r>
              <a:rPr sz="1300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</a:t>
            </a:r>
            <a:r>
              <a:rPr sz="1300" spc="55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电触发电刺</a:t>
            </a:r>
            <a:r>
              <a:rPr sz="1300" spc="1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激)</a:t>
            </a:r>
            <a:endParaRPr sz="13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6128" y="1625471"/>
            <a:ext cx="454659" cy="983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005" marR="30480" indent="-2540">
              <a:lnSpc>
                <a:spcPct val="128000"/>
              </a:lnSpc>
              <a:spcBef>
                <a:spcPts val="90"/>
              </a:spcBef>
            </a:pPr>
            <a:r>
              <a:rPr sz="3675" baseline="11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9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  </a:t>
            </a:r>
            <a:r>
              <a:rPr sz="3675" baseline="11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150" spc="-8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1150" spc="-1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1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213535" y="2422728"/>
            <a:ext cx="0" cy="176530"/>
          </a:xfrm>
          <a:custGeom>
            <a:avLst/>
            <a:gdLst/>
            <a:ahLst/>
            <a:cxnLst/>
            <a:rect l="l" t="t" r="r" b="b"/>
            <a:pathLst>
              <a:path h="176530">
                <a:moveTo>
                  <a:pt x="0" y="0"/>
                </a:moveTo>
                <a:lnTo>
                  <a:pt x="0" y="176212"/>
                </a:lnTo>
              </a:path>
            </a:pathLst>
          </a:custGeom>
          <a:ln w="61685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39225" y="7423556"/>
            <a:ext cx="2619895" cy="1216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238609" y="909810"/>
            <a:ext cx="415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758311" y="909810"/>
            <a:ext cx="415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/>
              <a:t>0</a:t>
            </a:r>
            <a:r>
              <a:rPr spc="-195" dirty="0"/>
              <a:t>3</a:t>
            </a:r>
            <a:endParaRPr spc="-195" dirty="0"/>
          </a:p>
        </p:txBody>
      </p:sp>
      <p:sp>
        <p:nvSpPr>
          <p:cNvPr id="40" name="object 40"/>
          <p:cNvSpPr txBox="1"/>
          <p:nvPr/>
        </p:nvSpPr>
        <p:spPr>
          <a:xfrm>
            <a:off x="4992052" y="2279815"/>
            <a:ext cx="20250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45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长条形电极</a:t>
            </a:r>
            <a:r>
              <a:rPr sz="2500" b="1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片</a:t>
            </a:r>
            <a:endParaRPr sz="2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682177" y="3081845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445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04774" y="1910270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0"/>
                </a:moveTo>
                <a:lnTo>
                  <a:pt x="0" y="1149349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682177" y="1887410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572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27061" y="2888330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0"/>
                </a:moveTo>
                <a:lnTo>
                  <a:pt x="0" y="170694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27061" y="1910239"/>
            <a:ext cx="0" cy="379730"/>
          </a:xfrm>
          <a:custGeom>
            <a:avLst/>
            <a:gdLst/>
            <a:ahLst/>
            <a:cxnLst/>
            <a:rect l="l" t="t" r="r" b="b"/>
            <a:pathLst>
              <a:path h="379730">
                <a:moveTo>
                  <a:pt x="0" y="0"/>
                </a:moveTo>
                <a:lnTo>
                  <a:pt x="0" y="379735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025534" y="2690978"/>
            <a:ext cx="1139825" cy="151765"/>
          </a:xfrm>
          <a:prstGeom prst="rect">
            <a:avLst/>
          </a:prstGeom>
          <a:solidFill>
            <a:srgbClr val="00939D"/>
          </a:solidFill>
        </p:spPr>
        <p:txBody>
          <a:bodyPr vert="horz" wrap="square" lIns="0" tIns="17780" rIns="0" bIns="0" rtlCol="0">
            <a:spAutoFit/>
          </a:bodyPr>
          <a:lstStyle/>
          <a:p>
            <a:pPr marL="52070">
              <a:lnSpc>
                <a:spcPts val="1055"/>
              </a:lnSpc>
              <a:spcBef>
                <a:spcPts val="140"/>
              </a:spcBef>
            </a:pP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50" spc="10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350" spc="4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5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864289" y="1390048"/>
            <a:ext cx="108140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300" dirty="0">
                <a:solidFill>
                  <a:srgbClr val="E6E6E6"/>
                </a:solidFill>
                <a:latin typeface="Cambria" panose="02040503050406030204"/>
                <a:cs typeface="Cambria" panose="02040503050406030204"/>
              </a:rPr>
              <a:t>0</a:t>
            </a:r>
            <a:r>
              <a:rPr sz="7500" spc="-295" dirty="0">
                <a:solidFill>
                  <a:srgbClr val="E6E6E6"/>
                </a:solidFill>
                <a:latin typeface="Cambria" panose="02040503050406030204"/>
                <a:cs typeface="Cambria" panose="02040503050406030204"/>
              </a:rPr>
              <a:t>4</a:t>
            </a:r>
            <a:endParaRPr sz="75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46431" y="2333666"/>
            <a:ext cx="20250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45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长方形电极</a:t>
            </a:r>
            <a:r>
              <a:rPr sz="2500" b="1" dirty="0">
                <a:solidFill>
                  <a:srgbClr val="332B2A"/>
                </a:solidFill>
                <a:latin typeface="微软雅黑" panose="020B0503020204020204" charset="-122"/>
                <a:cs typeface="微软雅黑" panose="020B0503020204020204" charset="-122"/>
              </a:rPr>
              <a:t>片</a:t>
            </a:r>
            <a:endParaRPr sz="2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636556" y="3135820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90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572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659153" y="1963610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0"/>
                </a:moveTo>
                <a:lnTo>
                  <a:pt x="0" y="1149350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636556" y="1941385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90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4450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981439" y="2942183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0"/>
                </a:moveTo>
                <a:lnTo>
                  <a:pt x="0" y="170693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981439" y="1964091"/>
            <a:ext cx="0" cy="379730"/>
          </a:xfrm>
          <a:custGeom>
            <a:avLst/>
            <a:gdLst/>
            <a:ahLst/>
            <a:cxnLst/>
            <a:rect l="l" t="t" r="r" b="b"/>
            <a:pathLst>
              <a:path h="379730">
                <a:moveTo>
                  <a:pt x="0" y="0"/>
                </a:moveTo>
                <a:lnTo>
                  <a:pt x="0" y="379735"/>
                </a:lnTo>
              </a:path>
            </a:pathLst>
          </a:custGeom>
          <a:ln w="45194">
            <a:solidFill>
              <a:srgbClr val="0093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0979913" y="2744830"/>
            <a:ext cx="1139825" cy="151765"/>
          </a:xfrm>
          <a:prstGeom prst="rect">
            <a:avLst/>
          </a:prstGeom>
          <a:solidFill>
            <a:srgbClr val="00939D"/>
          </a:solidFill>
        </p:spPr>
        <p:txBody>
          <a:bodyPr vert="horz" wrap="square" lIns="0" tIns="17780" rIns="0" bIns="0" rtlCol="0">
            <a:spAutoFit/>
          </a:bodyPr>
          <a:lstStyle/>
          <a:p>
            <a:pPr marL="52070">
              <a:lnSpc>
                <a:spcPts val="1055"/>
              </a:lnSpc>
              <a:spcBef>
                <a:spcPts val="140"/>
              </a:spcBef>
            </a:pP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50" spc="10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350" spc="97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350" spc="44" baseline="6000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550" spc="-10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550" spc="-10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5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034816" y="5760875"/>
            <a:ext cx="280035" cy="781685"/>
          </a:xfrm>
          <a:custGeom>
            <a:avLst/>
            <a:gdLst/>
            <a:ahLst/>
            <a:cxnLst/>
            <a:rect l="l" t="t" r="r" b="b"/>
            <a:pathLst>
              <a:path w="280034" h="781684">
                <a:moveTo>
                  <a:pt x="280008" y="0"/>
                </a:moveTo>
                <a:lnTo>
                  <a:pt x="0" y="781199"/>
                </a:lnTo>
              </a:path>
            </a:pathLst>
          </a:custGeom>
          <a:ln w="19051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20A3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597152" y="7866965"/>
            <a:ext cx="4705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7912" y="2063"/>
            <a:ext cx="7560309" cy="8640445"/>
          </a:xfrm>
          <a:custGeom>
            <a:avLst/>
            <a:gdLst/>
            <a:ahLst/>
            <a:cxnLst/>
            <a:rect l="l" t="t" r="r" b="b"/>
            <a:pathLst>
              <a:path w="7560309" h="8640445">
                <a:moveTo>
                  <a:pt x="0" y="0"/>
                </a:moveTo>
                <a:lnTo>
                  <a:pt x="7560000" y="0"/>
                </a:lnTo>
                <a:lnTo>
                  <a:pt x="756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2087" y="2063"/>
            <a:ext cx="7560309" cy="8640445"/>
          </a:xfrm>
          <a:custGeom>
            <a:avLst/>
            <a:gdLst/>
            <a:ahLst/>
            <a:cxnLst/>
            <a:rect l="l" t="t" r="r" b="b"/>
            <a:pathLst>
              <a:path w="7560309" h="8640445">
                <a:moveTo>
                  <a:pt x="7560000" y="0"/>
                </a:moveTo>
                <a:lnTo>
                  <a:pt x="0" y="0"/>
                </a:lnTo>
                <a:lnTo>
                  <a:pt x="0" y="8639999"/>
                </a:lnTo>
                <a:lnTo>
                  <a:pt x="7560000" y="8639999"/>
                </a:lnTo>
                <a:lnTo>
                  <a:pt x="7560000" y="0"/>
                </a:lnTo>
                <a:close/>
              </a:path>
            </a:pathLst>
          </a:custGeom>
          <a:solidFill>
            <a:srgbClr val="20A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71"/>
                </a:lnTo>
                <a:lnTo>
                  <a:pt x="0" y="1261371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38609" y="909810"/>
            <a:ext cx="415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014531" y="791367"/>
            <a:ext cx="44754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妇产科</a:t>
            </a:r>
            <a:r>
              <a:rPr sz="2500" spc="-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健</a:t>
            </a:r>
            <a:r>
              <a:rPr sz="2500" b="0" spc="-2165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康</a:t>
            </a:r>
            <a:r>
              <a:rPr sz="5250" b="1" spc="-2010" baseline="-75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备</a:t>
            </a:r>
            <a:r>
              <a:rPr sz="2500" spc="-116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5250" b="1" spc="-3509" baseline="-75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孕</a:t>
            </a:r>
            <a:r>
              <a:rPr sz="2500" b="0" spc="-165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期</a:t>
            </a:r>
            <a:r>
              <a:rPr sz="5250" b="1" spc="-5009" baseline="-75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25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管</a:t>
            </a:r>
            <a:r>
              <a:rPr sz="2500" b="0" spc="-1664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r>
              <a:rPr sz="5250" b="1" baseline="-75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应⽤项⽬</a:t>
            </a:r>
            <a:endParaRPr sz="5250" baseline="-75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050947" y="2254429"/>
            <a:ext cx="5067300" cy="1254125"/>
          </a:xfrm>
          <a:custGeom>
            <a:avLst/>
            <a:gdLst/>
            <a:ahLst/>
            <a:cxnLst/>
            <a:rect l="l" t="t" r="r" b="b"/>
            <a:pathLst>
              <a:path w="5067300" h="1254125">
                <a:moveTo>
                  <a:pt x="5066964" y="0"/>
                </a:moveTo>
                <a:lnTo>
                  <a:pt x="626750" y="0"/>
                </a:lnTo>
                <a:lnTo>
                  <a:pt x="577955" y="1894"/>
                </a:lnTo>
                <a:lnTo>
                  <a:pt x="530155" y="7484"/>
                </a:lnTo>
                <a:lnTo>
                  <a:pt x="483492" y="16627"/>
                </a:lnTo>
                <a:lnTo>
                  <a:pt x="438108" y="29181"/>
                </a:lnTo>
                <a:lnTo>
                  <a:pt x="394145" y="45004"/>
                </a:lnTo>
                <a:lnTo>
                  <a:pt x="351746" y="63953"/>
                </a:lnTo>
                <a:lnTo>
                  <a:pt x="311052" y="85887"/>
                </a:lnTo>
                <a:lnTo>
                  <a:pt x="272206" y="110663"/>
                </a:lnTo>
                <a:lnTo>
                  <a:pt x="235350" y="138139"/>
                </a:lnTo>
                <a:lnTo>
                  <a:pt x="200625" y="168174"/>
                </a:lnTo>
                <a:lnTo>
                  <a:pt x="168174" y="200624"/>
                </a:lnTo>
                <a:lnTo>
                  <a:pt x="138140" y="235349"/>
                </a:lnTo>
                <a:lnTo>
                  <a:pt x="110663" y="272205"/>
                </a:lnTo>
                <a:lnTo>
                  <a:pt x="85887" y="311051"/>
                </a:lnTo>
                <a:lnTo>
                  <a:pt x="63953" y="351745"/>
                </a:lnTo>
                <a:lnTo>
                  <a:pt x="45004" y="394144"/>
                </a:lnTo>
                <a:lnTo>
                  <a:pt x="29181" y="438107"/>
                </a:lnTo>
                <a:lnTo>
                  <a:pt x="16627" y="483490"/>
                </a:lnTo>
                <a:lnTo>
                  <a:pt x="7484" y="530153"/>
                </a:lnTo>
                <a:lnTo>
                  <a:pt x="1894" y="577953"/>
                </a:lnTo>
                <a:lnTo>
                  <a:pt x="0" y="626752"/>
                </a:lnTo>
                <a:lnTo>
                  <a:pt x="1895" y="675547"/>
                </a:lnTo>
                <a:lnTo>
                  <a:pt x="7485" y="723347"/>
                </a:lnTo>
                <a:lnTo>
                  <a:pt x="16628" y="770010"/>
                </a:lnTo>
                <a:lnTo>
                  <a:pt x="29183" y="815393"/>
                </a:lnTo>
                <a:lnTo>
                  <a:pt x="45006" y="859356"/>
                </a:lnTo>
                <a:lnTo>
                  <a:pt x="63956" y="901755"/>
                </a:lnTo>
                <a:lnTo>
                  <a:pt x="85890" y="942449"/>
                </a:lnTo>
                <a:lnTo>
                  <a:pt x="110667" y="981295"/>
                </a:lnTo>
                <a:lnTo>
                  <a:pt x="138144" y="1018151"/>
                </a:lnTo>
                <a:lnTo>
                  <a:pt x="168179" y="1052876"/>
                </a:lnTo>
                <a:lnTo>
                  <a:pt x="200630" y="1085326"/>
                </a:lnTo>
                <a:lnTo>
                  <a:pt x="235355" y="1115361"/>
                </a:lnTo>
                <a:lnTo>
                  <a:pt x="272212" y="1142837"/>
                </a:lnTo>
                <a:lnTo>
                  <a:pt x="311058" y="1167614"/>
                </a:lnTo>
                <a:lnTo>
                  <a:pt x="351752" y="1189547"/>
                </a:lnTo>
                <a:lnTo>
                  <a:pt x="394151" y="1208497"/>
                </a:lnTo>
                <a:lnTo>
                  <a:pt x="438113" y="1224319"/>
                </a:lnTo>
                <a:lnTo>
                  <a:pt x="483496" y="1236873"/>
                </a:lnTo>
                <a:lnTo>
                  <a:pt x="530158" y="1246016"/>
                </a:lnTo>
                <a:lnTo>
                  <a:pt x="577956" y="1251606"/>
                </a:lnTo>
                <a:lnTo>
                  <a:pt x="626750" y="1253501"/>
                </a:lnTo>
                <a:lnTo>
                  <a:pt x="5066964" y="1253501"/>
                </a:lnTo>
                <a:lnTo>
                  <a:pt x="506696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2709" y="3630064"/>
            <a:ext cx="6225540" cy="1254125"/>
          </a:xfrm>
          <a:custGeom>
            <a:avLst/>
            <a:gdLst/>
            <a:ahLst/>
            <a:cxnLst/>
            <a:rect l="l" t="t" r="r" b="b"/>
            <a:pathLst>
              <a:path w="6225540" h="1254125">
                <a:moveTo>
                  <a:pt x="6225203" y="0"/>
                </a:moveTo>
                <a:lnTo>
                  <a:pt x="626750" y="0"/>
                </a:lnTo>
                <a:lnTo>
                  <a:pt x="577955" y="1894"/>
                </a:lnTo>
                <a:lnTo>
                  <a:pt x="530155" y="7484"/>
                </a:lnTo>
                <a:lnTo>
                  <a:pt x="483492" y="16627"/>
                </a:lnTo>
                <a:lnTo>
                  <a:pt x="438108" y="29181"/>
                </a:lnTo>
                <a:lnTo>
                  <a:pt x="394145" y="45004"/>
                </a:lnTo>
                <a:lnTo>
                  <a:pt x="351746" y="63953"/>
                </a:lnTo>
                <a:lnTo>
                  <a:pt x="311052" y="85887"/>
                </a:lnTo>
                <a:lnTo>
                  <a:pt x="272206" y="110663"/>
                </a:lnTo>
                <a:lnTo>
                  <a:pt x="235350" y="138140"/>
                </a:lnTo>
                <a:lnTo>
                  <a:pt x="200625" y="168174"/>
                </a:lnTo>
                <a:lnTo>
                  <a:pt x="168174" y="200625"/>
                </a:lnTo>
                <a:lnTo>
                  <a:pt x="138140" y="235349"/>
                </a:lnTo>
                <a:lnTo>
                  <a:pt x="110663" y="272206"/>
                </a:lnTo>
                <a:lnTo>
                  <a:pt x="85887" y="311052"/>
                </a:lnTo>
                <a:lnTo>
                  <a:pt x="63953" y="351746"/>
                </a:lnTo>
                <a:lnTo>
                  <a:pt x="45004" y="394145"/>
                </a:lnTo>
                <a:lnTo>
                  <a:pt x="29181" y="438107"/>
                </a:lnTo>
                <a:lnTo>
                  <a:pt x="16627" y="483491"/>
                </a:lnTo>
                <a:lnTo>
                  <a:pt x="7484" y="530154"/>
                </a:lnTo>
                <a:lnTo>
                  <a:pt x="1894" y="577954"/>
                </a:lnTo>
                <a:lnTo>
                  <a:pt x="0" y="626752"/>
                </a:lnTo>
                <a:lnTo>
                  <a:pt x="1895" y="675547"/>
                </a:lnTo>
                <a:lnTo>
                  <a:pt x="7485" y="723347"/>
                </a:lnTo>
                <a:lnTo>
                  <a:pt x="16628" y="770010"/>
                </a:lnTo>
                <a:lnTo>
                  <a:pt x="29183" y="815394"/>
                </a:lnTo>
                <a:lnTo>
                  <a:pt x="45006" y="859356"/>
                </a:lnTo>
                <a:lnTo>
                  <a:pt x="63956" y="901756"/>
                </a:lnTo>
                <a:lnTo>
                  <a:pt x="85890" y="942449"/>
                </a:lnTo>
                <a:lnTo>
                  <a:pt x="110667" y="981296"/>
                </a:lnTo>
                <a:lnTo>
                  <a:pt x="138144" y="1018152"/>
                </a:lnTo>
                <a:lnTo>
                  <a:pt x="168179" y="1052877"/>
                </a:lnTo>
                <a:lnTo>
                  <a:pt x="200630" y="1085327"/>
                </a:lnTo>
                <a:lnTo>
                  <a:pt x="235355" y="1115362"/>
                </a:lnTo>
                <a:lnTo>
                  <a:pt x="272212" y="1142839"/>
                </a:lnTo>
                <a:lnTo>
                  <a:pt x="311058" y="1167615"/>
                </a:lnTo>
                <a:lnTo>
                  <a:pt x="351752" y="1189549"/>
                </a:lnTo>
                <a:lnTo>
                  <a:pt x="394151" y="1208498"/>
                </a:lnTo>
                <a:lnTo>
                  <a:pt x="438113" y="1224320"/>
                </a:lnTo>
                <a:lnTo>
                  <a:pt x="483496" y="1236874"/>
                </a:lnTo>
                <a:lnTo>
                  <a:pt x="530158" y="1246017"/>
                </a:lnTo>
                <a:lnTo>
                  <a:pt x="577956" y="1251607"/>
                </a:lnTo>
                <a:lnTo>
                  <a:pt x="626750" y="1253502"/>
                </a:lnTo>
                <a:lnTo>
                  <a:pt x="6225203" y="1253502"/>
                </a:lnTo>
                <a:lnTo>
                  <a:pt x="622520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24228" y="4993596"/>
            <a:ext cx="5494020" cy="1254125"/>
          </a:xfrm>
          <a:custGeom>
            <a:avLst/>
            <a:gdLst/>
            <a:ahLst/>
            <a:cxnLst/>
            <a:rect l="l" t="t" r="r" b="b"/>
            <a:pathLst>
              <a:path w="5494019" h="1254125">
                <a:moveTo>
                  <a:pt x="5493683" y="0"/>
                </a:moveTo>
                <a:lnTo>
                  <a:pt x="626750" y="0"/>
                </a:lnTo>
                <a:lnTo>
                  <a:pt x="577955" y="1894"/>
                </a:lnTo>
                <a:lnTo>
                  <a:pt x="530155" y="7484"/>
                </a:lnTo>
                <a:lnTo>
                  <a:pt x="483492" y="16627"/>
                </a:lnTo>
                <a:lnTo>
                  <a:pt x="438108" y="29181"/>
                </a:lnTo>
                <a:lnTo>
                  <a:pt x="394145" y="45004"/>
                </a:lnTo>
                <a:lnTo>
                  <a:pt x="351746" y="63953"/>
                </a:lnTo>
                <a:lnTo>
                  <a:pt x="311052" y="85887"/>
                </a:lnTo>
                <a:lnTo>
                  <a:pt x="272206" y="110663"/>
                </a:lnTo>
                <a:lnTo>
                  <a:pt x="235350" y="138139"/>
                </a:lnTo>
                <a:lnTo>
                  <a:pt x="200625" y="168174"/>
                </a:lnTo>
                <a:lnTo>
                  <a:pt x="168174" y="200624"/>
                </a:lnTo>
                <a:lnTo>
                  <a:pt x="138140" y="235349"/>
                </a:lnTo>
                <a:lnTo>
                  <a:pt x="110663" y="272205"/>
                </a:lnTo>
                <a:lnTo>
                  <a:pt x="85887" y="311051"/>
                </a:lnTo>
                <a:lnTo>
                  <a:pt x="63953" y="351745"/>
                </a:lnTo>
                <a:lnTo>
                  <a:pt x="45004" y="394144"/>
                </a:lnTo>
                <a:lnTo>
                  <a:pt x="29181" y="438107"/>
                </a:lnTo>
                <a:lnTo>
                  <a:pt x="16627" y="483490"/>
                </a:lnTo>
                <a:lnTo>
                  <a:pt x="7484" y="530153"/>
                </a:lnTo>
                <a:lnTo>
                  <a:pt x="1894" y="577953"/>
                </a:lnTo>
                <a:lnTo>
                  <a:pt x="0" y="626752"/>
                </a:lnTo>
                <a:lnTo>
                  <a:pt x="1895" y="675547"/>
                </a:lnTo>
                <a:lnTo>
                  <a:pt x="7485" y="723347"/>
                </a:lnTo>
                <a:lnTo>
                  <a:pt x="16628" y="770010"/>
                </a:lnTo>
                <a:lnTo>
                  <a:pt x="29183" y="815394"/>
                </a:lnTo>
                <a:lnTo>
                  <a:pt x="45006" y="859356"/>
                </a:lnTo>
                <a:lnTo>
                  <a:pt x="63956" y="901755"/>
                </a:lnTo>
                <a:lnTo>
                  <a:pt x="85890" y="942449"/>
                </a:lnTo>
                <a:lnTo>
                  <a:pt x="110667" y="981295"/>
                </a:lnTo>
                <a:lnTo>
                  <a:pt x="138144" y="1018152"/>
                </a:lnTo>
                <a:lnTo>
                  <a:pt x="168179" y="1052876"/>
                </a:lnTo>
                <a:lnTo>
                  <a:pt x="200630" y="1085327"/>
                </a:lnTo>
                <a:lnTo>
                  <a:pt x="235355" y="1115361"/>
                </a:lnTo>
                <a:lnTo>
                  <a:pt x="272212" y="1142838"/>
                </a:lnTo>
                <a:lnTo>
                  <a:pt x="311058" y="1167614"/>
                </a:lnTo>
                <a:lnTo>
                  <a:pt x="351752" y="1189547"/>
                </a:lnTo>
                <a:lnTo>
                  <a:pt x="394151" y="1208497"/>
                </a:lnTo>
                <a:lnTo>
                  <a:pt x="438113" y="1224319"/>
                </a:lnTo>
                <a:lnTo>
                  <a:pt x="483496" y="1236873"/>
                </a:lnTo>
                <a:lnTo>
                  <a:pt x="530158" y="1246016"/>
                </a:lnTo>
                <a:lnTo>
                  <a:pt x="577956" y="1251606"/>
                </a:lnTo>
                <a:lnTo>
                  <a:pt x="626750" y="1253501"/>
                </a:lnTo>
                <a:lnTo>
                  <a:pt x="5493683" y="1253501"/>
                </a:lnTo>
                <a:lnTo>
                  <a:pt x="549368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25063" y="6366485"/>
            <a:ext cx="6393180" cy="1254125"/>
          </a:xfrm>
          <a:custGeom>
            <a:avLst/>
            <a:gdLst/>
            <a:ahLst/>
            <a:cxnLst/>
            <a:rect l="l" t="t" r="r" b="b"/>
            <a:pathLst>
              <a:path w="6393180" h="1254125">
                <a:moveTo>
                  <a:pt x="6392848" y="0"/>
                </a:moveTo>
                <a:lnTo>
                  <a:pt x="626750" y="0"/>
                </a:lnTo>
                <a:lnTo>
                  <a:pt x="577955" y="1894"/>
                </a:lnTo>
                <a:lnTo>
                  <a:pt x="530155" y="7484"/>
                </a:lnTo>
                <a:lnTo>
                  <a:pt x="483492" y="16627"/>
                </a:lnTo>
                <a:lnTo>
                  <a:pt x="438108" y="29181"/>
                </a:lnTo>
                <a:lnTo>
                  <a:pt x="394145" y="45004"/>
                </a:lnTo>
                <a:lnTo>
                  <a:pt x="351746" y="63953"/>
                </a:lnTo>
                <a:lnTo>
                  <a:pt x="311052" y="85887"/>
                </a:lnTo>
                <a:lnTo>
                  <a:pt x="272206" y="110663"/>
                </a:lnTo>
                <a:lnTo>
                  <a:pt x="235350" y="138139"/>
                </a:lnTo>
                <a:lnTo>
                  <a:pt x="200625" y="168174"/>
                </a:lnTo>
                <a:lnTo>
                  <a:pt x="168174" y="200624"/>
                </a:lnTo>
                <a:lnTo>
                  <a:pt x="138140" y="235349"/>
                </a:lnTo>
                <a:lnTo>
                  <a:pt x="110663" y="272205"/>
                </a:lnTo>
                <a:lnTo>
                  <a:pt x="85887" y="311051"/>
                </a:lnTo>
                <a:lnTo>
                  <a:pt x="63953" y="351745"/>
                </a:lnTo>
                <a:lnTo>
                  <a:pt x="45004" y="394144"/>
                </a:lnTo>
                <a:lnTo>
                  <a:pt x="29181" y="438107"/>
                </a:lnTo>
                <a:lnTo>
                  <a:pt x="16627" y="483490"/>
                </a:lnTo>
                <a:lnTo>
                  <a:pt x="7484" y="530153"/>
                </a:lnTo>
                <a:lnTo>
                  <a:pt x="1894" y="577953"/>
                </a:lnTo>
                <a:lnTo>
                  <a:pt x="0" y="626752"/>
                </a:lnTo>
                <a:lnTo>
                  <a:pt x="1895" y="675547"/>
                </a:lnTo>
                <a:lnTo>
                  <a:pt x="7485" y="723347"/>
                </a:lnTo>
                <a:lnTo>
                  <a:pt x="16628" y="770010"/>
                </a:lnTo>
                <a:lnTo>
                  <a:pt x="29183" y="815393"/>
                </a:lnTo>
                <a:lnTo>
                  <a:pt x="45006" y="859356"/>
                </a:lnTo>
                <a:lnTo>
                  <a:pt x="63956" y="901755"/>
                </a:lnTo>
                <a:lnTo>
                  <a:pt x="85890" y="942449"/>
                </a:lnTo>
                <a:lnTo>
                  <a:pt x="110667" y="981295"/>
                </a:lnTo>
                <a:lnTo>
                  <a:pt x="138144" y="1018151"/>
                </a:lnTo>
                <a:lnTo>
                  <a:pt x="168179" y="1052876"/>
                </a:lnTo>
                <a:lnTo>
                  <a:pt x="200630" y="1085326"/>
                </a:lnTo>
                <a:lnTo>
                  <a:pt x="235355" y="1115361"/>
                </a:lnTo>
                <a:lnTo>
                  <a:pt x="272212" y="1142837"/>
                </a:lnTo>
                <a:lnTo>
                  <a:pt x="311058" y="1167614"/>
                </a:lnTo>
                <a:lnTo>
                  <a:pt x="351752" y="1189547"/>
                </a:lnTo>
                <a:lnTo>
                  <a:pt x="394151" y="1208497"/>
                </a:lnTo>
                <a:lnTo>
                  <a:pt x="438113" y="1224319"/>
                </a:lnTo>
                <a:lnTo>
                  <a:pt x="483496" y="1236873"/>
                </a:lnTo>
                <a:lnTo>
                  <a:pt x="530158" y="1246016"/>
                </a:lnTo>
                <a:lnTo>
                  <a:pt x="577956" y="1251606"/>
                </a:lnTo>
                <a:lnTo>
                  <a:pt x="626750" y="1253501"/>
                </a:lnTo>
                <a:lnTo>
                  <a:pt x="6392848" y="1253501"/>
                </a:lnTo>
                <a:lnTo>
                  <a:pt x="639284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93835" y="2357305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6" y="0"/>
                </a:moveTo>
                <a:lnTo>
                  <a:pt x="476192" y="2140"/>
                </a:lnTo>
                <a:lnTo>
                  <a:pt x="429708" y="8440"/>
                </a:lnTo>
                <a:lnTo>
                  <a:pt x="384609" y="18713"/>
                </a:lnTo>
                <a:lnTo>
                  <a:pt x="341078" y="32775"/>
                </a:lnTo>
                <a:lnTo>
                  <a:pt x="299302" y="50440"/>
                </a:lnTo>
                <a:lnTo>
                  <a:pt x="259465" y="71524"/>
                </a:lnTo>
                <a:lnTo>
                  <a:pt x="221753" y="95842"/>
                </a:lnTo>
                <a:lnTo>
                  <a:pt x="186349" y="123209"/>
                </a:lnTo>
                <a:lnTo>
                  <a:pt x="153439" y="153439"/>
                </a:lnTo>
                <a:lnTo>
                  <a:pt x="123209" y="186349"/>
                </a:lnTo>
                <a:lnTo>
                  <a:pt x="95842" y="221753"/>
                </a:lnTo>
                <a:lnTo>
                  <a:pt x="71524" y="259465"/>
                </a:lnTo>
                <a:lnTo>
                  <a:pt x="50440" y="299302"/>
                </a:lnTo>
                <a:lnTo>
                  <a:pt x="32775" y="341078"/>
                </a:lnTo>
                <a:lnTo>
                  <a:pt x="18713" y="384609"/>
                </a:lnTo>
                <a:lnTo>
                  <a:pt x="8440" y="429708"/>
                </a:lnTo>
                <a:lnTo>
                  <a:pt x="2140" y="476192"/>
                </a:lnTo>
                <a:lnTo>
                  <a:pt x="0" y="523876"/>
                </a:lnTo>
                <a:lnTo>
                  <a:pt x="2140" y="571559"/>
                </a:lnTo>
                <a:lnTo>
                  <a:pt x="8440" y="618043"/>
                </a:lnTo>
                <a:lnTo>
                  <a:pt x="18713" y="663142"/>
                </a:lnTo>
                <a:lnTo>
                  <a:pt x="32775" y="706672"/>
                </a:lnTo>
                <a:lnTo>
                  <a:pt x="50440" y="748448"/>
                </a:lnTo>
                <a:lnTo>
                  <a:pt x="71524" y="788285"/>
                </a:lnTo>
                <a:lnTo>
                  <a:pt x="95842" y="825998"/>
                </a:lnTo>
                <a:lnTo>
                  <a:pt x="123209" y="861402"/>
                </a:lnTo>
                <a:lnTo>
                  <a:pt x="153439" y="894311"/>
                </a:lnTo>
                <a:lnTo>
                  <a:pt x="186349" y="924542"/>
                </a:lnTo>
                <a:lnTo>
                  <a:pt x="221753" y="951908"/>
                </a:lnTo>
                <a:lnTo>
                  <a:pt x="259465" y="976226"/>
                </a:lnTo>
                <a:lnTo>
                  <a:pt x="299302" y="997310"/>
                </a:lnTo>
                <a:lnTo>
                  <a:pt x="341078" y="1014976"/>
                </a:lnTo>
                <a:lnTo>
                  <a:pt x="384609" y="1029037"/>
                </a:lnTo>
                <a:lnTo>
                  <a:pt x="429708" y="1039310"/>
                </a:lnTo>
                <a:lnTo>
                  <a:pt x="476192" y="1045610"/>
                </a:lnTo>
                <a:lnTo>
                  <a:pt x="523876" y="1047751"/>
                </a:lnTo>
                <a:lnTo>
                  <a:pt x="571559" y="1045610"/>
                </a:lnTo>
                <a:lnTo>
                  <a:pt x="618043" y="1039310"/>
                </a:lnTo>
                <a:lnTo>
                  <a:pt x="663142" y="1029037"/>
                </a:lnTo>
                <a:lnTo>
                  <a:pt x="706672" y="1014976"/>
                </a:lnTo>
                <a:lnTo>
                  <a:pt x="748448" y="997310"/>
                </a:lnTo>
                <a:lnTo>
                  <a:pt x="788285" y="976226"/>
                </a:lnTo>
                <a:lnTo>
                  <a:pt x="825998" y="951908"/>
                </a:lnTo>
                <a:lnTo>
                  <a:pt x="861402" y="924542"/>
                </a:lnTo>
                <a:lnTo>
                  <a:pt x="894311" y="894311"/>
                </a:lnTo>
                <a:lnTo>
                  <a:pt x="924542" y="861402"/>
                </a:lnTo>
                <a:lnTo>
                  <a:pt x="951908" y="825998"/>
                </a:lnTo>
                <a:lnTo>
                  <a:pt x="976226" y="788285"/>
                </a:lnTo>
                <a:lnTo>
                  <a:pt x="997310" y="748448"/>
                </a:lnTo>
                <a:lnTo>
                  <a:pt x="1014976" y="706672"/>
                </a:lnTo>
                <a:lnTo>
                  <a:pt x="1029037" y="663142"/>
                </a:lnTo>
                <a:lnTo>
                  <a:pt x="1039310" y="618043"/>
                </a:lnTo>
                <a:lnTo>
                  <a:pt x="1045610" y="571559"/>
                </a:lnTo>
                <a:lnTo>
                  <a:pt x="1047751" y="523876"/>
                </a:lnTo>
                <a:lnTo>
                  <a:pt x="1045610" y="476192"/>
                </a:lnTo>
                <a:lnTo>
                  <a:pt x="1039310" y="429708"/>
                </a:lnTo>
                <a:lnTo>
                  <a:pt x="1029037" y="384609"/>
                </a:lnTo>
                <a:lnTo>
                  <a:pt x="1014976" y="341078"/>
                </a:lnTo>
                <a:lnTo>
                  <a:pt x="997310" y="299302"/>
                </a:lnTo>
                <a:lnTo>
                  <a:pt x="976226" y="259465"/>
                </a:lnTo>
                <a:lnTo>
                  <a:pt x="951908" y="221753"/>
                </a:lnTo>
                <a:lnTo>
                  <a:pt x="924542" y="186349"/>
                </a:lnTo>
                <a:lnTo>
                  <a:pt x="894311" y="153439"/>
                </a:lnTo>
                <a:lnTo>
                  <a:pt x="861402" y="123209"/>
                </a:lnTo>
                <a:lnTo>
                  <a:pt x="825998" y="95842"/>
                </a:lnTo>
                <a:lnTo>
                  <a:pt x="788285" y="71524"/>
                </a:lnTo>
                <a:lnTo>
                  <a:pt x="748448" y="50440"/>
                </a:lnTo>
                <a:lnTo>
                  <a:pt x="706672" y="32775"/>
                </a:lnTo>
                <a:lnTo>
                  <a:pt x="663142" y="18713"/>
                </a:lnTo>
                <a:lnTo>
                  <a:pt x="618043" y="8440"/>
                </a:lnTo>
                <a:lnTo>
                  <a:pt x="571559" y="2140"/>
                </a:lnTo>
                <a:lnTo>
                  <a:pt x="52387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94226" y="2449386"/>
            <a:ext cx="179614" cy="17961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534863" y="2652308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06810" y="2522"/>
                </a:moveTo>
                <a:lnTo>
                  <a:pt x="93421" y="6756"/>
                </a:lnTo>
                <a:lnTo>
                  <a:pt x="78604" y="21835"/>
                </a:lnTo>
                <a:lnTo>
                  <a:pt x="68497" y="54323"/>
                </a:lnTo>
                <a:lnTo>
                  <a:pt x="54488" y="150219"/>
                </a:lnTo>
                <a:lnTo>
                  <a:pt x="31393" y="302815"/>
                </a:lnTo>
                <a:lnTo>
                  <a:pt x="9632" y="445185"/>
                </a:lnTo>
                <a:lnTo>
                  <a:pt x="0" y="507926"/>
                </a:lnTo>
                <a:lnTo>
                  <a:pt x="305953" y="507926"/>
                </a:lnTo>
                <a:lnTo>
                  <a:pt x="289209" y="396809"/>
                </a:lnTo>
                <a:lnTo>
                  <a:pt x="303479" y="391672"/>
                </a:lnTo>
                <a:lnTo>
                  <a:pt x="334873" y="372835"/>
                </a:lnTo>
                <a:lnTo>
                  <a:pt x="366267" y="335161"/>
                </a:lnTo>
                <a:lnTo>
                  <a:pt x="380537" y="273512"/>
                </a:lnTo>
                <a:lnTo>
                  <a:pt x="363413" y="211866"/>
                </a:lnTo>
                <a:lnTo>
                  <a:pt x="325740" y="174193"/>
                </a:lnTo>
                <a:lnTo>
                  <a:pt x="288067" y="155357"/>
                </a:lnTo>
                <a:lnTo>
                  <a:pt x="270943" y="150219"/>
                </a:lnTo>
                <a:lnTo>
                  <a:pt x="273701" y="147865"/>
                </a:lnTo>
                <a:lnTo>
                  <a:pt x="279313" y="140515"/>
                </a:lnTo>
                <a:lnTo>
                  <a:pt x="283784" y="127744"/>
                </a:lnTo>
                <a:lnTo>
                  <a:pt x="283118" y="109122"/>
                </a:lnTo>
                <a:lnTo>
                  <a:pt x="272226" y="92163"/>
                </a:lnTo>
                <a:lnTo>
                  <a:pt x="254199" y="83053"/>
                </a:lnTo>
                <a:lnTo>
                  <a:pt x="237313" y="79366"/>
                </a:lnTo>
                <a:lnTo>
                  <a:pt x="229845" y="78676"/>
                </a:lnTo>
                <a:lnTo>
                  <a:pt x="229869" y="66974"/>
                </a:lnTo>
                <a:lnTo>
                  <a:pt x="226612" y="41002"/>
                </a:lnTo>
                <a:lnTo>
                  <a:pt x="215077" y="14459"/>
                </a:lnTo>
                <a:lnTo>
                  <a:pt x="193087" y="2569"/>
                </a:lnTo>
                <a:lnTo>
                  <a:pt x="112637" y="2569"/>
                </a:lnTo>
                <a:lnTo>
                  <a:pt x="106810" y="2522"/>
                </a:lnTo>
                <a:close/>
              </a:path>
              <a:path w="381000" h="508000">
                <a:moveTo>
                  <a:pt x="159517" y="0"/>
                </a:moveTo>
                <a:lnTo>
                  <a:pt x="134900" y="666"/>
                </a:lnTo>
                <a:lnTo>
                  <a:pt x="118560" y="1903"/>
                </a:lnTo>
                <a:lnTo>
                  <a:pt x="112637" y="2569"/>
                </a:lnTo>
                <a:lnTo>
                  <a:pt x="193087" y="2569"/>
                </a:lnTo>
                <a:lnTo>
                  <a:pt x="190271" y="1046"/>
                </a:lnTo>
                <a:lnTo>
                  <a:pt x="15951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645978" y="3160235"/>
            <a:ext cx="89808" cy="159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641540" y="2717380"/>
            <a:ext cx="208391" cy="222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76913" y="2503739"/>
            <a:ext cx="12915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不孕不育调</a:t>
            </a:r>
            <a:r>
              <a:rPr sz="1600" b="1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024253" y="3742305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6" y="0"/>
                </a:moveTo>
                <a:lnTo>
                  <a:pt x="476192" y="2140"/>
                </a:lnTo>
                <a:lnTo>
                  <a:pt x="429708" y="8440"/>
                </a:lnTo>
                <a:lnTo>
                  <a:pt x="384609" y="18713"/>
                </a:lnTo>
                <a:lnTo>
                  <a:pt x="341078" y="32775"/>
                </a:lnTo>
                <a:lnTo>
                  <a:pt x="299302" y="50440"/>
                </a:lnTo>
                <a:lnTo>
                  <a:pt x="259465" y="71524"/>
                </a:lnTo>
                <a:lnTo>
                  <a:pt x="221753" y="95842"/>
                </a:lnTo>
                <a:lnTo>
                  <a:pt x="186349" y="123209"/>
                </a:lnTo>
                <a:lnTo>
                  <a:pt x="153439" y="153439"/>
                </a:lnTo>
                <a:lnTo>
                  <a:pt x="123209" y="186349"/>
                </a:lnTo>
                <a:lnTo>
                  <a:pt x="95842" y="221752"/>
                </a:lnTo>
                <a:lnTo>
                  <a:pt x="71524" y="259465"/>
                </a:lnTo>
                <a:lnTo>
                  <a:pt x="50440" y="299302"/>
                </a:lnTo>
                <a:lnTo>
                  <a:pt x="32775" y="341078"/>
                </a:lnTo>
                <a:lnTo>
                  <a:pt x="18713" y="384608"/>
                </a:lnTo>
                <a:lnTo>
                  <a:pt x="8440" y="429707"/>
                </a:lnTo>
                <a:lnTo>
                  <a:pt x="2140" y="476191"/>
                </a:lnTo>
                <a:lnTo>
                  <a:pt x="0" y="523875"/>
                </a:lnTo>
                <a:lnTo>
                  <a:pt x="2140" y="571558"/>
                </a:lnTo>
                <a:lnTo>
                  <a:pt x="8440" y="618042"/>
                </a:lnTo>
                <a:lnTo>
                  <a:pt x="18713" y="663142"/>
                </a:lnTo>
                <a:lnTo>
                  <a:pt x="32775" y="706672"/>
                </a:lnTo>
                <a:lnTo>
                  <a:pt x="50440" y="748448"/>
                </a:lnTo>
                <a:lnTo>
                  <a:pt x="71524" y="788285"/>
                </a:lnTo>
                <a:lnTo>
                  <a:pt x="95842" y="825998"/>
                </a:lnTo>
                <a:lnTo>
                  <a:pt x="123209" y="861401"/>
                </a:lnTo>
                <a:lnTo>
                  <a:pt x="153439" y="894311"/>
                </a:lnTo>
                <a:lnTo>
                  <a:pt x="186349" y="924542"/>
                </a:lnTo>
                <a:lnTo>
                  <a:pt x="221753" y="951908"/>
                </a:lnTo>
                <a:lnTo>
                  <a:pt x="259465" y="976226"/>
                </a:lnTo>
                <a:lnTo>
                  <a:pt x="299302" y="997310"/>
                </a:lnTo>
                <a:lnTo>
                  <a:pt x="341078" y="1014976"/>
                </a:lnTo>
                <a:lnTo>
                  <a:pt x="384609" y="1029037"/>
                </a:lnTo>
                <a:lnTo>
                  <a:pt x="429708" y="1039310"/>
                </a:lnTo>
                <a:lnTo>
                  <a:pt x="476192" y="1045610"/>
                </a:lnTo>
                <a:lnTo>
                  <a:pt x="523876" y="1047751"/>
                </a:lnTo>
                <a:lnTo>
                  <a:pt x="571559" y="1045610"/>
                </a:lnTo>
                <a:lnTo>
                  <a:pt x="618043" y="1039310"/>
                </a:lnTo>
                <a:lnTo>
                  <a:pt x="663142" y="1029037"/>
                </a:lnTo>
                <a:lnTo>
                  <a:pt x="706672" y="1014976"/>
                </a:lnTo>
                <a:lnTo>
                  <a:pt x="748448" y="997310"/>
                </a:lnTo>
                <a:lnTo>
                  <a:pt x="788285" y="976226"/>
                </a:lnTo>
                <a:lnTo>
                  <a:pt x="825998" y="951908"/>
                </a:lnTo>
                <a:lnTo>
                  <a:pt x="861402" y="924542"/>
                </a:lnTo>
                <a:lnTo>
                  <a:pt x="894311" y="894311"/>
                </a:lnTo>
                <a:lnTo>
                  <a:pt x="924542" y="861401"/>
                </a:lnTo>
                <a:lnTo>
                  <a:pt x="951908" y="825998"/>
                </a:lnTo>
                <a:lnTo>
                  <a:pt x="976226" y="788285"/>
                </a:lnTo>
                <a:lnTo>
                  <a:pt x="997310" y="748448"/>
                </a:lnTo>
                <a:lnTo>
                  <a:pt x="1014976" y="706672"/>
                </a:lnTo>
                <a:lnTo>
                  <a:pt x="1029037" y="663142"/>
                </a:lnTo>
                <a:lnTo>
                  <a:pt x="1039310" y="618042"/>
                </a:lnTo>
                <a:lnTo>
                  <a:pt x="1045610" y="571558"/>
                </a:lnTo>
                <a:lnTo>
                  <a:pt x="1047751" y="523875"/>
                </a:lnTo>
                <a:lnTo>
                  <a:pt x="1045610" y="476191"/>
                </a:lnTo>
                <a:lnTo>
                  <a:pt x="1039310" y="429707"/>
                </a:lnTo>
                <a:lnTo>
                  <a:pt x="1029037" y="384608"/>
                </a:lnTo>
                <a:lnTo>
                  <a:pt x="1014976" y="341078"/>
                </a:lnTo>
                <a:lnTo>
                  <a:pt x="997310" y="299302"/>
                </a:lnTo>
                <a:lnTo>
                  <a:pt x="976226" y="259465"/>
                </a:lnTo>
                <a:lnTo>
                  <a:pt x="951908" y="221752"/>
                </a:lnTo>
                <a:lnTo>
                  <a:pt x="924542" y="186349"/>
                </a:lnTo>
                <a:lnTo>
                  <a:pt x="894311" y="153439"/>
                </a:lnTo>
                <a:lnTo>
                  <a:pt x="861402" y="123209"/>
                </a:lnTo>
                <a:lnTo>
                  <a:pt x="825998" y="95842"/>
                </a:lnTo>
                <a:lnTo>
                  <a:pt x="788285" y="71524"/>
                </a:lnTo>
                <a:lnTo>
                  <a:pt x="748448" y="50440"/>
                </a:lnTo>
                <a:lnTo>
                  <a:pt x="706672" y="32775"/>
                </a:lnTo>
                <a:lnTo>
                  <a:pt x="663142" y="18713"/>
                </a:lnTo>
                <a:lnTo>
                  <a:pt x="618043" y="8440"/>
                </a:lnTo>
                <a:lnTo>
                  <a:pt x="571559" y="2140"/>
                </a:lnTo>
                <a:lnTo>
                  <a:pt x="52387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385638" y="2123060"/>
            <a:ext cx="1322834" cy="15379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385638" y="3504370"/>
            <a:ext cx="1322834" cy="15379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762242" y="5087527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6" y="0"/>
                </a:moveTo>
                <a:lnTo>
                  <a:pt x="476192" y="2140"/>
                </a:lnTo>
                <a:lnTo>
                  <a:pt x="429708" y="8440"/>
                </a:lnTo>
                <a:lnTo>
                  <a:pt x="384609" y="18713"/>
                </a:lnTo>
                <a:lnTo>
                  <a:pt x="341078" y="32775"/>
                </a:lnTo>
                <a:lnTo>
                  <a:pt x="299302" y="50440"/>
                </a:lnTo>
                <a:lnTo>
                  <a:pt x="259465" y="71524"/>
                </a:lnTo>
                <a:lnTo>
                  <a:pt x="221753" y="95842"/>
                </a:lnTo>
                <a:lnTo>
                  <a:pt x="186349" y="123209"/>
                </a:lnTo>
                <a:lnTo>
                  <a:pt x="153439" y="153439"/>
                </a:lnTo>
                <a:lnTo>
                  <a:pt x="123209" y="186349"/>
                </a:lnTo>
                <a:lnTo>
                  <a:pt x="95842" y="221753"/>
                </a:lnTo>
                <a:lnTo>
                  <a:pt x="71524" y="259465"/>
                </a:lnTo>
                <a:lnTo>
                  <a:pt x="50440" y="299302"/>
                </a:lnTo>
                <a:lnTo>
                  <a:pt x="32775" y="341078"/>
                </a:lnTo>
                <a:lnTo>
                  <a:pt x="18713" y="384609"/>
                </a:lnTo>
                <a:lnTo>
                  <a:pt x="8440" y="429708"/>
                </a:lnTo>
                <a:lnTo>
                  <a:pt x="2140" y="476192"/>
                </a:lnTo>
                <a:lnTo>
                  <a:pt x="0" y="523876"/>
                </a:lnTo>
                <a:lnTo>
                  <a:pt x="2140" y="571559"/>
                </a:lnTo>
                <a:lnTo>
                  <a:pt x="8440" y="618043"/>
                </a:lnTo>
                <a:lnTo>
                  <a:pt x="18713" y="663142"/>
                </a:lnTo>
                <a:lnTo>
                  <a:pt x="32775" y="706672"/>
                </a:lnTo>
                <a:lnTo>
                  <a:pt x="50440" y="748448"/>
                </a:lnTo>
                <a:lnTo>
                  <a:pt x="71524" y="788285"/>
                </a:lnTo>
                <a:lnTo>
                  <a:pt x="95842" y="825998"/>
                </a:lnTo>
                <a:lnTo>
                  <a:pt x="123209" y="861402"/>
                </a:lnTo>
                <a:lnTo>
                  <a:pt x="153439" y="894311"/>
                </a:lnTo>
                <a:lnTo>
                  <a:pt x="186349" y="924542"/>
                </a:lnTo>
                <a:lnTo>
                  <a:pt x="221753" y="951908"/>
                </a:lnTo>
                <a:lnTo>
                  <a:pt x="259465" y="976226"/>
                </a:lnTo>
                <a:lnTo>
                  <a:pt x="299302" y="997310"/>
                </a:lnTo>
                <a:lnTo>
                  <a:pt x="341078" y="1014976"/>
                </a:lnTo>
                <a:lnTo>
                  <a:pt x="384609" y="1029037"/>
                </a:lnTo>
                <a:lnTo>
                  <a:pt x="429708" y="1039310"/>
                </a:lnTo>
                <a:lnTo>
                  <a:pt x="476192" y="1045610"/>
                </a:lnTo>
                <a:lnTo>
                  <a:pt x="523876" y="1047751"/>
                </a:lnTo>
                <a:lnTo>
                  <a:pt x="571559" y="1045610"/>
                </a:lnTo>
                <a:lnTo>
                  <a:pt x="618043" y="1039310"/>
                </a:lnTo>
                <a:lnTo>
                  <a:pt x="663142" y="1029037"/>
                </a:lnTo>
                <a:lnTo>
                  <a:pt x="706672" y="1014976"/>
                </a:lnTo>
                <a:lnTo>
                  <a:pt x="748448" y="997310"/>
                </a:lnTo>
                <a:lnTo>
                  <a:pt x="788285" y="976226"/>
                </a:lnTo>
                <a:lnTo>
                  <a:pt x="825998" y="951908"/>
                </a:lnTo>
                <a:lnTo>
                  <a:pt x="861402" y="924542"/>
                </a:lnTo>
                <a:lnTo>
                  <a:pt x="894311" y="894311"/>
                </a:lnTo>
                <a:lnTo>
                  <a:pt x="924542" y="861402"/>
                </a:lnTo>
                <a:lnTo>
                  <a:pt x="951908" y="825998"/>
                </a:lnTo>
                <a:lnTo>
                  <a:pt x="976226" y="788285"/>
                </a:lnTo>
                <a:lnTo>
                  <a:pt x="997310" y="748448"/>
                </a:lnTo>
                <a:lnTo>
                  <a:pt x="1014976" y="706672"/>
                </a:lnTo>
                <a:lnTo>
                  <a:pt x="1029037" y="663142"/>
                </a:lnTo>
                <a:lnTo>
                  <a:pt x="1039310" y="618043"/>
                </a:lnTo>
                <a:lnTo>
                  <a:pt x="1045610" y="571559"/>
                </a:lnTo>
                <a:lnTo>
                  <a:pt x="1047751" y="523876"/>
                </a:lnTo>
                <a:lnTo>
                  <a:pt x="1045610" y="476192"/>
                </a:lnTo>
                <a:lnTo>
                  <a:pt x="1039310" y="429708"/>
                </a:lnTo>
                <a:lnTo>
                  <a:pt x="1029037" y="384609"/>
                </a:lnTo>
                <a:lnTo>
                  <a:pt x="1014976" y="341078"/>
                </a:lnTo>
                <a:lnTo>
                  <a:pt x="997310" y="299302"/>
                </a:lnTo>
                <a:lnTo>
                  <a:pt x="976226" y="259465"/>
                </a:lnTo>
                <a:lnTo>
                  <a:pt x="951908" y="221753"/>
                </a:lnTo>
                <a:lnTo>
                  <a:pt x="924542" y="186349"/>
                </a:lnTo>
                <a:lnTo>
                  <a:pt x="894311" y="153439"/>
                </a:lnTo>
                <a:lnTo>
                  <a:pt x="861402" y="123209"/>
                </a:lnTo>
                <a:lnTo>
                  <a:pt x="825998" y="95842"/>
                </a:lnTo>
                <a:lnTo>
                  <a:pt x="788285" y="71524"/>
                </a:lnTo>
                <a:lnTo>
                  <a:pt x="748448" y="50440"/>
                </a:lnTo>
                <a:lnTo>
                  <a:pt x="706672" y="32775"/>
                </a:lnTo>
                <a:lnTo>
                  <a:pt x="663142" y="18713"/>
                </a:lnTo>
                <a:lnTo>
                  <a:pt x="618043" y="8440"/>
                </a:lnTo>
                <a:lnTo>
                  <a:pt x="571559" y="2140"/>
                </a:lnTo>
                <a:lnTo>
                  <a:pt x="52387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14554" y="4864360"/>
            <a:ext cx="1322834" cy="15379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881316" y="6471208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5" y="0"/>
                </a:moveTo>
                <a:lnTo>
                  <a:pt x="476191" y="2140"/>
                </a:lnTo>
                <a:lnTo>
                  <a:pt x="429707" y="8440"/>
                </a:lnTo>
                <a:lnTo>
                  <a:pt x="384608" y="18713"/>
                </a:lnTo>
                <a:lnTo>
                  <a:pt x="341077" y="32775"/>
                </a:lnTo>
                <a:lnTo>
                  <a:pt x="299301" y="50440"/>
                </a:lnTo>
                <a:lnTo>
                  <a:pt x="259464" y="71524"/>
                </a:lnTo>
                <a:lnTo>
                  <a:pt x="221752" y="95842"/>
                </a:lnTo>
                <a:lnTo>
                  <a:pt x="186348" y="123209"/>
                </a:lnTo>
                <a:lnTo>
                  <a:pt x="153439" y="153439"/>
                </a:lnTo>
                <a:lnTo>
                  <a:pt x="123208" y="186349"/>
                </a:lnTo>
                <a:lnTo>
                  <a:pt x="95841" y="221753"/>
                </a:lnTo>
                <a:lnTo>
                  <a:pt x="71524" y="259465"/>
                </a:lnTo>
                <a:lnTo>
                  <a:pt x="50440" y="299302"/>
                </a:lnTo>
                <a:lnTo>
                  <a:pt x="32774" y="341078"/>
                </a:lnTo>
                <a:lnTo>
                  <a:pt x="18713" y="384609"/>
                </a:lnTo>
                <a:lnTo>
                  <a:pt x="8440" y="429708"/>
                </a:lnTo>
                <a:lnTo>
                  <a:pt x="2140" y="476192"/>
                </a:lnTo>
                <a:lnTo>
                  <a:pt x="0" y="523876"/>
                </a:lnTo>
                <a:lnTo>
                  <a:pt x="2140" y="571559"/>
                </a:lnTo>
                <a:lnTo>
                  <a:pt x="8440" y="618043"/>
                </a:lnTo>
                <a:lnTo>
                  <a:pt x="18713" y="663143"/>
                </a:lnTo>
                <a:lnTo>
                  <a:pt x="32774" y="706673"/>
                </a:lnTo>
                <a:lnTo>
                  <a:pt x="50440" y="748449"/>
                </a:lnTo>
                <a:lnTo>
                  <a:pt x="71524" y="788286"/>
                </a:lnTo>
                <a:lnTo>
                  <a:pt x="95841" y="825998"/>
                </a:lnTo>
                <a:lnTo>
                  <a:pt x="123208" y="861402"/>
                </a:lnTo>
                <a:lnTo>
                  <a:pt x="153439" y="894312"/>
                </a:lnTo>
                <a:lnTo>
                  <a:pt x="186348" y="924542"/>
                </a:lnTo>
                <a:lnTo>
                  <a:pt x="221752" y="951909"/>
                </a:lnTo>
                <a:lnTo>
                  <a:pt x="259464" y="976227"/>
                </a:lnTo>
                <a:lnTo>
                  <a:pt x="299301" y="997311"/>
                </a:lnTo>
                <a:lnTo>
                  <a:pt x="341077" y="1014976"/>
                </a:lnTo>
                <a:lnTo>
                  <a:pt x="384608" y="1029037"/>
                </a:lnTo>
                <a:lnTo>
                  <a:pt x="429707" y="1039310"/>
                </a:lnTo>
                <a:lnTo>
                  <a:pt x="476191" y="1045610"/>
                </a:lnTo>
                <a:lnTo>
                  <a:pt x="523875" y="1047751"/>
                </a:lnTo>
                <a:lnTo>
                  <a:pt x="571558" y="1045610"/>
                </a:lnTo>
                <a:lnTo>
                  <a:pt x="618042" y="1039310"/>
                </a:lnTo>
                <a:lnTo>
                  <a:pt x="663142" y="1029037"/>
                </a:lnTo>
                <a:lnTo>
                  <a:pt x="706672" y="1014976"/>
                </a:lnTo>
                <a:lnTo>
                  <a:pt x="748448" y="997311"/>
                </a:lnTo>
                <a:lnTo>
                  <a:pt x="788285" y="976227"/>
                </a:lnTo>
                <a:lnTo>
                  <a:pt x="825998" y="951909"/>
                </a:lnTo>
                <a:lnTo>
                  <a:pt x="861401" y="924542"/>
                </a:lnTo>
                <a:lnTo>
                  <a:pt x="894311" y="894312"/>
                </a:lnTo>
                <a:lnTo>
                  <a:pt x="924542" y="861402"/>
                </a:lnTo>
                <a:lnTo>
                  <a:pt x="951908" y="825998"/>
                </a:lnTo>
                <a:lnTo>
                  <a:pt x="976226" y="788286"/>
                </a:lnTo>
                <a:lnTo>
                  <a:pt x="997310" y="748449"/>
                </a:lnTo>
                <a:lnTo>
                  <a:pt x="1014976" y="706673"/>
                </a:lnTo>
                <a:lnTo>
                  <a:pt x="1029037" y="663143"/>
                </a:lnTo>
                <a:lnTo>
                  <a:pt x="1039310" y="618043"/>
                </a:lnTo>
                <a:lnTo>
                  <a:pt x="1045610" y="571559"/>
                </a:lnTo>
                <a:lnTo>
                  <a:pt x="1047751" y="523876"/>
                </a:lnTo>
                <a:lnTo>
                  <a:pt x="1045610" y="476192"/>
                </a:lnTo>
                <a:lnTo>
                  <a:pt x="1039310" y="429708"/>
                </a:lnTo>
                <a:lnTo>
                  <a:pt x="1029037" y="384609"/>
                </a:lnTo>
                <a:lnTo>
                  <a:pt x="1014976" y="341078"/>
                </a:lnTo>
                <a:lnTo>
                  <a:pt x="997310" y="299302"/>
                </a:lnTo>
                <a:lnTo>
                  <a:pt x="976226" y="259465"/>
                </a:lnTo>
                <a:lnTo>
                  <a:pt x="951908" y="221753"/>
                </a:lnTo>
                <a:lnTo>
                  <a:pt x="924542" y="186349"/>
                </a:lnTo>
                <a:lnTo>
                  <a:pt x="894311" y="153439"/>
                </a:lnTo>
                <a:lnTo>
                  <a:pt x="861401" y="123209"/>
                </a:lnTo>
                <a:lnTo>
                  <a:pt x="825998" y="95842"/>
                </a:lnTo>
                <a:lnTo>
                  <a:pt x="788285" y="71524"/>
                </a:lnTo>
                <a:lnTo>
                  <a:pt x="748448" y="50440"/>
                </a:lnTo>
                <a:lnTo>
                  <a:pt x="706672" y="32775"/>
                </a:lnTo>
                <a:lnTo>
                  <a:pt x="663142" y="18713"/>
                </a:lnTo>
                <a:lnTo>
                  <a:pt x="618042" y="8440"/>
                </a:lnTo>
                <a:lnTo>
                  <a:pt x="571558" y="2140"/>
                </a:lnTo>
                <a:lnTo>
                  <a:pt x="52387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264392" y="6502500"/>
            <a:ext cx="10788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盆腔内环</a:t>
            </a:r>
            <a:r>
              <a:rPr sz="1600" b="1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境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60572" y="7061385"/>
            <a:ext cx="1133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盆腔内环境调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34994" y="2812884"/>
            <a:ext cx="987425" cy="47688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活</a:t>
            </a:r>
            <a:r>
              <a:rPr sz="1200" spc="2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650" b="0" spc="7" baseline="-800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900" spc="7" baseline="-14000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900" baseline="-14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卵巢恢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200" spc="2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650" b="0" spc="7" baseline="-800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900" spc="7" baseline="-14000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900" baseline="-1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03518" y="3990736"/>
            <a:ext cx="123253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⼦宫内膜</a:t>
            </a:r>
            <a:r>
              <a:rPr sz="1600" b="1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薄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800" spc="75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⼦宫内膜增</a:t>
            </a:r>
            <a:r>
              <a:rPr sz="1800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厚</a:t>
            </a:r>
            <a:r>
              <a:rPr sz="1800" spc="15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41508" y="5361158"/>
            <a:ext cx="87058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600" b="1" spc="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⽉经调</a:t>
            </a:r>
            <a:r>
              <a:rPr sz="1600" b="1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 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200" spc="-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60579" y="6852125"/>
            <a:ext cx="1087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慢性盆腔</a:t>
            </a:r>
            <a:r>
              <a:rPr sz="1800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</a:t>
            </a:r>
            <a:r>
              <a:rPr sz="1800" spc="165" baseline="2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92724" y="7084921"/>
            <a:ext cx="19685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2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600" spc="-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60565" y="7286551"/>
            <a:ext cx="913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baseline="5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盆腔保</a:t>
            </a:r>
            <a:r>
              <a:rPr sz="1800" baseline="5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养</a:t>
            </a:r>
            <a:r>
              <a:rPr sz="1800" spc="15" baseline="50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FEFEFE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220903" y="4035961"/>
            <a:ext cx="643255" cy="644525"/>
          </a:xfrm>
          <a:custGeom>
            <a:avLst/>
            <a:gdLst/>
            <a:ahLst/>
            <a:cxnLst/>
            <a:rect l="l" t="t" r="r" b="b"/>
            <a:pathLst>
              <a:path w="643254" h="644525">
                <a:moveTo>
                  <a:pt x="430978" y="64859"/>
                </a:moveTo>
                <a:lnTo>
                  <a:pt x="81470" y="64859"/>
                </a:lnTo>
                <a:lnTo>
                  <a:pt x="92018" y="64992"/>
                </a:lnTo>
                <a:lnTo>
                  <a:pt x="101783" y="69964"/>
                </a:lnTo>
                <a:lnTo>
                  <a:pt x="109975" y="77337"/>
                </a:lnTo>
                <a:lnTo>
                  <a:pt x="116709" y="85422"/>
                </a:lnTo>
                <a:lnTo>
                  <a:pt x="123022" y="93922"/>
                </a:lnTo>
                <a:lnTo>
                  <a:pt x="128464" y="101359"/>
                </a:lnTo>
                <a:lnTo>
                  <a:pt x="132584" y="106257"/>
                </a:lnTo>
                <a:lnTo>
                  <a:pt x="145476" y="118570"/>
                </a:lnTo>
                <a:lnTo>
                  <a:pt x="165900" y="136550"/>
                </a:lnTo>
                <a:lnTo>
                  <a:pt x="189447" y="153523"/>
                </a:lnTo>
                <a:lnTo>
                  <a:pt x="211709" y="162812"/>
                </a:lnTo>
                <a:lnTo>
                  <a:pt x="214710" y="178420"/>
                </a:lnTo>
                <a:lnTo>
                  <a:pt x="218391" y="194583"/>
                </a:lnTo>
                <a:lnTo>
                  <a:pt x="223836" y="213668"/>
                </a:lnTo>
                <a:lnTo>
                  <a:pt x="232128" y="238042"/>
                </a:lnTo>
                <a:lnTo>
                  <a:pt x="241899" y="264640"/>
                </a:lnTo>
                <a:lnTo>
                  <a:pt x="250260" y="288014"/>
                </a:lnTo>
                <a:lnTo>
                  <a:pt x="256003" y="306954"/>
                </a:lnTo>
                <a:lnTo>
                  <a:pt x="257917" y="320252"/>
                </a:lnTo>
                <a:lnTo>
                  <a:pt x="257330" y="329505"/>
                </a:lnTo>
                <a:lnTo>
                  <a:pt x="256037" y="337851"/>
                </a:lnTo>
                <a:lnTo>
                  <a:pt x="253535" y="346398"/>
                </a:lnTo>
                <a:lnTo>
                  <a:pt x="249321" y="356255"/>
                </a:lnTo>
                <a:lnTo>
                  <a:pt x="242444" y="370704"/>
                </a:lnTo>
                <a:lnTo>
                  <a:pt x="234208" y="390040"/>
                </a:lnTo>
                <a:lnTo>
                  <a:pt x="227483" y="410888"/>
                </a:lnTo>
                <a:lnTo>
                  <a:pt x="225140" y="429872"/>
                </a:lnTo>
                <a:lnTo>
                  <a:pt x="226629" y="454530"/>
                </a:lnTo>
                <a:lnTo>
                  <a:pt x="231016" y="496567"/>
                </a:lnTo>
                <a:lnTo>
                  <a:pt x="240593" y="558855"/>
                </a:lnTo>
                <a:lnTo>
                  <a:pt x="257651" y="644265"/>
                </a:lnTo>
                <a:lnTo>
                  <a:pt x="385537" y="644265"/>
                </a:lnTo>
                <a:lnTo>
                  <a:pt x="391196" y="615418"/>
                </a:lnTo>
                <a:lnTo>
                  <a:pt x="403403" y="549213"/>
                </a:lnTo>
                <a:lnTo>
                  <a:pt x="415006" y="476157"/>
                </a:lnTo>
                <a:lnTo>
                  <a:pt x="418852" y="426758"/>
                </a:lnTo>
                <a:lnTo>
                  <a:pt x="412117" y="398227"/>
                </a:lnTo>
                <a:lnTo>
                  <a:pt x="400447" y="369877"/>
                </a:lnTo>
                <a:lnTo>
                  <a:pt x="389381" y="345357"/>
                </a:lnTo>
                <a:lnTo>
                  <a:pt x="384462" y="328312"/>
                </a:lnTo>
                <a:lnTo>
                  <a:pt x="391682" y="299296"/>
                </a:lnTo>
                <a:lnTo>
                  <a:pt x="407568" y="249324"/>
                </a:lnTo>
                <a:lnTo>
                  <a:pt x="423454" y="197740"/>
                </a:lnTo>
                <a:lnTo>
                  <a:pt x="430674" y="163885"/>
                </a:lnTo>
                <a:lnTo>
                  <a:pt x="447017" y="156905"/>
                </a:lnTo>
                <a:lnTo>
                  <a:pt x="464694" y="147531"/>
                </a:lnTo>
                <a:lnTo>
                  <a:pt x="482019" y="135589"/>
                </a:lnTo>
                <a:lnTo>
                  <a:pt x="497304" y="120901"/>
                </a:lnTo>
                <a:lnTo>
                  <a:pt x="529794" y="82627"/>
                </a:lnTo>
                <a:lnTo>
                  <a:pt x="535452" y="76031"/>
                </a:lnTo>
                <a:lnTo>
                  <a:pt x="540780" y="70977"/>
                </a:lnTo>
                <a:lnTo>
                  <a:pt x="548249" y="66427"/>
                </a:lnTo>
                <a:lnTo>
                  <a:pt x="552081" y="65556"/>
                </a:lnTo>
                <a:lnTo>
                  <a:pt x="436316" y="65556"/>
                </a:lnTo>
                <a:lnTo>
                  <a:pt x="430978" y="64859"/>
                </a:lnTo>
                <a:close/>
              </a:path>
              <a:path w="643254" h="644525">
                <a:moveTo>
                  <a:pt x="72539" y="0"/>
                </a:moveTo>
                <a:lnTo>
                  <a:pt x="49115" y="6414"/>
                </a:lnTo>
                <a:lnTo>
                  <a:pt x="27000" y="21896"/>
                </a:lnTo>
                <a:lnTo>
                  <a:pt x="9520" y="48058"/>
                </a:lnTo>
                <a:lnTo>
                  <a:pt x="0" y="86511"/>
                </a:lnTo>
                <a:lnTo>
                  <a:pt x="1854" y="129178"/>
                </a:lnTo>
                <a:lnTo>
                  <a:pt x="12021" y="164693"/>
                </a:lnTo>
                <a:lnTo>
                  <a:pt x="24103" y="189729"/>
                </a:lnTo>
                <a:lnTo>
                  <a:pt x="31701" y="200962"/>
                </a:lnTo>
                <a:lnTo>
                  <a:pt x="37763" y="201685"/>
                </a:lnTo>
                <a:lnTo>
                  <a:pt x="47552" y="198680"/>
                </a:lnTo>
                <a:lnTo>
                  <a:pt x="84090" y="176112"/>
                </a:lnTo>
                <a:lnTo>
                  <a:pt x="96716" y="163885"/>
                </a:lnTo>
                <a:lnTo>
                  <a:pt x="89298" y="152560"/>
                </a:lnTo>
                <a:lnTo>
                  <a:pt x="73171" y="129253"/>
                </a:lnTo>
                <a:lnTo>
                  <a:pt x="62369" y="100291"/>
                </a:lnTo>
                <a:lnTo>
                  <a:pt x="70926" y="72002"/>
                </a:lnTo>
                <a:lnTo>
                  <a:pt x="81470" y="64859"/>
                </a:lnTo>
                <a:lnTo>
                  <a:pt x="430978" y="64859"/>
                </a:lnTo>
                <a:lnTo>
                  <a:pt x="428617" y="64551"/>
                </a:lnTo>
                <a:lnTo>
                  <a:pt x="222858" y="64551"/>
                </a:lnTo>
                <a:lnTo>
                  <a:pt x="199283" y="63505"/>
                </a:lnTo>
                <a:lnTo>
                  <a:pt x="175809" y="54350"/>
                </a:lnTo>
                <a:lnTo>
                  <a:pt x="153946" y="37612"/>
                </a:lnTo>
                <a:lnTo>
                  <a:pt x="133973" y="19833"/>
                </a:lnTo>
                <a:lnTo>
                  <a:pt x="114452" y="7419"/>
                </a:lnTo>
                <a:lnTo>
                  <a:pt x="94327" y="699"/>
                </a:lnTo>
                <a:lnTo>
                  <a:pt x="72539" y="0"/>
                </a:lnTo>
                <a:close/>
              </a:path>
              <a:path w="643254" h="644525">
                <a:moveTo>
                  <a:pt x="638107" y="64396"/>
                </a:moveTo>
                <a:lnTo>
                  <a:pt x="557178" y="64396"/>
                </a:lnTo>
                <a:lnTo>
                  <a:pt x="566888" y="66898"/>
                </a:lnTo>
                <a:lnTo>
                  <a:pt x="574629" y="74219"/>
                </a:lnTo>
                <a:lnTo>
                  <a:pt x="578643" y="83959"/>
                </a:lnTo>
                <a:lnTo>
                  <a:pt x="579734" y="94101"/>
                </a:lnTo>
                <a:lnTo>
                  <a:pt x="578709" y="102632"/>
                </a:lnTo>
                <a:lnTo>
                  <a:pt x="559903" y="145079"/>
                </a:lnTo>
                <a:lnTo>
                  <a:pt x="546199" y="161199"/>
                </a:lnTo>
                <a:lnTo>
                  <a:pt x="553606" y="168280"/>
                </a:lnTo>
                <a:lnTo>
                  <a:pt x="571257" y="183351"/>
                </a:lnTo>
                <a:lnTo>
                  <a:pt x="592298" y="197152"/>
                </a:lnTo>
                <a:lnTo>
                  <a:pt x="609875" y="200426"/>
                </a:lnTo>
                <a:lnTo>
                  <a:pt x="621987" y="186192"/>
                </a:lnTo>
                <a:lnTo>
                  <a:pt x="632574" y="160063"/>
                </a:lnTo>
                <a:lnTo>
                  <a:pt x="640072" y="133025"/>
                </a:lnTo>
                <a:lnTo>
                  <a:pt x="642919" y="116064"/>
                </a:lnTo>
                <a:lnTo>
                  <a:pt x="643205" y="98529"/>
                </a:lnTo>
                <a:lnTo>
                  <a:pt x="639764" y="68476"/>
                </a:lnTo>
                <a:lnTo>
                  <a:pt x="638107" y="64396"/>
                </a:lnTo>
                <a:close/>
              </a:path>
              <a:path w="643254" h="644525">
                <a:moveTo>
                  <a:pt x="554118" y="1149"/>
                </a:moveTo>
                <a:lnTo>
                  <a:pt x="515103" y="17126"/>
                </a:lnTo>
                <a:lnTo>
                  <a:pt x="486264" y="38645"/>
                </a:lnTo>
                <a:lnTo>
                  <a:pt x="475005" y="49434"/>
                </a:lnTo>
                <a:lnTo>
                  <a:pt x="472284" y="52255"/>
                </a:lnTo>
                <a:lnTo>
                  <a:pt x="464526" y="58301"/>
                </a:lnTo>
                <a:lnTo>
                  <a:pt x="452334" y="63943"/>
                </a:lnTo>
                <a:lnTo>
                  <a:pt x="436316" y="65556"/>
                </a:lnTo>
                <a:lnTo>
                  <a:pt x="552081" y="65556"/>
                </a:lnTo>
                <a:lnTo>
                  <a:pt x="557178" y="64396"/>
                </a:lnTo>
                <a:lnTo>
                  <a:pt x="638107" y="64396"/>
                </a:lnTo>
                <a:lnTo>
                  <a:pt x="626147" y="34947"/>
                </a:lnTo>
                <a:lnTo>
                  <a:pt x="595904" y="6983"/>
                </a:lnTo>
                <a:lnTo>
                  <a:pt x="554118" y="1149"/>
                </a:lnTo>
                <a:close/>
              </a:path>
              <a:path w="643254" h="644525">
                <a:moveTo>
                  <a:pt x="325622" y="32241"/>
                </a:moveTo>
                <a:lnTo>
                  <a:pt x="309479" y="33382"/>
                </a:lnTo>
                <a:lnTo>
                  <a:pt x="289153" y="38150"/>
                </a:lnTo>
                <a:lnTo>
                  <a:pt x="266911" y="46144"/>
                </a:lnTo>
                <a:lnTo>
                  <a:pt x="245022" y="56958"/>
                </a:lnTo>
                <a:lnTo>
                  <a:pt x="222858" y="64551"/>
                </a:lnTo>
                <a:lnTo>
                  <a:pt x="428617" y="64551"/>
                </a:lnTo>
                <a:lnTo>
                  <a:pt x="421387" y="63607"/>
                </a:lnTo>
                <a:lnTo>
                  <a:pt x="409583" y="60450"/>
                </a:lnTo>
                <a:lnTo>
                  <a:pt x="397174" y="55278"/>
                </a:lnTo>
                <a:lnTo>
                  <a:pt x="380433" y="47285"/>
                </a:lnTo>
                <a:lnTo>
                  <a:pt x="363028" y="39645"/>
                </a:lnTo>
                <a:lnTo>
                  <a:pt x="349603" y="35329"/>
                </a:lnTo>
                <a:lnTo>
                  <a:pt x="337890" y="33230"/>
                </a:lnTo>
                <a:lnTo>
                  <a:pt x="325622" y="32241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498730" y="4140720"/>
            <a:ext cx="80645" cy="467359"/>
          </a:xfrm>
          <a:custGeom>
            <a:avLst/>
            <a:gdLst/>
            <a:ahLst/>
            <a:cxnLst/>
            <a:rect l="l" t="t" r="r" b="b"/>
            <a:pathLst>
              <a:path w="80645" h="467360">
                <a:moveTo>
                  <a:pt x="44855" y="0"/>
                </a:moveTo>
                <a:lnTo>
                  <a:pt x="3451" y="15048"/>
                </a:lnTo>
                <a:lnTo>
                  <a:pt x="1155" y="16355"/>
                </a:lnTo>
                <a:lnTo>
                  <a:pt x="0" y="16977"/>
                </a:lnTo>
                <a:lnTo>
                  <a:pt x="8590" y="61256"/>
                </a:lnTo>
                <a:lnTo>
                  <a:pt x="22520" y="108564"/>
                </a:lnTo>
                <a:lnTo>
                  <a:pt x="33624" y="138143"/>
                </a:lnTo>
                <a:lnTo>
                  <a:pt x="39459" y="154361"/>
                </a:lnTo>
                <a:lnTo>
                  <a:pt x="44794" y="170912"/>
                </a:lnTo>
                <a:lnTo>
                  <a:pt x="49342" y="156377"/>
                </a:lnTo>
                <a:lnTo>
                  <a:pt x="53941" y="142416"/>
                </a:lnTo>
                <a:lnTo>
                  <a:pt x="66712" y="103900"/>
                </a:lnTo>
                <a:lnTo>
                  <a:pt x="80290" y="55907"/>
                </a:lnTo>
                <a:lnTo>
                  <a:pt x="80290" y="12272"/>
                </a:lnTo>
                <a:lnTo>
                  <a:pt x="63511" y="4295"/>
                </a:lnTo>
                <a:lnTo>
                  <a:pt x="57791" y="2030"/>
                </a:lnTo>
                <a:lnTo>
                  <a:pt x="52192" y="734"/>
                </a:lnTo>
                <a:lnTo>
                  <a:pt x="44855" y="0"/>
                </a:lnTo>
                <a:close/>
              </a:path>
              <a:path w="80645" h="467360">
                <a:moveTo>
                  <a:pt x="43804" y="266663"/>
                </a:moveTo>
                <a:lnTo>
                  <a:pt x="41885" y="271936"/>
                </a:lnTo>
                <a:lnTo>
                  <a:pt x="39592" y="277314"/>
                </a:lnTo>
                <a:lnTo>
                  <a:pt x="32497" y="291993"/>
                </a:lnTo>
                <a:lnTo>
                  <a:pt x="27377" y="303030"/>
                </a:lnTo>
                <a:lnTo>
                  <a:pt x="22763" y="314334"/>
                </a:lnTo>
                <a:lnTo>
                  <a:pt x="19911" y="324150"/>
                </a:lnTo>
                <a:lnTo>
                  <a:pt x="22598" y="359880"/>
                </a:lnTo>
                <a:lnTo>
                  <a:pt x="26844" y="395773"/>
                </a:lnTo>
                <a:lnTo>
                  <a:pt x="32323" y="431403"/>
                </a:lnTo>
                <a:lnTo>
                  <a:pt x="38799" y="466948"/>
                </a:lnTo>
                <a:lnTo>
                  <a:pt x="47814" y="466948"/>
                </a:lnTo>
                <a:lnTo>
                  <a:pt x="50135" y="454295"/>
                </a:lnTo>
                <a:lnTo>
                  <a:pt x="52410" y="441636"/>
                </a:lnTo>
                <a:lnTo>
                  <a:pt x="54637" y="428970"/>
                </a:lnTo>
                <a:lnTo>
                  <a:pt x="56814" y="416299"/>
                </a:lnTo>
                <a:lnTo>
                  <a:pt x="60444" y="395672"/>
                </a:lnTo>
                <a:lnTo>
                  <a:pt x="64413" y="372002"/>
                </a:lnTo>
                <a:lnTo>
                  <a:pt x="67566" y="348243"/>
                </a:lnTo>
                <a:lnTo>
                  <a:pt x="68680" y="327751"/>
                </a:lnTo>
                <a:lnTo>
                  <a:pt x="68072" y="322966"/>
                </a:lnTo>
                <a:lnTo>
                  <a:pt x="65191" y="315540"/>
                </a:lnTo>
                <a:lnTo>
                  <a:pt x="63525" y="311313"/>
                </a:lnTo>
                <a:lnTo>
                  <a:pt x="58825" y="300186"/>
                </a:lnTo>
                <a:lnTo>
                  <a:pt x="48629" y="277922"/>
                </a:lnTo>
                <a:lnTo>
                  <a:pt x="43804" y="266663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953103" y="5527498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533401" y="0"/>
                </a:moveTo>
                <a:lnTo>
                  <a:pt x="114300" y="0"/>
                </a:lnTo>
                <a:lnTo>
                  <a:pt x="69918" y="9018"/>
                </a:lnTo>
                <a:lnTo>
                  <a:pt x="33575" y="33574"/>
                </a:lnTo>
                <a:lnTo>
                  <a:pt x="9018" y="69918"/>
                </a:lnTo>
                <a:lnTo>
                  <a:pt x="0" y="114299"/>
                </a:lnTo>
                <a:lnTo>
                  <a:pt x="9018" y="158681"/>
                </a:lnTo>
                <a:lnTo>
                  <a:pt x="33575" y="195024"/>
                </a:lnTo>
                <a:lnTo>
                  <a:pt x="69918" y="219581"/>
                </a:lnTo>
                <a:lnTo>
                  <a:pt x="114300" y="228599"/>
                </a:lnTo>
                <a:lnTo>
                  <a:pt x="533401" y="228599"/>
                </a:lnTo>
                <a:lnTo>
                  <a:pt x="577782" y="219581"/>
                </a:lnTo>
                <a:lnTo>
                  <a:pt x="614126" y="195024"/>
                </a:lnTo>
                <a:lnTo>
                  <a:pt x="638682" y="158681"/>
                </a:lnTo>
                <a:lnTo>
                  <a:pt x="647701" y="114299"/>
                </a:lnTo>
                <a:lnTo>
                  <a:pt x="638682" y="69918"/>
                </a:lnTo>
                <a:lnTo>
                  <a:pt x="614126" y="33574"/>
                </a:lnTo>
                <a:lnTo>
                  <a:pt x="577782" y="9018"/>
                </a:lnTo>
                <a:lnTo>
                  <a:pt x="533401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162653" y="5317949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114300" y="0"/>
                </a:moveTo>
                <a:lnTo>
                  <a:pt x="69918" y="9018"/>
                </a:lnTo>
                <a:lnTo>
                  <a:pt x="33574" y="33574"/>
                </a:lnTo>
                <a:lnTo>
                  <a:pt x="9018" y="69918"/>
                </a:lnTo>
                <a:lnTo>
                  <a:pt x="0" y="114300"/>
                </a:lnTo>
                <a:lnTo>
                  <a:pt x="0" y="533401"/>
                </a:lnTo>
                <a:lnTo>
                  <a:pt x="9018" y="577782"/>
                </a:lnTo>
                <a:lnTo>
                  <a:pt x="33574" y="614126"/>
                </a:lnTo>
                <a:lnTo>
                  <a:pt x="69918" y="638682"/>
                </a:lnTo>
                <a:lnTo>
                  <a:pt x="114300" y="647701"/>
                </a:lnTo>
                <a:lnTo>
                  <a:pt x="158681" y="638682"/>
                </a:lnTo>
                <a:lnTo>
                  <a:pt x="195024" y="614126"/>
                </a:lnTo>
                <a:lnTo>
                  <a:pt x="219581" y="577782"/>
                </a:lnTo>
                <a:lnTo>
                  <a:pt x="228600" y="533401"/>
                </a:lnTo>
                <a:lnTo>
                  <a:pt x="228600" y="114300"/>
                </a:lnTo>
                <a:lnTo>
                  <a:pt x="219581" y="69918"/>
                </a:lnTo>
                <a:lnTo>
                  <a:pt x="195024" y="33574"/>
                </a:lnTo>
                <a:lnTo>
                  <a:pt x="158681" y="9018"/>
                </a:lnTo>
                <a:lnTo>
                  <a:pt x="11430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196942" y="5561788"/>
            <a:ext cx="160020" cy="1600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095561" y="6765445"/>
            <a:ext cx="659130" cy="423545"/>
          </a:xfrm>
          <a:custGeom>
            <a:avLst/>
            <a:gdLst/>
            <a:ahLst/>
            <a:cxnLst/>
            <a:rect l="l" t="t" r="r" b="b"/>
            <a:pathLst>
              <a:path w="659129" h="423545">
                <a:moveTo>
                  <a:pt x="404719" y="376033"/>
                </a:moveTo>
                <a:lnTo>
                  <a:pt x="325521" y="376033"/>
                </a:lnTo>
                <a:lnTo>
                  <a:pt x="347745" y="381306"/>
                </a:lnTo>
                <a:lnTo>
                  <a:pt x="390728" y="405314"/>
                </a:lnTo>
                <a:lnTo>
                  <a:pt x="423767" y="421603"/>
                </a:lnTo>
                <a:lnTo>
                  <a:pt x="455749" y="423418"/>
                </a:lnTo>
                <a:lnTo>
                  <a:pt x="495558" y="404008"/>
                </a:lnTo>
                <a:lnTo>
                  <a:pt x="507905" y="395503"/>
                </a:lnTo>
                <a:lnTo>
                  <a:pt x="519824" y="384494"/>
                </a:lnTo>
                <a:lnTo>
                  <a:pt x="521175" y="381501"/>
                </a:lnTo>
                <a:lnTo>
                  <a:pt x="425444" y="381501"/>
                </a:lnTo>
                <a:lnTo>
                  <a:pt x="414197" y="379446"/>
                </a:lnTo>
                <a:lnTo>
                  <a:pt x="404719" y="376033"/>
                </a:lnTo>
                <a:close/>
              </a:path>
              <a:path w="659129" h="423545">
                <a:moveTo>
                  <a:pt x="206462" y="148781"/>
                </a:moveTo>
                <a:lnTo>
                  <a:pt x="94200" y="148781"/>
                </a:lnTo>
                <a:lnTo>
                  <a:pt x="125454" y="158606"/>
                </a:lnTo>
                <a:lnTo>
                  <a:pt x="151068" y="178899"/>
                </a:lnTo>
                <a:lnTo>
                  <a:pt x="167807" y="201638"/>
                </a:lnTo>
                <a:lnTo>
                  <a:pt x="179778" y="238408"/>
                </a:lnTo>
                <a:lnTo>
                  <a:pt x="177839" y="271846"/>
                </a:lnTo>
                <a:lnTo>
                  <a:pt x="165839" y="301631"/>
                </a:lnTo>
                <a:lnTo>
                  <a:pt x="147625" y="327440"/>
                </a:lnTo>
                <a:lnTo>
                  <a:pt x="138141" y="340022"/>
                </a:lnTo>
                <a:lnTo>
                  <a:pt x="131031" y="354563"/>
                </a:lnTo>
                <a:lnTo>
                  <a:pt x="145506" y="398113"/>
                </a:lnTo>
                <a:lnTo>
                  <a:pt x="188212" y="419700"/>
                </a:lnTo>
                <a:lnTo>
                  <a:pt x="208268" y="422472"/>
                </a:lnTo>
                <a:lnTo>
                  <a:pt x="225975" y="420687"/>
                </a:lnTo>
                <a:lnTo>
                  <a:pt x="242047" y="415507"/>
                </a:lnTo>
                <a:lnTo>
                  <a:pt x="257194" y="408094"/>
                </a:lnTo>
                <a:lnTo>
                  <a:pt x="282370" y="393270"/>
                </a:lnTo>
                <a:lnTo>
                  <a:pt x="304437" y="381301"/>
                </a:lnTo>
                <a:lnTo>
                  <a:pt x="310837" y="379702"/>
                </a:lnTo>
                <a:lnTo>
                  <a:pt x="224075" y="379702"/>
                </a:lnTo>
                <a:lnTo>
                  <a:pt x="210120" y="375939"/>
                </a:lnTo>
                <a:lnTo>
                  <a:pt x="199102" y="368664"/>
                </a:lnTo>
                <a:lnTo>
                  <a:pt x="190908" y="359112"/>
                </a:lnTo>
                <a:lnTo>
                  <a:pt x="186492" y="344598"/>
                </a:lnTo>
                <a:lnTo>
                  <a:pt x="192341" y="333850"/>
                </a:lnTo>
                <a:lnTo>
                  <a:pt x="204169" y="326454"/>
                </a:lnTo>
                <a:lnTo>
                  <a:pt x="217689" y="321993"/>
                </a:lnTo>
                <a:lnTo>
                  <a:pt x="270073" y="321893"/>
                </a:lnTo>
                <a:lnTo>
                  <a:pt x="269765" y="321675"/>
                </a:lnTo>
                <a:lnTo>
                  <a:pt x="257015" y="307470"/>
                </a:lnTo>
                <a:lnTo>
                  <a:pt x="247136" y="292271"/>
                </a:lnTo>
                <a:lnTo>
                  <a:pt x="240250" y="277514"/>
                </a:lnTo>
                <a:lnTo>
                  <a:pt x="234220" y="261852"/>
                </a:lnTo>
                <a:lnTo>
                  <a:pt x="226909" y="243937"/>
                </a:lnTo>
                <a:lnTo>
                  <a:pt x="216621" y="225671"/>
                </a:lnTo>
                <a:lnTo>
                  <a:pt x="202611" y="197607"/>
                </a:lnTo>
                <a:lnTo>
                  <a:pt x="196065" y="168125"/>
                </a:lnTo>
                <a:lnTo>
                  <a:pt x="206462" y="148781"/>
                </a:lnTo>
                <a:close/>
              </a:path>
              <a:path w="659129" h="423545">
                <a:moveTo>
                  <a:pt x="501372" y="321897"/>
                </a:moveTo>
                <a:lnTo>
                  <a:pt x="430411" y="321897"/>
                </a:lnTo>
                <a:lnTo>
                  <a:pt x="438257" y="322424"/>
                </a:lnTo>
                <a:lnTo>
                  <a:pt x="445748" y="324237"/>
                </a:lnTo>
                <a:lnTo>
                  <a:pt x="465181" y="349706"/>
                </a:lnTo>
                <a:lnTo>
                  <a:pt x="461111" y="361462"/>
                </a:lnTo>
                <a:lnTo>
                  <a:pt x="451839" y="371845"/>
                </a:lnTo>
                <a:lnTo>
                  <a:pt x="439304" y="379107"/>
                </a:lnTo>
                <a:lnTo>
                  <a:pt x="425444" y="381501"/>
                </a:lnTo>
                <a:lnTo>
                  <a:pt x="521175" y="381501"/>
                </a:lnTo>
                <a:lnTo>
                  <a:pt x="526296" y="370158"/>
                </a:lnTo>
                <a:lnTo>
                  <a:pt x="522299" y="351672"/>
                </a:lnTo>
                <a:lnTo>
                  <a:pt x="514129" y="338500"/>
                </a:lnTo>
                <a:lnTo>
                  <a:pt x="504820" y="326276"/>
                </a:lnTo>
                <a:lnTo>
                  <a:pt x="501372" y="321897"/>
                </a:lnTo>
                <a:close/>
              </a:path>
              <a:path w="659129" h="423545">
                <a:moveTo>
                  <a:pt x="270073" y="321893"/>
                </a:moveTo>
                <a:lnTo>
                  <a:pt x="232497" y="321893"/>
                </a:lnTo>
                <a:lnTo>
                  <a:pt x="246794" y="326936"/>
                </a:lnTo>
                <a:lnTo>
                  <a:pt x="258799" y="334633"/>
                </a:lnTo>
                <a:lnTo>
                  <a:pt x="266735" y="342491"/>
                </a:lnTo>
                <a:lnTo>
                  <a:pt x="271040" y="355693"/>
                </a:lnTo>
                <a:lnTo>
                  <a:pt x="265440" y="366466"/>
                </a:lnTo>
                <a:lnTo>
                  <a:pt x="254073" y="374309"/>
                </a:lnTo>
                <a:lnTo>
                  <a:pt x="241078" y="378717"/>
                </a:lnTo>
                <a:lnTo>
                  <a:pt x="224075" y="379702"/>
                </a:lnTo>
                <a:lnTo>
                  <a:pt x="310837" y="379702"/>
                </a:lnTo>
                <a:lnTo>
                  <a:pt x="325521" y="376033"/>
                </a:lnTo>
                <a:lnTo>
                  <a:pt x="404719" y="376033"/>
                </a:lnTo>
                <a:lnTo>
                  <a:pt x="399233" y="374057"/>
                </a:lnTo>
                <a:lnTo>
                  <a:pt x="386641" y="365520"/>
                </a:lnTo>
                <a:lnTo>
                  <a:pt x="382508" y="354022"/>
                </a:lnTo>
                <a:lnTo>
                  <a:pt x="387508" y="344293"/>
                </a:lnTo>
                <a:lnTo>
                  <a:pt x="393866" y="338668"/>
                </a:lnTo>
                <a:lnTo>
                  <a:pt x="318755" y="338668"/>
                </a:lnTo>
                <a:lnTo>
                  <a:pt x="299471" y="336917"/>
                </a:lnTo>
                <a:lnTo>
                  <a:pt x="283529" y="331372"/>
                </a:lnTo>
                <a:lnTo>
                  <a:pt x="270073" y="321893"/>
                </a:lnTo>
                <a:close/>
              </a:path>
              <a:path w="659129" h="423545">
                <a:moveTo>
                  <a:pt x="654390" y="139802"/>
                </a:moveTo>
                <a:lnTo>
                  <a:pt x="413615" y="139802"/>
                </a:lnTo>
                <a:lnTo>
                  <a:pt x="420116" y="140178"/>
                </a:lnTo>
                <a:lnTo>
                  <a:pt x="430911" y="143268"/>
                </a:lnTo>
                <a:lnTo>
                  <a:pt x="439277" y="148238"/>
                </a:lnTo>
                <a:lnTo>
                  <a:pt x="444682" y="156435"/>
                </a:lnTo>
                <a:lnTo>
                  <a:pt x="446595" y="169202"/>
                </a:lnTo>
                <a:lnTo>
                  <a:pt x="440227" y="193886"/>
                </a:lnTo>
                <a:lnTo>
                  <a:pt x="433148" y="210480"/>
                </a:lnTo>
                <a:lnTo>
                  <a:pt x="424728" y="226059"/>
                </a:lnTo>
                <a:lnTo>
                  <a:pt x="414339" y="247699"/>
                </a:lnTo>
                <a:lnTo>
                  <a:pt x="408100" y="263833"/>
                </a:lnTo>
                <a:lnTo>
                  <a:pt x="402220" y="279450"/>
                </a:lnTo>
                <a:lnTo>
                  <a:pt x="394734" y="294906"/>
                </a:lnTo>
                <a:lnTo>
                  <a:pt x="368805" y="325436"/>
                </a:lnTo>
                <a:lnTo>
                  <a:pt x="318755" y="338668"/>
                </a:lnTo>
                <a:lnTo>
                  <a:pt x="393866" y="338668"/>
                </a:lnTo>
                <a:lnTo>
                  <a:pt x="397575" y="335387"/>
                </a:lnTo>
                <a:lnTo>
                  <a:pt x="410185" y="328066"/>
                </a:lnTo>
                <a:lnTo>
                  <a:pt x="422813" y="323088"/>
                </a:lnTo>
                <a:lnTo>
                  <a:pt x="430411" y="321897"/>
                </a:lnTo>
                <a:lnTo>
                  <a:pt x="501372" y="321897"/>
                </a:lnTo>
                <a:lnTo>
                  <a:pt x="495357" y="314257"/>
                </a:lnTo>
                <a:lnTo>
                  <a:pt x="486728" y="301700"/>
                </a:lnTo>
                <a:lnTo>
                  <a:pt x="474875" y="270183"/>
                </a:lnTo>
                <a:lnTo>
                  <a:pt x="474582" y="236837"/>
                </a:lnTo>
                <a:lnTo>
                  <a:pt x="484999" y="204319"/>
                </a:lnTo>
                <a:lnTo>
                  <a:pt x="515823" y="166172"/>
                </a:lnTo>
                <a:lnTo>
                  <a:pt x="563814" y="148995"/>
                </a:lnTo>
                <a:lnTo>
                  <a:pt x="649426" y="148995"/>
                </a:lnTo>
                <a:lnTo>
                  <a:pt x="653808" y="141396"/>
                </a:lnTo>
                <a:lnTo>
                  <a:pt x="654390" y="139802"/>
                </a:lnTo>
                <a:close/>
              </a:path>
              <a:path w="659129" h="423545">
                <a:moveTo>
                  <a:pt x="399230" y="144573"/>
                </a:moveTo>
                <a:lnTo>
                  <a:pt x="239540" y="144573"/>
                </a:lnTo>
                <a:lnTo>
                  <a:pt x="266649" y="171991"/>
                </a:lnTo>
                <a:lnTo>
                  <a:pt x="286540" y="210619"/>
                </a:lnTo>
                <a:lnTo>
                  <a:pt x="299332" y="252998"/>
                </a:lnTo>
                <a:lnTo>
                  <a:pt x="321390" y="274346"/>
                </a:lnTo>
                <a:lnTo>
                  <a:pt x="337901" y="262244"/>
                </a:lnTo>
                <a:lnTo>
                  <a:pt x="344004" y="252097"/>
                </a:lnTo>
                <a:lnTo>
                  <a:pt x="346088" y="241656"/>
                </a:lnTo>
                <a:lnTo>
                  <a:pt x="350547" y="228673"/>
                </a:lnTo>
                <a:lnTo>
                  <a:pt x="358520" y="211544"/>
                </a:lnTo>
                <a:lnTo>
                  <a:pt x="367240" y="191217"/>
                </a:lnTo>
                <a:lnTo>
                  <a:pt x="375588" y="172442"/>
                </a:lnTo>
                <a:lnTo>
                  <a:pt x="382251" y="160327"/>
                </a:lnTo>
                <a:lnTo>
                  <a:pt x="386482" y="154701"/>
                </a:lnTo>
                <a:lnTo>
                  <a:pt x="389174" y="151393"/>
                </a:lnTo>
                <a:lnTo>
                  <a:pt x="395337" y="146932"/>
                </a:lnTo>
                <a:lnTo>
                  <a:pt x="399230" y="144573"/>
                </a:lnTo>
                <a:close/>
              </a:path>
              <a:path w="659129" h="423545">
                <a:moveTo>
                  <a:pt x="649426" y="148995"/>
                </a:moveTo>
                <a:lnTo>
                  <a:pt x="563814" y="148995"/>
                </a:lnTo>
                <a:lnTo>
                  <a:pt x="585135" y="153459"/>
                </a:lnTo>
                <a:lnTo>
                  <a:pt x="600436" y="163103"/>
                </a:lnTo>
                <a:lnTo>
                  <a:pt x="612200" y="172442"/>
                </a:lnTo>
                <a:lnTo>
                  <a:pt x="622911" y="175991"/>
                </a:lnTo>
                <a:lnTo>
                  <a:pt x="633804" y="170028"/>
                </a:lnTo>
                <a:lnTo>
                  <a:pt x="644751" y="157102"/>
                </a:lnTo>
                <a:lnTo>
                  <a:pt x="649426" y="148995"/>
                </a:lnTo>
                <a:close/>
              </a:path>
              <a:path w="659129" h="423545">
                <a:moveTo>
                  <a:pt x="132096" y="0"/>
                </a:moveTo>
                <a:lnTo>
                  <a:pt x="78714" y="10660"/>
                </a:lnTo>
                <a:lnTo>
                  <a:pt x="34563" y="35203"/>
                </a:lnTo>
                <a:lnTo>
                  <a:pt x="8943" y="70912"/>
                </a:lnTo>
                <a:lnTo>
                  <a:pt x="0" y="124755"/>
                </a:lnTo>
                <a:lnTo>
                  <a:pt x="7204" y="153303"/>
                </a:lnTo>
                <a:lnTo>
                  <a:pt x="20814" y="171241"/>
                </a:lnTo>
                <a:lnTo>
                  <a:pt x="36612" y="175750"/>
                </a:lnTo>
                <a:lnTo>
                  <a:pt x="42043" y="172972"/>
                </a:lnTo>
                <a:lnTo>
                  <a:pt x="48217" y="167807"/>
                </a:lnTo>
                <a:lnTo>
                  <a:pt x="54572" y="162038"/>
                </a:lnTo>
                <a:lnTo>
                  <a:pt x="60545" y="157448"/>
                </a:lnTo>
                <a:lnTo>
                  <a:pt x="94200" y="148781"/>
                </a:lnTo>
                <a:lnTo>
                  <a:pt x="206462" y="148781"/>
                </a:lnTo>
                <a:lnTo>
                  <a:pt x="208170" y="145604"/>
                </a:lnTo>
                <a:lnTo>
                  <a:pt x="239540" y="144573"/>
                </a:lnTo>
                <a:lnTo>
                  <a:pt x="399230" y="144573"/>
                </a:lnTo>
                <a:lnTo>
                  <a:pt x="400749" y="143653"/>
                </a:lnTo>
                <a:lnTo>
                  <a:pt x="407001" y="141118"/>
                </a:lnTo>
                <a:lnTo>
                  <a:pt x="413615" y="139802"/>
                </a:lnTo>
                <a:lnTo>
                  <a:pt x="654390" y="139802"/>
                </a:lnTo>
                <a:lnTo>
                  <a:pt x="659030" y="127096"/>
                </a:lnTo>
                <a:lnTo>
                  <a:pt x="656890" y="92404"/>
                </a:lnTo>
                <a:lnTo>
                  <a:pt x="647350" y="76826"/>
                </a:lnTo>
                <a:lnTo>
                  <a:pt x="309717" y="76826"/>
                </a:lnTo>
                <a:lnTo>
                  <a:pt x="281424" y="61267"/>
                </a:lnTo>
                <a:lnTo>
                  <a:pt x="257565" y="39707"/>
                </a:lnTo>
                <a:lnTo>
                  <a:pt x="235725" y="21789"/>
                </a:lnTo>
                <a:lnTo>
                  <a:pt x="187002" y="3587"/>
                </a:lnTo>
                <a:lnTo>
                  <a:pt x="132096" y="0"/>
                </a:lnTo>
                <a:close/>
              </a:path>
              <a:path w="659129" h="423545">
                <a:moveTo>
                  <a:pt x="484958" y="4180"/>
                </a:moveTo>
                <a:lnTo>
                  <a:pt x="447387" y="9567"/>
                </a:lnTo>
                <a:lnTo>
                  <a:pt x="413342" y="24975"/>
                </a:lnTo>
                <a:lnTo>
                  <a:pt x="389963" y="44734"/>
                </a:lnTo>
                <a:lnTo>
                  <a:pt x="369665" y="63703"/>
                </a:lnTo>
                <a:lnTo>
                  <a:pt x="344863" y="76739"/>
                </a:lnTo>
                <a:lnTo>
                  <a:pt x="309717" y="76826"/>
                </a:lnTo>
                <a:lnTo>
                  <a:pt x="647350" y="76826"/>
                </a:lnTo>
                <a:lnTo>
                  <a:pt x="614344" y="41970"/>
                </a:lnTo>
                <a:lnTo>
                  <a:pt x="558401" y="15294"/>
                </a:lnTo>
                <a:lnTo>
                  <a:pt x="522733" y="6791"/>
                </a:lnTo>
                <a:lnTo>
                  <a:pt x="484958" y="418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053359" y="6949842"/>
            <a:ext cx="181610" cy="343535"/>
          </a:xfrm>
          <a:custGeom>
            <a:avLst/>
            <a:gdLst/>
            <a:ahLst/>
            <a:cxnLst/>
            <a:rect l="l" t="t" r="r" b="b"/>
            <a:pathLst>
              <a:path w="181609" h="343534">
                <a:moveTo>
                  <a:pt x="33430" y="41634"/>
                </a:moveTo>
                <a:lnTo>
                  <a:pt x="1622" y="71556"/>
                </a:lnTo>
                <a:lnTo>
                  <a:pt x="0" y="84950"/>
                </a:lnTo>
                <a:lnTo>
                  <a:pt x="4614" y="107783"/>
                </a:lnTo>
                <a:lnTo>
                  <a:pt x="16512" y="133796"/>
                </a:lnTo>
                <a:lnTo>
                  <a:pt x="30833" y="170481"/>
                </a:lnTo>
                <a:lnTo>
                  <a:pt x="42717" y="225332"/>
                </a:lnTo>
                <a:lnTo>
                  <a:pt x="45617" y="259282"/>
                </a:lnTo>
                <a:lnTo>
                  <a:pt x="45784" y="289141"/>
                </a:lnTo>
                <a:lnTo>
                  <a:pt x="45353" y="316567"/>
                </a:lnTo>
                <a:lnTo>
                  <a:pt x="46455" y="343217"/>
                </a:lnTo>
                <a:lnTo>
                  <a:pt x="112900" y="342595"/>
                </a:lnTo>
                <a:lnTo>
                  <a:pt x="113005" y="316567"/>
                </a:lnTo>
                <a:lnTo>
                  <a:pt x="112888" y="266691"/>
                </a:lnTo>
                <a:lnTo>
                  <a:pt x="114844" y="229699"/>
                </a:lnTo>
                <a:lnTo>
                  <a:pt x="130339" y="168205"/>
                </a:lnTo>
                <a:lnTo>
                  <a:pt x="150580" y="135812"/>
                </a:lnTo>
                <a:lnTo>
                  <a:pt x="163930" y="118463"/>
                </a:lnTo>
                <a:lnTo>
                  <a:pt x="171967" y="104948"/>
                </a:lnTo>
                <a:lnTo>
                  <a:pt x="177943" y="89531"/>
                </a:lnTo>
                <a:lnTo>
                  <a:pt x="181194" y="73456"/>
                </a:lnTo>
                <a:lnTo>
                  <a:pt x="181055" y="57965"/>
                </a:lnTo>
                <a:lnTo>
                  <a:pt x="178678" y="47825"/>
                </a:lnTo>
                <a:lnTo>
                  <a:pt x="178281" y="46873"/>
                </a:lnTo>
                <a:lnTo>
                  <a:pt x="72500" y="46873"/>
                </a:lnTo>
                <a:lnTo>
                  <a:pt x="59118" y="45727"/>
                </a:lnTo>
                <a:lnTo>
                  <a:pt x="46206" y="42954"/>
                </a:lnTo>
                <a:lnTo>
                  <a:pt x="33430" y="41634"/>
                </a:lnTo>
                <a:close/>
              </a:path>
              <a:path w="181609" h="343534">
                <a:moveTo>
                  <a:pt x="127543" y="0"/>
                </a:moveTo>
                <a:lnTo>
                  <a:pt x="114218" y="2511"/>
                </a:lnTo>
                <a:lnTo>
                  <a:pt x="105909" y="7669"/>
                </a:lnTo>
                <a:lnTo>
                  <a:pt x="97387" y="19158"/>
                </a:lnTo>
                <a:lnTo>
                  <a:pt x="90962" y="31801"/>
                </a:lnTo>
                <a:lnTo>
                  <a:pt x="83657" y="42180"/>
                </a:lnTo>
                <a:lnTo>
                  <a:pt x="72500" y="46873"/>
                </a:lnTo>
                <a:lnTo>
                  <a:pt x="178281" y="46873"/>
                </a:lnTo>
                <a:lnTo>
                  <a:pt x="174696" y="38279"/>
                </a:lnTo>
                <a:lnTo>
                  <a:pt x="169502" y="29482"/>
                </a:lnTo>
                <a:lnTo>
                  <a:pt x="163490" y="21590"/>
                </a:lnTo>
                <a:lnTo>
                  <a:pt x="144446" y="4803"/>
                </a:lnTo>
                <a:lnTo>
                  <a:pt x="12754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618457" y="6951671"/>
            <a:ext cx="180340" cy="342265"/>
          </a:xfrm>
          <a:custGeom>
            <a:avLst/>
            <a:gdLst/>
            <a:ahLst/>
            <a:cxnLst/>
            <a:rect l="l" t="t" r="r" b="b"/>
            <a:pathLst>
              <a:path w="180340" h="342265">
                <a:moveTo>
                  <a:pt x="58715" y="0"/>
                </a:moveTo>
                <a:lnTo>
                  <a:pt x="21181" y="14569"/>
                </a:lnTo>
                <a:lnTo>
                  <a:pt x="2063" y="48422"/>
                </a:lnTo>
                <a:lnTo>
                  <a:pt x="0" y="81823"/>
                </a:lnTo>
                <a:lnTo>
                  <a:pt x="13055" y="110160"/>
                </a:lnTo>
                <a:lnTo>
                  <a:pt x="29109" y="134056"/>
                </a:lnTo>
                <a:lnTo>
                  <a:pt x="45105" y="158514"/>
                </a:lnTo>
                <a:lnTo>
                  <a:pt x="57989" y="188537"/>
                </a:lnTo>
                <a:lnTo>
                  <a:pt x="64592" y="223351"/>
                </a:lnTo>
                <a:lnTo>
                  <a:pt x="67388" y="263090"/>
                </a:lnTo>
                <a:lnTo>
                  <a:pt x="68712" y="303847"/>
                </a:lnTo>
                <a:lnTo>
                  <a:pt x="70899" y="341710"/>
                </a:lnTo>
                <a:lnTo>
                  <a:pt x="133567" y="341677"/>
                </a:lnTo>
                <a:lnTo>
                  <a:pt x="134489" y="281615"/>
                </a:lnTo>
                <a:lnTo>
                  <a:pt x="137167" y="229771"/>
                </a:lnTo>
                <a:lnTo>
                  <a:pt x="145752" y="181029"/>
                </a:lnTo>
                <a:lnTo>
                  <a:pt x="164397" y="130270"/>
                </a:lnTo>
                <a:lnTo>
                  <a:pt x="169405" y="120155"/>
                </a:lnTo>
                <a:lnTo>
                  <a:pt x="174474" y="109412"/>
                </a:lnTo>
                <a:lnTo>
                  <a:pt x="178480" y="97972"/>
                </a:lnTo>
                <a:lnTo>
                  <a:pt x="180303" y="85765"/>
                </a:lnTo>
                <a:lnTo>
                  <a:pt x="179035" y="72567"/>
                </a:lnTo>
                <a:lnTo>
                  <a:pt x="175002" y="60332"/>
                </a:lnTo>
                <a:lnTo>
                  <a:pt x="168980" y="50356"/>
                </a:lnTo>
                <a:lnTo>
                  <a:pt x="163271" y="45293"/>
                </a:lnTo>
                <a:lnTo>
                  <a:pt x="108022" y="45293"/>
                </a:lnTo>
                <a:lnTo>
                  <a:pt x="97474" y="41985"/>
                </a:lnTo>
                <a:lnTo>
                  <a:pt x="89546" y="34307"/>
                </a:lnTo>
                <a:lnTo>
                  <a:pt x="83949" y="24306"/>
                </a:lnTo>
                <a:lnTo>
                  <a:pt x="80392" y="14034"/>
                </a:lnTo>
                <a:lnTo>
                  <a:pt x="74862" y="8331"/>
                </a:lnTo>
                <a:lnTo>
                  <a:pt x="58715" y="0"/>
                </a:lnTo>
                <a:close/>
              </a:path>
              <a:path w="180340" h="342265">
                <a:moveTo>
                  <a:pt x="148856" y="40369"/>
                </a:moveTo>
                <a:lnTo>
                  <a:pt x="135318" y="41420"/>
                </a:lnTo>
                <a:lnTo>
                  <a:pt x="121562" y="44068"/>
                </a:lnTo>
                <a:lnTo>
                  <a:pt x="108022" y="45293"/>
                </a:lnTo>
                <a:lnTo>
                  <a:pt x="163271" y="45293"/>
                </a:lnTo>
                <a:lnTo>
                  <a:pt x="161740" y="43936"/>
                </a:lnTo>
                <a:lnTo>
                  <a:pt x="148856" y="40369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340484" y="6657771"/>
            <a:ext cx="160973" cy="1620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282053" y="7087339"/>
            <a:ext cx="85090" cy="58419"/>
          </a:xfrm>
          <a:custGeom>
            <a:avLst/>
            <a:gdLst/>
            <a:ahLst/>
            <a:cxnLst/>
            <a:rect l="l" t="t" r="r" b="b"/>
            <a:pathLst>
              <a:path w="85090" h="58420">
                <a:moveTo>
                  <a:pt x="46005" y="0"/>
                </a:moveTo>
                <a:lnTo>
                  <a:pt x="31196" y="100"/>
                </a:lnTo>
                <a:lnTo>
                  <a:pt x="17677" y="4560"/>
                </a:lnTo>
                <a:lnTo>
                  <a:pt x="5849" y="11957"/>
                </a:lnTo>
                <a:lnTo>
                  <a:pt x="0" y="22704"/>
                </a:lnTo>
                <a:lnTo>
                  <a:pt x="4416" y="37219"/>
                </a:lnTo>
                <a:lnTo>
                  <a:pt x="12610" y="46771"/>
                </a:lnTo>
                <a:lnTo>
                  <a:pt x="23628" y="54046"/>
                </a:lnTo>
                <a:lnTo>
                  <a:pt x="37583" y="57809"/>
                </a:lnTo>
                <a:lnTo>
                  <a:pt x="54586" y="56824"/>
                </a:lnTo>
                <a:lnTo>
                  <a:pt x="67580" y="52416"/>
                </a:lnTo>
                <a:lnTo>
                  <a:pt x="78948" y="44573"/>
                </a:lnTo>
                <a:lnTo>
                  <a:pt x="84548" y="33799"/>
                </a:lnTo>
                <a:lnTo>
                  <a:pt x="80243" y="20597"/>
                </a:lnTo>
                <a:lnTo>
                  <a:pt x="72307" y="12739"/>
                </a:lnTo>
                <a:lnTo>
                  <a:pt x="60302" y="5043"/>
                </a:lnTo>
                <a:lnTo>
                  <a:pt x="46005" y="0"/>
                </a:lnTo>
                <a:close/>
              </a:path>
            </a:pathLst>
          </a:custGeom>
          <a:solidFill>
            <a:srgbClr val="FFFF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478069" y="7087344"/>
            <a:ext cx="83185" cy="59690"/>
          </a:xfrm>
          <a:custGeom>
            <a:avLst/>
            <a:gdLst/>
            <a:ahLst/>
            <a:cxnLst/>
            <a:rect l="l" t="t" r="r" b="b"/>
            <a:pathLst>
              <a:path w="83184" h="59690">
                <a:moveTo>
                  <a:pt x="47903" y="0"/>
                </a:moveTo>
                <a:lnTo>
                  <a:pt x="4999" y="22395"/>
                </a:lnTo>
                <a:lnTo>
                  <a:pt x="0" y="32125"/>
                </a:lnTo>
                <a:lnTo>
                  <a:pt x="4133" y="43623"/>
                </a:lnTo>
                <a:lnTo>
                  <a:pt x="16725" y="52159"/>
                </a:lnTo>
                <a:lnTo>
                  <a:pt x="31688" y="57548"/>
                </a:lnTo>
                <a:lnTo>
                  <a:pt x="42936" y="59604"/>
                </a:lnTo>
                <a:lnTo>
                  <a:pt x="56796" y="57209"/>
                </a:lnTo>
                <a:lnTo>
                  <a:pt x="69331" y="49947"/>
                </a:lnTo>
                <a:lnTo>
                  <a:pt x="78603" y="39565"/>
                </a:lnTo>
                <a:lnTo>
                  <a:pt x="82673" y="27808"/>
                </a:lnTo>
                <a:lnTo>
                  <a:pt x="82191" y="19530"/>
                </a:lnTo>
                <a:lnTo>
                  <a:pt x="47903" y="0"/>
                </a:lnTo>
                <a:close/>
              </a:path>
            </a:pathLst>
          </a:custGeom>
          <a:solidFill>
            <a:srgbClr val="FFFF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206041" y="4957615"/>
            <a:ext cx="1216288" cy="13011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181724" y="6281716"/>
            <a:ext cx="1201052" cy="12848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06790" y="1238872"/>
            <a:ext cx="1860004" cy="19897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41535" y="3397060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3" y="0"/>
                </a:moveTo>
                <a:lnTo>
                  <a:pt x="549380" y="1983"/>
                </a:lnTo>
                <a:lnTo>
                  <a:pt x="501389" y="7832"/>
                </a:lnTo>
                <a:lnTo>
                  <a:pt x="454645" y="17393"/>
                </a:lnTo>
                <a:lnTo>
                  <a:pt x="409302" y="30510"/>
                </a:lnTo>
                <a:lnTo>
                  <a:pt x="365514" y="47030"/>
                </a:lnTo>
                <a:lnTo>
                  <a:pt x="323434" y="66800"/>
                </a:lnTo>
                <a:lnTo>
                  <a:pt x="283218" y="89664"/>
                </a:lnTo>
                <a:lnTo>
                  <a:pt x="245018" y="115469"/>
                </a:lnTo>
                <a:lnTo>
                  <a:pt x="208989" y="144062"/>
                </a:lnTo>
                <a:lnTo>
                  <a:pt x="175285" y="175287"/>
                </a:lnTo>
                <a:lnTo>
                  <a:pt x="144060" y="208991"/>
                </a:lnTo>
                <a:lnTo>
                  <a:pt x="115468" y="245020"/>
                </a:lnTo>
                <a:lnTo>
                  <a:pt x="89663" y="283220"/>
                </a:lnTo>
                <a:lnTo>
                  <a:pt x="66799" y="323436"/>
                </a:lnTo>
                <a:lnTo>
                  <a:pt x="47030" y="365516"/>
                </a:lnTo>
                <a:lnTo>
                  <a:pt x="30510" y="409304"/>
                </a:lnTo>
                <a:lnTo>
                  <a:pt x="17392" y="454647"/>
                </a:lnTo>
                <a:lnTo>
                  <a:pt x="7832" y="501391"/>
                </a:lnTo>
                <a:lnTo>
                  <a:pt x="1983" y="549381"/>
                </a:lnTo>
                <a:lnTo>
                  <a:pt x="0" y="598464"/>
                </a:lnTo>
                <a:lnTo>
                  <a:pt x="1983" y="647548"/>
                </a:lnTo>
                <a:lnTo>
                  <a:pt x="7832" y="695538"/>
                </a:lnTo>
                <a:lnTo>
                  <a:pt x="17392" y="742282"/>
                </a:lnTo>
                <a:lnTo>
                  <a:pt x="30510" y="787625"/>
                </a:lnTo>
                <a:lnTo>
                  <a:pt x="47030" y="831414"/>
                </a:lnTo>
                <a:lnTo>
                  <a:pt x="66799" y="873494"/>
                </a:lnTo>
                <a:lnTo>
                  <a:pt x="89663" y="913710"/>
                </a:lnTo>
                <a:lnTo>
                  <a:pt x="115468" y="951910"/>
                </a:lnTo>
                <a:lnTo>
                  <a:pt x="144060" y="987939"/>
                </a:lnTo>
                <a:lnTo>
                  <a:pt x="175285" y="1021644"/>
                </a:lnTo>
                <a:lnTo>
                  <a:pt x="208989" y="1052869"/>
                </a:lnTo>
                <a:lnTo>
                  <a:pt x="245018" y="1081461"/>
                </a:lnTo>
                <a:lnTo>
                  <a:pt x="283218" y="1107267"/>
                </a:lnTo>
                <a:lnTo>
                  <a:pt x="323434" y="1130131"/>
                </a:lnTo>
                <a:lnTo>
                  <a:pt x="365514" y="1149901"/>
                </a:lnTo>
                <a:lnTo>
                  <a:pt x="409302" y="1166421"/>
                </a:lnTo>
                <a:lnTo>
                  <a:pt x="454645" y="1179538"/>
                </a:lnTo>
                <a:lnTo>
                  <a:pt x="501389" y="1189098"/>
                </a:lnTo>
                <a:lnTo>
                  <a:pt x="549380" y="1194947"/>
                </a:lnTo>
                <a:lnTo>
                  <a:pt x="598463" y="1196931"/>
                </a:lnTo>
                <a:lnTo>
                  <a:pt x="647546" y="1194947"/>
                </a:lnTo>
                <a:lnTo>
                  <a:pt x="695537" y="1189098"/>
                </a:lnTo>
                <a:lnTo>
                  <a:pt x="742281" y="1179538"/>
                </a:lnTo>
                <a:lnTo>
                  <a:pt x="787624" y="1166421"/>
                </a:lnTo>
                <a:lnTo>
                  <a:pt x="831413" y="1149901"/>
                </a:lnTo>
                <a:lnTo>
                  <a:pt x="873492" y="1130131"/>
                </a:lnTo>
                <a:lnTo>
                  <a:pt x="913709" y="1107267"/>
                </a:lnTo>
                <a:lnTo>
                  <a:pt x="951909" y="1081461"/>
                </a:lnTo>
                <a:lnTo>
                  <a:pt x="987938" y="1052869"/>
                </a:lnTo>
                <a:lnTo>
                  <a:pt x="1021642" y="1021644"/>
                </a:lnTo>
                <a:lnTo>
                  <a:pt x="1052867" y="987939"/>
                </a:lnTo>
                <a:lnTo>
                  <a:pt x="1081459" y="951910"/>
                </a:lnTo>
                <a:lnTo>
                  <a:pt x="1107264" y="913710"/>
                </a:lnTo>
                <a:lnTo>
                  <a:pt x="1130128" y="873494"/>
                </a:lnTo>
                <a:lnTo>
                  <a:pt x="1149897" y="831414"/>
                </a:lnTo>
                <a:lnTo>
                  <a:pt x="1166417" y="787625"/>
                </a:lnTo>
                <a:lnTo>
                  <a:pt x="1179535" y="742282"/>
                </a:lnTo>
                <a:lnTo>
                  <a:pt x="1189095" y="695538"/>
                </a:lnTo>
                <a:lnTo>
                  <a:pt x="1194944" y="647548"/>
                </a:lnTo>
                <a:lnTo>
                  <a:pt x="1196928" y="598464"/>
                </a:lnTo>
                <a:lnTo>
                  <a:pt x="1194944" y="549381"/>
                </a:lnTo>
                <a:lnTo>
                  <a:pt x="1189095" y="501391"/>
                </a:lnTo>
                <a:lnTo>
                  <a:pt x="1179535" y="454647"/>
                </a:lnTo>
                <a:lnTo>
                  <a:pt x="1166417" y="409304"/>
                </a:lnTo>
                <a:lnTo>
                  <a:pt x="1149897" y="365516"/>
                </a:lnTo>
                <a:lnTo>
                  <a:pt x="1130128" y="323436"/>
                </a:lnTo>
                <a:lnTo>
                  <a:pt x="1107264" y="283220"/>
                </a:lnTo>
                <a:lnTo>
                  <a:pt x="1081459" y="245020"/>
                </a:lnTo>
                <a:lnTo>
                  <a:pt x="1052867" y="208991"/>
                </a:lnTo>
                <a:lnTo>
                  <a:pt x="1021642" y="175287"/>
                </a:lnTo>
                <a:lnTo>
                  <a:pt x="987938" y="144062"/>
                </a:lnTo>
                <a:lnTo>
                  <a:pt x="951909" y="115469"/>
                </a:lnTo>
                <a:lnTo>
                  <a:pt x="913709" y="89664"/>
                </a:lnTo>
                <a:lnTo>
                  <a:pt x="873492" y="66800"/>
                </a:lnTo>
                <a:lnTo>
                  <a:pt x="831413" y="47030"/>
                </a:lnTo>
                <a:lnTo>
                  <a:pt x="787624" y="30510"/>
                </a:lnTo>
                <a:lnTo>
                  <a:pt x="742281" y="17393"/>
                </a:lnTo>
                <a:lnTo>
                  <a:pt x="695537" y="7832"/>
                </a:lnTo>
                <a:lnTo>
                  <a:pt x="647546" y="1983"/>
                </a:lnTo>
                <a:lnTo>
                  <a:pt x="59846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94046" y="3397060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800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2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6"/>
                </a:lnTo>
                <a:lnTo>
                  <a:pt x="47030" y="365516"/>
                </a:lnTo>
                <a:lnTo>
                  <a:pt x="30510" y="409304"/>
                </a:lnTo>
                <a:lnTo>
                  <a:pt x="17393" y="454647"/>
                </a:lnTo>
                <a:lnTo>
                  <a:pt x="7832" y="501391"/>
                </a:lnTo>
                <a:lnTo>
                  <a:pt x="1983" y="549381"/>
                </a:lnTo>
                <a:lnTo>
                  <a:pt x="0" y="598464"/>
                </a:lnTo>
                <a:lnTo>
                  <a:pt x="1983" y="647548"/>
                </a:lnTo>
                <a:lnTo>
                  <a:pt x="7832" y="695538"/>
                </a:lnTo>
                <a:lnTo>
                  <a:pt x="17393" y="742282"/>
                </a:lnTo>
                <a:lnTo>
                  <a:pt x="30510" y="787625"/>
                </a:lnTo>
                <a:lnTo>
                  <a:pt x="47030" y="831414"/>
                </a:lnTo>
                <a:lnTo>
                  <a:pt x="66800" y="873494"/>
                </a:lnTo>
                <a:lnTo>
                  <a:pt x="89664" y="913710"/>
                </a:lnTo>
                <a:lnTo>
                  <a:pt x="115469" y="951910"/>
                </a:lnTo>
                <a:lnTo>
                  <a:pt x="144062" y="987939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6" y="1130131"/>
                </a:lnTo>
                <a:lnTo>
                  <a:pt x="365516" y="1149901"/>
                </a:lnTo>
                <a:lnTo>
                  <a:pt x="409304" y="1166421"/>
                </a:lnTo>
                <a:lnTo>
                  <a:pt x="454647" y="1179538"/>
                </a:lnTo>
                <a:lnTo>
                  <a:pt x="501391" y="1189098"/>
                </a:lnTo>
                <a:lnTo>
                  <a:pt x="549381" y="1194947"/>
                </a:lnTo>
                <a:lnTo>
                  <a:pt x="598464" y="1196931"/>
                </a:lnTo>
                <a:lnTo>
                  <a:pt x="647548" y="1194947"/>
                </a:lnTo>
                <a:lnTo>
                  <a:pt x="695538" y="1189098"/>
                </a:lnTo>
                <a:lnTo>
                  <a:pt x="742282" y="1179538"/>
                </a:lnTo>
                <a:lnTo>
                  <a:pt x="787625" y="1166421"/>
                </a:lnTo>
                <a:lnTo>
                  <a:pt x="831414" y="1149901"/>
                </a:lnTo>
                <a:lnTo>
                  <a:pt x="873494" y="1130131"/>
                </a:lnTo>
                <a:lnTo>
                  <a:pt x="913710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4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7" y="913710"/>
                </a:lnTo>
                <a:lnTo>
                  <a:pt x="1130131" y="873494"/>
                </a:lnTo>
                <a:lnTo>
                  <a:pt x="1149901" y="831414"/>
                </a:lnTo>
                <a:lnTo>
                  <a:pt x="1166421" y="787625"/>
                </a:lnTo>
                <a:lnTo>
                  <a:pt x="1179538" y="742282"/>
                </a:lnTo>
                <a:lnTo>
                  <a:pt x="1189098" y="695538"/>
                </a:lnTo>
                <a:lnTo>
                  <a:pt x="1194947" y="647548"/>
                </a:lnTo>
                <a:lnTo>
                  <a:pt x="1196931" y="598464"/>
                </a:lnTo>
                <a:lnTo>
                  <a:pt x="1194947" y="549381"/>
                </a:lnTo>
                <a:lnTo>
                  <a:pt x="1189098" y="501391"/>
                </a:lnTo>
                <a:lnTo>
                  <a:pt x="1179538" y="454647"/>
                </a:lnTo>
                <a:lnTo>
                  <a:pt x="1166421" y="409304"/>
                </a:lnTo>
                <a:lnTo>
                  <a:pt x="1149901" y="365516"/>
                </a:lnTo>
                <a:lnTo>
                  <a:pt x="1130131" y="323436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2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800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38836" y="3397060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800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2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6"/>
                </a:lnTo>
                <a:lnTo>
                  <a:pt x="47030" y="365516"/>
                </a:lnTo>
                <a:lnTo>
                  <a:pt x="30510" y="409304"/>
                </a:lnTo>
                <a:lnTo>
                  <a:pt x="17393" y="454647"/>
                </a:lnTo>
                <a:lnTo>
                  <a:pt x="7832" y="501391"/>
                </a:lnTo>
                <a:lnTo>
                  <a:pt x="1983" y="549381"/>
                </a:lnTo>
                <a:lnTo>
                  <a:pt x="0" y="598464"/>
                </a:lnTo>
                <a:lnTo>
                  <a:pt x="1983" y="647548"/>
                </a:lnTo>
                <a:lnTo>
                  <a:pt x="7832" y="695538"/>
                </a:lnTo>
                <a:lnTo>
                  <a:pt x="17393" y="742282"/>
                </a:lnTo>
                <a:lnTo>
                  <a:pt x="30510" y="787625"/>
                </a:lnTo>
                <a:lnTo>
                  <a:pt x="47030" y="831414"/>
                </a:lnTo>
                <a:lnTo>
                  <a:pt x="66800" y="873494"/>
                </a:lnTo>
                <a:lnTo>
                  <a:pt x="89664" y="913710"/>
                </a:lnTo>
                <a:lnTo>
                  <a:pt x="115469" y="951910"/>
                </a:lnTo>
                <a:lnTo>
                  <a:pt x="144062" y="987939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6" y="1130131"/>
                </a:lnTo>
                <a:lnTo>
                  <a:pt x="365516" y="1149901"/>
                </a:lnTo>
                <a:lnTo>
                  <a:pt x="409304" y="1166421"/>
                </a:lnTo>
                <a:lnTo>
                  <a:pt x="454647" y="1179538"/>
                </a:lnTo>
                <a:lnTo>
                  <a:pt x="501391" y="1189098"/>
                </a:lnTo>
                <a:lnTo>
                  <a:pt x="549381" y="1194947"/>
                </a:lnTo>
                <a:lnTo>
                  <a:pt x="598464" y="1196931"/>
                </a:lnTo>
                <a:lnTo>
                  <a:pt x="647548" y="1194947"/>
                </a:lnTo>
                <a:lnTo>
                  <a:pt x="695538" y="1189098"/>
                </a:lnTo>
                <a:lnTo>
                  <a:pt x="742282" y="1179538"/>
                </a:lnTo>
                <a:lnTo>
                  <a:pt x="787625" y="1166421"/>
                </a:lnTo>
                <a:lnTo>
                  <a:pt x="831414" y="1149901"/>
                </a:lnTo>
                <a:lnTo>
                  <a:pt x="873494" y="1130131"/>
                </a:lnTo>
                <a:lnTo>
                  <a:pt x="913710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4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7" y="913710"/>
                </a:lnTo>
                <a:lnTo>
                  <a:pt x="1130131" y="873494"/>
                </a:lnTo>
                <a:lnTo>
                  <a:pt x="1149901" y="831414"/>
                </a:lnTo>
                <a:lnTo>
                  <a:pt x="1166421" y="787625"/>
                </a:lnTo>
                <a:lnTo>
                  <a:pt x="1179538" y="742282"/>
                </a:lnTo>
                <a:lnTo>
                  <a:pt x="1189098" y="695538"/>
                </a:lnTo>
                <a:lnTo>
                  <a:pt x="1194947" y="647548"/>
                </a:lnTo>
                <a:lnTo>
                  <a:pt x="1196931" y="598464"/>
                </a:lnTo>
                <a:lnTo>
                  <a:pt x="1194947" y="549381"/>
                </a:lnTo>
                <a:lnTo>
                  <a:pt x="1189098" y="501391"/>
                </a:lnTo>
                <a:lnTo>
                  <a:pt x="1179538" y="454647"/>
                </a:lnTo>
                <a:lnTo>
                  <a:pt x="1166421" y="409304"/>
                </a:lnTo>
                <a:lnTo>
                  <a:pt x="1149901" y="365516"/>
                </a:lnTo>
                <a:lnTo>
                  <a:pt x="1130131" y="323436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2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800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61670" y="3397060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7" y="0"/>
                </a:moveTo>
                <a:lnTo>
                  <a:pt x="549383" y="1983"/>
                </a:lnTo>
                <a:lnTo>
                  <a:pt x="501392" y="7832"/>
                </a:lnTo>
                <a:lnTo>
                  <a:pt x="454648" y="17393"/>
                </a:lnTo>
                <a:lnTo>
                  <a:pt x="409305" y="30510"/>
                </a:lnTo>
                <a:lnTo>
                  <a:pt x="365516" y="47030"/>
                </a:lnTo>
                <a:lnTo>
                  <a:pt x="323437" y="66800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2"/>
                </a:lnTo>
                <a:lnTo>
                  <a:pt x="175287" y="175287"/>
                </a:lnTo>
                <a:lnTo>
                  <a:pt x="144061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799" y="323436"/>
                </a:lnTo>
                <a:lnTo>
                  <a:pt x="47030" y="365516"/>
                </a:lnTo>
                <a:lnTo>
                  <a:pt x="30510" y="409304"/>
                </a:lnTo>
                <a:lnTo>
                  <a:pt x="17393" y="454647"/>
                </a:lnTo>
                <a:lnTo>
                  <a:pt x="7832" y="501391"/>
                </a:lnTo>
                <a:lnTo>
                  <a:pt x="1983" y="549381"/>
                </a:lnTo>
                <a:lnTo>
                  <a:pt x="0" y="598464"/>
                </a:lnTo>
                <a:lnTo>
                  <a:pt x="1983" y="647548"/>
                </a:lnTo>
                <a:lnTo>
                  <a:pt x="7832" y="695538"/>
                </a:lnTo>
                <a:lnTo>
                  <a:pt x="17393" y="742282"/>
                </a:lnTo>
                <a:lnTo>
                  <a:pt x="30510" y="787625"/>
                </a:lnTo>
                <a:lnTo>
                  <a:pt x="47030" y="831414"/>
                </a:lnTo>
                <a:lnTo>
                  <a:pt x="66799" y="873494"/>
                </a:lnTo>
                <a:lnTo>
                  <a:pt x="89664" y="913710"/>
                </a:lnTo>
                <a:lnTo>
                  <a:pt x="115469" y="951910"/>
                </a:lnTo>
                <a:lnTo>
                  <a:pt x="144061" y="987939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7" y="1130131"/>
                </a:lnTo>
                <a:lnTo>
                  <a:pt x="365516" y="1149901"/>
                </a:lnTo>
                <a:lnTo>
                  <a:pt x="409305" y="1166421"/>
                </a:lnTo>
                <a:lnTo>
                  <a:pt x="454648" y="1179538"/>
                </a:lnTo>
                <a:lnTo>
                  <a:pt x="501392" y="1189098"/>
                </a:lnTo>
                <a:lnTo>
                  <a:pt x="549383" y="1194947"/>
                </a:lnTo>
                <a:lnTo>
                  <a:pt x="598467" y="1196931"/>
                </a:lnTo>
                <a:lnTo>
                  <a:pt x="647550" y="1194947"/>
                </a:lnTo>
                <a:lnTo>
                  <a:pt x="695540" y="1189098"/>
                </a:lnTo>
                <a:lnTo>
                  <a:pt x="742284" y="1179538"/>
                </a:lnTo>
                <a:lnTo>
                  <a:pt x="787627" y="1166421"/>
                </a:lnTo>
                <a:lnTo>
                  <a:pt x="831415" y="1149901"/>
                </a:lnTo>
                <a:lnTo>
                  <a:pt x="873494" y="1130131"/>
                </a:lnTo>
                <a:lnTo>
                  <a:pt x="913711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3" y="1021644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6" y="913710"/>
                </a:lnTo>
                <a:lnTo>
                  <a:pt x="1130130" y="873494"/>
                </a:lnTo>
                <a:lnTo>
                  <a:pt x="1149900" y="831414"/>
                </a:lnTo>
                <a:lnTo>
                  <a:pt x="1166420" y="787625"/>
                </a:lnTo>
                <a:lnTo>
                  <a:pt x="1179537" y="742282"/>
                </a:lnTo>
                <a:lnTo>
                  <a:pt x="1189097" y="695538"/>
                </a:lnTo>
                <a:lnTo>
                  <a:pt x="1194946" y="647548"/>
                </a:lnTo>
                <a:lnTo>
                  <a:pt x="1196930" y="598464"/>
                </a:lnTo>
                <a:lnTo>
                  <a:pt x="1194946" y="549381"/>
                </a:lnTo>
                <a:lnTo>
                  <a:pt x="1189097" y="501391"/>
                </a:lnTo>
                <a:lnTo>
                  <a:pt x="1179537" y="454647"/>
                </a:lnTo>
                <a:lnTo>
                  <a:pt x="1166420" y="409304"/>
                </a:lnTo>
                <a:lnTo>
                  <a:pt x="1149900" y="365516"/>
                </a:lnTo>
                <a:lnTo>
                  <a:pt x="1130130" y="323436"/>
                </a:lnTo>
                <a:lnTo>
                  <a:pt x="1107266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3" y="175287"/>
                </a:lnTo>
                <a:lnTo>
                  <a:pt x="987939" y="144062"/>
                </a:lnTo>
                <a:lnTo>
                  <a:pt x="951910" y="115469"/>
                </a:lnTo>
                <a:lnTo>
                  <a:pt x="913711" y="89664"/>
                </a:lnTo>
                <a:lnTo>
                  <a:pt x="873494" y="66800"/>
                </a:lnTo>
                <a:lnTo>
                  <a:pt x="831415" y="47030"/>
                </a:lnTo>
                <a:lnTo>
                  <a:pt x="787627" y="30510"/>
                </a:lnTo>
                <a:lnTo>
                  <a:pt x="742284" y="17393"/>
                </a:lnTo>
                <a:lnTo>
                  <a:pt x="695540" y="7832"/>
                </a:lnTo>
                <a:lnTo>
                  <a:pt x="647550" y="1983"/>
                </a:lnTo>
                <a:lnTo>
                  <a:pt x="59846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7595" y="3473122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0"/>
                </a:lnTo>
                <a:lnTo>
                  <a:pt x="704686" y="32682"/>
                </a:lnTo>
                <a:lnTo>
                  <a:pt x="746345" y="50298"/>
                </a:lnTo>
                <a:lnTo>
                  <a:pt x="786070" y="71323"/>
                </a:lnTo>
                <a:lnTo>
                  <a:pt x="823676" y="95572"/>
                </a:lnTo>
                <a:lnTo>
                  <a:pt x="858981" y="122862"/>
                </a:lnTo>
                <a:lnTo>
                  <a:pt x="891798" y="153008"/>
                </a:lnTo>
                <a:lnTo>
                  <a:pt x="921944" y="185825"/>
                </a:lnTo>
                <a:lnTo>
                  <a:pt x="949234" y="221129"/>
                </a:lnTo>
                <a:lnTo>
                  <a:pt x="973483" y="258736"/>
                </a:lnTo>
                <a:lnTo>
                  <a:pt x="994508" y="298461"/>
                </a:lnTo>
                <a:lnTo>
                  <a:pt x="1012124" y="340119"/>
                </a:lnTo>
                <a:lnTo>
                  <a:pt x="1026146" y="383527"/>
                </a:lnTo>
                <a:lnTo>
                  <a:pt x="1036390" y="428500"/>
                </a:lnTo>
                <a:lnTo>
                  <a:pt x="1042672" y="474853"/>
                </a:lnTo>
                <a:lnTo>
                  <a:pt x="1044807" y="522403"/>
                </a:lnTo>
                <a:lnTo>
                  <a:pt x="1042672" y="569952"/>
                </a:lnTo>
                <a:lnTo>
                  <a:pt x="1036390" y="616305"/>
                </a:lnTo>
                <a:lnTo>
                  <a:pt x="1026146" y="661278"/>
                </a:lnTo>
                <a:lnTo>
                  <a:pt x="1012124" y="704686"/>
                </a:lnTo>
                <a:lnTo>
                  <a:pt x="994508" y="746345"/>
                </a:lnTo>
                <a:lnTo>
                  <a:pt x="973483" y="786070"/>
                </a:lnTo>
                <a:lnTo>
                  <a:pt x="949234" y="823677"/>
                </a:lnTo>
                <a:lnTo>
                  <a:pt x="921944" y="858982"/>
                </a:lnTo>
                <a:lnTo>
                  <a:pt x="891798" y="891799"/>
                </a:lnTo>
                <a:lnTo>
                  <a:pt x="858981" y="921945"/>
                </a:lnTo>
                <a:lnTo>
                  <a:pt x="823676" y="949235"/>
                </a:lnTo>
                <a:lnTo>
                  <a:pt x="786070" y="973485"/>
                </a:lnTo>
                <a:lnTo>
                  <a:pt x="746345" y="994510"/>
                </a:lnTo>
                <a:lnTo>
                  <a:pt x="704686" y="1012126"/>
                </a:lnTo>
                <a:lnTo>
                  <a:pt x="661278" y="1026148"/>
                </a:lnTo>
                <a:lnTo>
                  <a:pt x="616305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8"/>
                </a:lnTo>
                <a:lnTo>
                  <a:pt x="340119" y="1012126"/>
                </a:lnTo>
                <a:lnTo>
                  <a:pt x="298461" y="994510"/>
                </a:lnTo>
                <a:lnTo>
                  <a:pt x="258736" y="973485"/>
                </a:lnTo>
                <a:lnTo>
                  <a:pt x="221129" y="949235"/>
                </a:lnTo>
                <a:lnTo>
                  <a:pt x="185825" y="921945"/>
                </a:lnTo>
                <a:lnTo>
                  <a:pt x="153008" y="891799"/>
                </a:lnTo>
                <a:lnTo>
                  <a:pt x="122862" y="858982"/>
                </a:lnTo>
                <a:lnTo>
                  <a:pt x="95572" y="823677"/>
                </a:lnTo>
                <a:lnTo>
                  <a:pt x="71323" y="786070"/>
                </a:lnTo>
                <a:lnTo>
                  <a:pt x="50298" y="746345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026844" y="3698292"/>
            <a:ext cx="626110" cy="7023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 marR="30480" algn="ctr">
              <a:lnSpc>
                <a:spcPct val="99000"/>
              </a:lnSpc>
              <a:spcBef>
                <a:spcPts val="11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腹横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训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470108" y="3473122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0"/>
                </a:lnTo>
                <a:lnTo>
                  <a:pt x="704686" y="32682"/>
                </a:lnTo>
                <a:lnTo>
                  <a:pt x="746345" y="50298"/>
                </a:lnTo>
                <a:lnTo>
                  <a:pt x="786070" y="71323"/>
                </a:lnTo>
                <a:lnTo>
                  <a:pt x="823677" y="95572"/>
                </a:lnTo>
                <a:lnTo>
                  <a:pt x="858982" y="122862"/>
                </a:lnTo>
                <a:lnTo>
                  <a:pt x="891799" y="153008"/>
                </a:lnTo>
                <a:lnTo>
                  <a:pt x="921945" y="185825"/>
                </a:lnTo>
                <a:lnTo>
                  <a:pt x="949235" y="221129"/>
                </a:lnTo>
                <a:lnTo>
                  <a:pt x="973485" y="258736"/>
                </a:lnTo>
                <a:lnTo>
                  <a:pt x="994510" y="298461"/>
                </a:lnTo>
                <a:lnTo>
                  <a:pt x="1012126" y="340119"/>
                </a:lnTo>
                <a:lnTo>
                  <a:pt x="1026148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8" y="661278"/>
                </a:lnTo>
                <a:lnTo>
                  <a:pt x="1012126" y="704686"/>
                </a:lnTo>
                <a:lnTo>
                  <a:pt x="994510" y="746345"/>
                </a:lnTo>
                <a:lnTo>
                  <a:pt x="973485" y="786070"/>
                </a:lnTo>
                <a:lnTo>
                  <a:pt x="949235" y="823677"/>
                </a:lnTo>
                <a:lnTo>
                  <a:pt x="921945" y="858982"/>
                </a:lnTo>
                <a:lnTo>
                  <a:pt x="891799" y="891799"/>
                </a:lnTo>
                <a:lnTo>
                  <a:pt x="858982" y="921945"/>
                </a:lnTo>
                <a:lnTo>
                  <a:pt x="823677" y="949235"/>
                </a:lnTo>
                <a:lnTo>
                  <a:pt x="786070" y="973485"/>
                </a:lnTo>
                <a:lnTo>
                  <a:pt x="746345" y="994510"/>
                </a:lnTo>
                <a:lnTo>
                  <a:pt x="704686" y="1012126"/>
                </a:lnTo>
                <a:lnTo>
                  <a:pt x="661278" y="1026148"/>
                </a:lnTo>
                <a:lnTo>
                  <a:pt x="616305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8"/>
                </a:lnTo>
                <a:lnTo>
                  <a:pt x="340119" y="1012126"/>
                </a:lnTo>
                <a:lnTo>
                  <a:pt x="298461" y="994510"/>
                </a:lnTo>
                <a:lnTo>
                  <a:pt x="258736" y="973485"/>
                </a:lnTo>
                <a:lnTo>
                  <a:pt x="221129" y="949235"/>
                </a:lnTo>
                <a:lnTo>
                  <a:pt x="185825" y="921945"/>
                </a:lnTo>
                <a:lnTo>
                  <a:pt x="153008" y="891799"/>
                </a:lnTo>
                <a:lnTo>
                  <a:pt x="122862" y="858982"/>
                </a:lnTo>
                <a:lnTo>
                  <a:pt x="95572" y="823677"/>
                </a:lnTo>
                <a:lnTo>
                  <a:pt x="71323" y="786070"/>
                </a:lnTo>
                <a:lnTo>
                  <a:pt x="50298" y="746345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14897" y="3473122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6" y="8416"/>
                </a:lnTo>
                <a:lnTo>
                  <a:pt x="661279" y="18660"/>
                </a:lnTo>
                <a:lnTo>
                  <a:pt x="704687" y="32682"/>
                </a:lnTo>
                <a:lnTo>
                  <a:pt x="746346" y="50298"/>
                </a:lnTo>
                <a:lnTo>
                  <a:pt x="786071" y="71323"/>
                </a:lnTo>
                <a:lnTo>
                  <a:pt x="823678" y="95572"/>
                </a:lnTo>
                <a:lnTo>
                  <a:pt x="858983" y="122862"/>
                </a:lnTo>
                <a:lnTo>
                  <a:pt x="891800" y="153008"/>
                </a:lnTo>
                <a:lnTo>
                  <a:pt x="921946" y="185825"/>
                </a:lnTo>
                <a:lnTo>
                  <a:pt x="949236" y="221129"/>
                </a:lnTo>
                <a:lnTo>
                  <a:pt x="973486" y="258736"/>
                </a:lnTo>
                <a:lnTo>
                  <a:pt x="994511" y="298461"/>
                </a:lnTo>
                <a:lnTo>
                  <a:pt x="1012126" y="340119"/>
                </a:lnTo>
                <a:lnTo>
                  <a:pt x="1026149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9" y="661278"/>
                </a:lnTo>
                <a:lnTo>
                  <a:pt x="1012126" y="704686"/>
                </a:lnTo>
                <a:lnTo>
                  <a:pt x="994511" y="746345"/>
                </a:lnTo>
                <a:lnTo>
                  <a:pt x="973486" y="786070"/>
                </a:lnTo>
                <a:lnTo>
                  <a:pt x="949236" y="823677"/>
                </a:lnTo>
                <a:lnTo>
                  <a:pt x="921946" y="858982"/>
                </a:lnTo>
                <a:lnTo>
                  <a:pt x="891800" y="891799"/>
                </a:lnTo>
                <a:lnTo>
                  <a:pt x="858983" y="921945"/>
                </a:lnTo>
                <a:lnTo>
                  <a:pt x="823678" y="949235"/>
                </a:lnTo>
                <a:lnTo>
                  <a:pt x="786071" y="973485"/>
                </a:lnTo>
                <a:lnTo>
                  <a:pt x="746346" y="994510"/>
                </a:lnTo>
                <a:lnTo>
                  <a:pt x="704687" y="1012126"/>
                </a:lnTo>
                <a:lnTo>
                  <a:pt x="661279" y="1026148"/>
                </a:lnTo>
                <a:lnTo>
                  <a:pt x="616306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8"/>
                </a:lnTo>
                <a:lnTo>
                  <a:pt x="340119" y="1012126"/>
                </a:lnTo>
                <a:lnTo>
                  <a:pt x="298461" y="994510"/>
                </a:lnTo>
                <a:lnTo>
                  <a:pt x="258736" y="973485"/>
                </a:lnTo>
                <a:lnTo>
                  <a:pt x="221129" y="949235"/>
                </a:lnTo>
                <a:lnTo>
                  <a:pt x="185825" y="921945"/>
                </a:lnTo>
                <a:lnTo>
                  <a:pt x="153008" y="891799"/>
                </a:lnTo>
                <a:lnTo>
                  <a:pt x="122862" y="858982"/>
                </a:lnTo>
                <a:lnTo>
                  <a:pt x="95572" y="823677"/>
                </a:lnTo>
                <a:lnTo>
                  <a:pt x="71323" y="786070"/>
                </a:lnTo>
                <a:lnTo>
                  <a:pt x="50298" y="746345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257000" y="3785923"/>
            <a:ext cx="7613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肩颈调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90572" y="4006027"/>
            <a:ext cx="17145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31792" y="4165236"/>
            <a:ext cx="1397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737730" y="3473122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09" h="1045210">
                <a:moveTo>
                  <a:pt x="522406" y="0"/>
                </a:moveTo>
                <a:lnTo>
                  <a:pt x="569956" y="2134"/>
                </a:lnTo>
                <a:lnTo>
                  <a:pt x="616309" y="8416"/>
                </a:lnTo>
                <a:lnTo>
                  <a:pt x="661282" y="18660"/>
                </a:lnTo>
                <a:lnTo>
                  <a:pt x="704690" y="32682"/>
                </a:lnTo>
                <a:lnTo>
                  <a:pt x="746348" y="50298"/>
                </a:lnTo>
                <a:lnTo>
                  <a:pt x="786073" y="71323"/>
                </a:lnTo>
                <a:lnTo>
                  <a:pt x="823680" y="95572"/>
                </a:lnTo>
                <a:lnTo>
                  <a:pt x="858984" y="122862"/>
                </a:lnTo>
                <a:lnTo>
                  <a:pt x="891801" y="153008"/>
                </a:lnTo>
                <a:lnTo>
                  <a:pt x="921947" y="185825"/>
                </a:lnTo>
                <a:lnTo>
                  <a:pt x="949236" y="221129"/>
                </a:lnTo>
                <a:lnTo>
                  <a:pt x="973486" y="258736"/>
                </a:lnTo>
                <a:lnTo>
                  <a:pt x="994511" y="298461"/>
                </a:lnTo>
                <a:lnTo>
                  <a:pt x="1012127" y="340119"/>
                </a:lnTo>
                <a:lnTo>
                  <a:pt x="1026149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9" y="661278"/>
                </a:lnTo>
                <a:lnTo>
                  <a:pt x="1012127" y="704686"/>
                </a:lnTo>
                <a:lnTo>
                  <a:pt x="994511" y="746345"/>
                </a:lnTo>
                <a:lnTo>
                  <a:pt x="973486" y="786070"/>
                </a:lnTo>
                <a:lnTo>
                  <a:pt x="949236" y="823677"/>
                </a:lnTo>
                <a:lnTo>
                  <a:pt x="921947" y="858982"/>
                </a:lnTo>
                <a:lnTo>
                  <a:pt x="891801" y="891799"/>
                </a:lnTo>
                <a:lnTo>
                  <a:pt x="858984" y="921945"/>
                </a:lnTo>
                <a:lnTo>
                  <a:pt x="823680" y="949235"/>
                </a:lnTo>
                <a:lnTo>
                  <a:pt x="786073" y="973485"/>
                </a:lnTo>
                <a:lnTo>
                  <a:pt x="746348" y="994510"/>
                </a:lnTo>
                <a:lnTo>
                  <a:pt x="704690" y="1012126"/>
                </a:lnTo>
                <a:lnTo>
                  <a:pt x="661282" y="1026148"/>
                </a:lnTo>
                <a:lnTo>
                  <a:pt x="616309" y="1036393"/>
                </a:lnTo>
                <a:lnTo>
                  <a:pt x="569956" y="1042675"/>
                </a:lnTo>
                <a:lnTo>
                  <a:pt x="522406" y="1044809"/>
                </a:lnTo>
                <a:lnTo>
                  <a:pt x="474857" y="1042675"/>
                </a:lnTo>
                <a:lnTo>
                  <a:pt x="428504" y="1036393"/>
                </a:lnTo>
                <a:lnTo>
                  <a:pt x="383531" y="1026148"/>
                </a:lnTo>
                <a:lnTo>
                  <a:pt x="340123" y="1012126"/>
                </a:lnTo>
                <a:lnTo>
                  <a:pt x="298464" y="994510"/>
                </a:lnTo>
                <a:lnTo>
                  <a:pt x="258739" y="973485"/>
                </a:lnTo>
                <a:lnTo>
                  <a:pt x="221132" y="949235"/>
                </a:lnTo>
                <a:lnTo>
                  <a:pt x="185827" y="921945"/>
                </a:lnTo>
                <a:lnTo>
                  <a:pt x="153010" y="891799"/>
                </a:lnTo>
                <a:lnTo>
                  <a:pt x="122864" y="858982"/>
                </a:lnTo>
                <a:lnTo>
                  <a:pt x="95574" y="823677"/>
                </a:lnTo>
                <a:lnTo>
                  <a:pt x="71324" y="786070"/>
                </a:lnTo>
                <a:lnTo>
                  <a:pt x="50299" y="746345"/>
                </a:lnTo>
                <a:lnTo>
                  <a:pt x="32683" y="704686"/>
                </a:lnTo>
                <a:lnTo>
                  <a:pt x="18661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1" y="383527"/>
                </a:lnTo>
                <a:lnTo>
                  <a:pt x="32683" y="340119"/>
                </a:lnTo>
                <a:lnTo>
                  <a:pt x="50299" y="298461"/>
                </a:lnTo>
                <a:lnTo>
                  <a:pt x="71324" y="258736"/>
                </a:lnTo>
                <a:lnTo>
                  <a:pt x="95574" y="221129"/>
                </a:lnTo>
                <a:lnTo>
                  <a:pt x="122864" y="185825"/>
                </a:lnTo>
                <a:lnTo>
                  <a:pt x="153010" y="153008"/>
                </a:lnTo>
                <a:lnTo>
                  <a:pt x="185827" y="122862"/>
                </a:lnTo>
                <a:lnTo>
                  <a:pt x="221132" y="95572"/>
                </a:lnTo>
                <a:lnTo>
                  <a:pt x="258739" y="71323"/>
                </a:lnTo>
                <a:lnTo>
                  <a:pt x="298464" y="50298"/>
                </a:lnTo>
                <a:lnTo>
                  <a:pt x="340123" y="32682"/>
                </a:lnTo>
                <a:lnTo>
                  <a:pt x="383531" y="18660"/>
                </a:lnTo>
                <a:lnTo>
                  <a:pt x="428504" y="8416"/>
                </a:lnTo>
                <a:lnTo>
                  <a:pt x="474857" y="2134"/>
                </a:lnTo>
                <a:lnTo>
                  <a:pt x="522406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6065723" y="3785923"/>
            <a:ext cx="389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113405" y="4006027"/>
            <a:ext cx="17145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254626" y="4165236"/>
            <a:ext cx="1397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41535" y="4834167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3" y="0"/>
                </a:moveTo>
                <a:lnTo>
                  <a:pt x="549380" y="1983"/>
                </a:lnTo>
                <a:lnTo>
                  <a:pt x="501389" y="7832"/>
                </a:lnTo>
                <a:lnTo>
                  <a:pt x="454645" y="17393"/>
                </a:lnTo>
                <a:lnTo>
                  <a:pt x="409302" y="30510"/>
                </a:lnTo>
                <a:lnTo>
                  <a:pt x="365514" y="47030"/>
                </a:lnTo>
                <a:lnTo>
                  <a:pt x="323434" y="66799"/>
                </a:lnTo>
                <a:lnTo>
                  <a:pt x="283218" y="89664"/>
                </a:lnTo>
                <a:lnTo>
                  <a:pt x="245018" y="115469"/>
                </a:lnTo>
                <a:lnTo>
                  <a:pt x="208989" y="144061"/>
                </a:lnTo>
                <a:lnTo>
                  <a:pt x="175285" y="175287"/>
                </a:lnTo>
                <a:lnTo>
                  <a:pt x="144060" y="208991"/>
                </a:lnTo>
                <a:lnTo>
                  <a:pt x="115468" y="245020"/>
                </a:lnTo>
                <a:lnTo>
                  <a:pt x="89663" y="283220"/>
                </a:lnTo>
                <a:lnTo>
                  <a:pt x="66799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2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1"/>
                </a:lnTo>
                <a:lnTo>
                  <a:pt x="17392" y="742284"/>
                </a:lnTo>
                <a:lnTo>
                  <a:pt x="30510" y="787628"/>
                </a:lnTo>
                <a:lnTo>
                  <a:pt x="47030" y="831416"/>
                </a:lnTo>
                <a:lnTo>
                  <a:pt x="66799" y="873495"/>
                </a:lnTo>
                <a:lnTo>
                  <a:pt x="89663" y="913712"/>
                </a:lnTo>
                <a:lnTo>
                  <a:pt x="115468" y="951912"/>
                </a:lnTo>
                <a:lnTo>
                  <a:pt x="144060" y="987940"/>
                </a:lnTo>
                <a:lnTo>
                  <a:pt x="175285" y="1021644"/>
                </a:lnTo>
                <a:lnTo>
                  <a:pt x="208989" y="1052869"/>
                </a:lnTo>
                <a:lnTo>
                  <a:pt x="245018" y="1081461"/>
                </a:lnTo>
                <a:lnTo>
                  <a:pt x="283218" y="1107267"/>
                </a:lnTo>
                <a:lnTo>
                  <a:pt x="323434" y="1130131"/>
                </a:lnTo>
                <a:lnTo>
                  <a:pt x="365514" y="1149900"/>
                </a:lnTo>
                <a:lnTo>
                  <a:pt x="409302" y="1166420"/>
                </a:lnTo>
                <a:lnTo>
                  <a:pt x="454645" y="1179537"/>
                </a:lnTo>
                <a:lnTo>
                  <a:pt x="501389" y="1189097"/>
                </a:lnTo>
                <a:lnTo>
                  <a:pt x="549380" y="1194946"/>
                </a:lnTo>
                <a:lnTo>
                  <a:pt x="598463" y="1196930"/>
                </a:lnTo>
                <a:lnTo>
                  <a:pt x="647546" y="1194946"/>
                </a:lnTo>
                <a:lnTo>
                  <a:pt x="695537" y="1189097"/>
                </a:lnTo>
                <a:lnTo>
                  <a:pt x="742281" y="1179537"/>
                </a:lnTo>
                <a:lnTo>
                  <a:pt x="787624" y="1166420"/>
                </a:lnTo>
                <a:lnTo>
                  <a:pt x="831413" y="1149900"/>
                </a:lnTo>
                <a:lnTo>
                  <a:pt x="873492" y="1130131"/>
                </a:lnTo>
                <a:lnTo>
                  <a:pt x="913709" y="1107267"/>
                </a:lnTo>
                <a:lnTo>
                  <a:pt x="951909" y="1081461"/>
                </a:lnTo>
                <a:lnTo>
                  <a:pt x="987938" y="1052869"/>
                </a:lnTo>
                <a:lnTo>
                  <a:pt x="1021642" y="1021644"/>
                </a:lnTo>
                <a:lnTo>
                  <a:pt x="1052867" y="987940"/>
                </a:lnTo>
                <a:lnTo>
                  <a:pt x="1081459" y="951912"/>
                </a:lnTo>
                <a:lnTo>
                  <a:pt x="1107264" y="913712"/>
                </a:lnTo>
                <a:lnTo>
                  <a:pt x="1130128" y="873495"/>
                </a:lnTo>
                <a:lnTo>
                  <a:pt x="1149897" y="831416"/>
                </a:lnTo>
                <a:lnTo>
                  <a:pt x="1166417" y="787628"/>
                </a:lnTo>
                <a:lnTo>
                  <a:pt x="1179535" y="742284"/>
                </a:lnTo>
                <a:lnTo>
                  <a:pt x="1189095" y="695541"/>
                </a:lnTo>
                <a:lnTo>
                  <a:pt x="1194944" y="647550"/>
                </a:lnTo>
                <a:lnTo>
                  <a:pt x="1196928" y="598467"/>
                </a:lnTo>
                <a:lnTo>
                  <a:pt x="1194944" y="549383"/>
                </a:lnTo>
                <a:lnTo>
                  <a:pt x="1189095" y="501392"/>
                </a:lnTo>
                <a:lnTo>
                  <a:pt x="1179535" y="454648"/>
                </a:lnTo>
                <a:lnTo>
                  <a:pt x="1166417" y="409305"/>
                </a:lnTo>
                <a:lnTo>
                  <a:pt x="1149897" y="365516"/>
                </a:lnTo>
                <a:lnTo>
                  <a:pt x="1130128" y="323437"/>
                </a:lnTo>
                <a:lnTo>
                  <a:pt x="1107264" y="283220"/>
                </a:lnTo>
                <a:lnTo>
                  <a:pt x="1081459" y="245020"/>
                </a:lnTo>
                <a:lnTo>
                  <a:pt x="1052867" y="208991"/>
                </a:lnTo>
                <a:lnTo>
                  <a:pt x="1021642" y="175287"/>
                </a:lnTo>
                <a:lnTo>
                  <a:pt x="987938" y="144061"/>
                </a:lnTo>
                <a:lnTo>
                  <a:pt x="951909" y="115469"/>
                </a:lnTo>
                <a:lnTo>
                  <a:pt x="913709" y="89664"/>
                </a:lnTo>
                <a:lnTo>
                  <a:pt x="873492" y="66799"/>
                </a:lnTo>
                <a:lnTo>
                  <a:pt x="831413" y="47030"/>
                </a:lnTo>
                <a:lnTo>
                  <a:pt x="787624" y="30510"/>
                </a:lnTo>
                <a:lnTo>
                  <a:pt x="742281" y="17393"/>
                </a:lnTo>
                <a:lnTo>
                  <a:pt x="695537" y="7832"/>
                </a:lnTo>
                <a:lnTo>
                  <a:pt x="647546" y="1983"/>
                </a:lnTo>
                <a:lnTo>
                  <a:pt x="59846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94046" y="4834167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1"/>
                </a:lnTo>
                <a:lnTo>
                  <a:pt x="17393" y="742284"/>
                </a:lnTo>
                <a:lnTo>
                  <a:pt x="30510" y="787628"/>
                </a:lnTo>
                <a:lnTo>
                  <a:pt x="47030" y="831416"/>
                </a:lnTo>
                <a:lnTo>
                  <a:pt x="66800" y="873495"/>
                </a:lnTo>
                <a:lnTo>
                  <a:pt x="89664" y="913712"/>
                </a:lnTo>
                <a:lnTo>
                  <a:pt x="115469" y="951912"/>
                </a:lnTo>
                <a:lnTo>
                  <a:pt x="144062" y="987940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6" y="1130131"/>
                </a:lnTo>
                <a:lnTo>
                  <a:pt x="365516" y="1149900"/>
                </a:lnTo>
                <a:lnTo>
                  <a:pt x="409304" y="1166420"/>
                </a:lnTo>
                <a:lnTo>
                  <a:pt x="454647" y="1179537"/>
                </a:lnTo>
                <a:lnTo>
                  <a:pt x="501391" y="1189097"/>
                </a:lnTo>
                <a:lnTo>
                  <a:pt x="549381" y="1194946"/>
                </a:lnTo>
                <a:lnTo>
                  <a:pt x="598464" y="1196930"/>
                </a:lnTo>
                <a:lnTo>
                  <a:pt x="647548" y="1194946"/>
                </a:lnTo>
                <a:lnTo>
                  <a:pt x="695538" y="1189097"/>
                </a:lnTo>
                <a:lnTo>
                  <a:pt x="742282" y="1179537"/>
                </a:lnTo>
                <a:lnTo>
                  <a:pt x="787625" y="1166420"/>
                </a:lnTo>
                <a:lnTo>
                  <a:pt x="831414" y="1149900"/>
                </a:lnTo>
                <a:lnTo>
                  <a:pt x="873494" y="1130131"/>
                </a:lnTo>
                <a:lnTo>
                  <a:pt x="913710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4"/>
                </a:lnTo>
                <a:lnTo>
                  <a:pt x="1052869" y="987940"/>
                </a:lnTo>
                <a:lnTo>
                  <a:pt x="1081461" y="951912"/>
                </a:lnTo>
                <a:lnTo>
                  <a:pt x="1107267" y="913712"/>
                </a:lnTo>
                <a:lnTo>
                  <a:pt x="1130131" y="873495"/>
                </a:lnTo>
                <a:lnTo>
                  <a:pt x="1149901" y="831416"/>
                </a:lnTo>
                <a:lnTo>
                  <a:pt x="1166421" y="787628"/>
                </a:lnTo>
                <a:lnTo>
                  <a:pt x="1179538" y="742284"/>
                </a:lnTo>
                <a:lnTo>
                  <a:pt x="1189098" y="695541"/>
                </a:lnTo>
                <a:lnTo>
                  <a:pt x="1194947" y="647550"/>
                </a:lnTo>
                <a:lnTo>
                  <a:pt x="1196931" y="598467"/>
                </a:lnTo>
                <a:lnTo>
                  <a:pt x="1194947" y="549383"/>
                </a:lnTo>
                <a:lnTo>
                  <a:pt x="1189098" y="501392"/>
                </a:lnTo>
                <a:lnTo>
                  <a:pt x="1179538" y="454648"/>
                </a:lnTo>
                <a:lnTo>
                  <a:pt x="1166421" y="409305"/>
                </a:lnTo>
                <a:lnTo>
                  <a:pt x="1149901" y="365516"/>
                </a:lnTo>
                <a:lnTo>
                  <a:pt x="1130131" y="323437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799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038836" y="4834167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1"/>
                </a:lnTo>
                <a:lnTo>
                  <a:pt x="17393" y="742284"/>
                </a:lnTo>
                <a:lnTo>
                  <a:pt x="30510" y="787628"/>
                </a:lnTo>
                <a:lnTo>
                  <a:pt x="47030" y="831416"/>
                </a:lnTo>
                <a:lnTo>
                  <a:pt x="66800" y="873495"/>
                </a:lnTo>
                <a:lnTo>
                  <a:pt x="89664" y="913712"/>
                </a:lnTo>
                <a:lnTo>
                  <a:pt x="115469" y="951912"/>
                </a:lnTo>
                <a:lnTo>
                  <a:pt x="144062" y="987940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6" y="1130131"/>
                </a:lnTo>
                <a:lnTo>
                  <a:pt x="365516" y="1149900"/>
                </a:lnTo>
                <a:lnTo>
                  <a:pt x="409304" y="1166420"/>
                </a:lnTo>
                <a:lnTo>
                  <a:pt x="454647" y="1179537"/>
                </a:lnTo>
                <a:lnTo>
                  <a:pt x="501391" y="1189097"/>
                </a:lnTo>
                <a:lnTo>
                  <a:pt x="549381" y="1194946"/>
                </a:lnTo>
                <a:lnTo>
                  <a:pt x="598464" y="1196930"/>
                </a:lnTo>
                <a:lnTo>
                  <a:pt x="647548" y="1194946"/>
                </a:lnTo>
                <a:lnTo>
                  <a:pt x="695538" y="1189097"/>
                </a:lnTo>
                <a:lnTo>
                  <a:pt x="742282" y="1179537"/>
                </a:lnTo>
                <a:lnTo>
                  <a:pt x="787625" y="1166420"/>
                </a:lnTo>
                <a:lnTo>
                  <a:pt x="831414" y="1149900"/>
                </a:lnTo>
                <a:lnTo>
                  <a:pt x="873494" y="1130131"/>
                </a:lnTo>
                <a:lnTo>
                  <a:pt x="913710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4"/>
                </a:lnTo>
                <a:lnTo>
                  <a:pt x="1052869" y="987940"/>
                </a:lnTo>
                <a:lnTo>
                  <a:pt x="1081461" y="951912"/>
                </a:lnTo>
                <a:lnTo>
                  <a:pt x="1107267" y="913712"/>
                </a:lnTo>
                <a:lnTo>
                  <a:pt x="1130131" y="873495"/>
                </a:lnTo>
                <a:lnTo>
                  <a:pt x="1149901" y="831416"/>
                </a:lnTo>
                <a:lnTo>
                  <a:pt x="1166421" y="787628"/>
                </a:lnTo>
                <a:lnTo>
                  <a:pt x="1179538" y="742284"/>
                </a:lnTo>
                <a:lnTo>
                  <a:pt x="1189098" y="695541"/>
                </a:lnTo>
                <a:lnTo>
                  <a:pt x="1194947" y="647550"/>
                </a:lnTo>
                <a:lnTo>
                  <a:pt x="1196931" y="598467"/>
                </a:lnTo>
                <a:lnTo>
                  <a:pt x="1194947" y="549383"/>
                </a:lnTo>
                <a:lnTo>
                  <a:pt x="1189098" y="501392"/>
                </a:lnTo>
                <a:lnTo>
                  <a:pt x="1179538" y="454648"/>
                </a:lnTo>
                <a:lnTo>
                  <a:pt x="1166421" y="409305"/>
                </a:lnTo>
                <a:lnTo>
                  <a:pt x="1149901" y="365516"/>
                </a:lnTo>
                <a:lnTo>
                  <a:pt x="1130131" y="323437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799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661670" y="4834167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7" y="0"/>
                </a:moveTo>
                <a:lnTo>
                  <a:pt x="549383" y="1983"/>
                </a:lnTo>
                <a:lnTo>
                  <a:pt x="501392" y="7832"/>
                </a:lnTo>
                <a:lnTo>
                  <a:pt x="454648" y="17393"/>
                </a:lnTo>
                <a:lnTo>
                  <a:pt x="409305" y="30510"/>
                </a:lnTo>
                <a:lnTo>
                  <a:pt x="365516" y="47030"/>
                </a:lnTo>
                <a:lnTo>
                  <a:pt x="323437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1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799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1"/>
                </a:lnTo>
                <a:lnTo>
                  <a:pt x="17393" y="742284"/>
                </a:lnTo>
                <a:lnTo>
                  <a:pt x="30510" y="787628"/>
                </a:lnTo>
                <a:lnTo>
                  <a:pt x="47030" y="831416"/>
                </a:lnTo>
                <a:lnTo>
                  <a:pt x="66799" y="873495"/>
                </a:lnTo>
                <a:lnTo>
                  <a:pt x="89664" y="913712"/>
                </a:lnTo>
                <a:lnTo>
                  <a:pt x="115469" y="951912"/>
                </a:lnTo>
                <a:lnTo>
                  <a:pt x="144061" y="987940"/>
                </a:lnTo>
                <a:lnTo>
                  <a:pt x="175287" y="1021644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7"/>
                </a:lnTo>
                <a:lnTo>
                  <a:pt x="323437" y="1130131"/>
                </a:lnTo>
                <a:lnTo>
                  <a:pt x="365516" y="1149900"/>
                </a:lnTo>
                <a:lnTo>
                  <a:pt x="409305" y="1166420"/>
                </a:lnTo>
                <a:lnTo>
                  <a:pt x="454648" y="1179537"/>
                </a:lnTo>
                <a:lnTo>
                  <a:pt x="501392" y="1189097"/>
                </a:lnTo>
                <a:lnTo>
                  <a:pt x="549383" y="1194946"/>
                </a:lnTo>
                <a:lnTo>
                  <a:pt x="598467" y="1196930"/>
                </a:lnTo>
                <a:lnTo>
                  <a:pt x="647550" y="1194946"/>
                </a:lnTo>
                <a:lnTo>
                  <a:pt x="695540" y="1189097"/>
                </a:lnTo>
                <a:lnTo>
                  <a:pt x="742284" y="1179537"/>
                </a:lnTo>
                <a:lnTo>
                  <a:pt x="787627" y="1166420"/>
                </a:lnTo>
                <a:lnTo>
                  <a:pt x="831415" y="1149900"/>
                </a:lnTo>
                <a:lnTo>
                  <a:pt x="873494" y="1130131"/>
                </a:lnTo>
                <a:lnTo>
                  <a:pt x="913711" y="1107267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3" y="1021644"/>
                </a:lnTo>
                <a:lnTo>
                  <a:pt x="1052869" y="987940"/>
                </a:lnTo>
                <a:lnTo>
                  <a:pt x="1081461" y="951912"/>
                </a:lnTo>
                <a:lnTo>
                  <a:pt x="1107266" y="913712"/>
                </a:lnTo>
                <a:lnTo>
                  <a:pt x="1130130" y="873495"/>
                </a:lnTo>
                <a:lnTo>
                  <a:pt x="1149900" y="831416"/>
                </a:lnTo>
                <a:lnTo>
                  <a:pt x="1166420" y="787628"/>
                </a:lnTo>
                <a:lnTo>
                  <a:pt x="1179537" y="742284"/>
                </a:lnTo>
                <a:lnTo>
                  <a:pt x="1189097" y="695541"/>
                </a:lnTo>
                <a:lnTo>
                  <a:pt x="1194946" y="647550"/>
                </a:lnTo>
                <a:lnTo>
                  <a:pt x="1196930" y="598467"/>
                </a:lnTo>
                <a:lnTo>
                  <a:pt x="1194946" y="549383"/>
                </a:lnTo>
                <a:lnTo>
                  <a:pt x="1189097" y="501392"/>
                </a:lnTo>
                <a:lnTo>
                  <a:pt x="1179537" y="454648"/>
                </a:lnTo>
                <a:lnTo>
                  <a:pt x="1166420" y="409305"/>
                </a:lnTo>
                <a:lnTo>
                  <a:pt x="1149900" y="365516"/>
                </a:lnTo>
                <a:lnTo>
                  <a:pt x="1130130" y="323437"/>
                </a:lnTo>
                <a:lnTo>
                  <a:pt x="1107266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3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1" y="89664"/>
                </a:lnTo>
                <a:lnTo>
                  <a:pt x="873494" y="66799"/>
                </a:lnTo>
                <a:lnTo>
                  <a:pt x="831415" y="47030"/>
                </a:lnTo>
                <a:lnTo>
                  <a:pt x="787627" y="30510"/>
                </a:lnTo>
                <a:lnTo>
                  <a:pt x="742284" y="17393"/>
                </a:lnTo>
                <a:lnTo>
                  <a:pt x="695540" y="7832"/>
                </a:lnTo>
                <a:lnTo>
                  <a:pt x="647550" y="1983"/>
                </a:lnTo>
                <a:lnTo>
                  <a:pt x="59846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17595" y="491023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0"/>
                </a:lnTo>
                <a:lnTo>
                  <a:pt x="704686" y="32682"/>
                </a:lnTo>
                <a:lnTo>
                  <a:pt x="746345" y="50298"/>
                </a:lnTo>
                <a:lnTo>
                  <a:pt x="786070" y="71323"/>
                </a:lnTo>
                <a:lnTo>
                  <a:pt x="823676" y="95572"/>
                </a:lnTo>
                <a:lnTo>
                  <a:pt x="858981" y="122862"/>
                </a:lnTo>
                <a:lnTo>
                  <a:pt x="891798" y="153008"/>
                </a:lnTo>
                <a:lnTo>
                  <a:pt x="921944" y="185825"/>
                </a:lnTo>
                <a:lnTo>
                  <a:pt x="949234" y="221129"/>
                </a:lnTo>
                <a:lnTo>
                  <a:pt x="973483" y="258736"/>
                </a:lnTo>
                <a:lnTo>
                  <a:pt x="994508" y="298461"/>
                </a:lnTo>
                <a:lnTo>
                  <a:pt x="1012124" y="340119"/>
                </a:lnTo>
                <a:lnTo>
                  <a:pt x="1026146" y="383527"/>
                </a:lnTo>
                <a:lnTo>
                  <a:pt x="1036390" y="428500"/>
                </a:lnTo>
                <a:lnTo>
                  <a:pt x="1042672" y="474853"/>
                </a:lnTo>
                <a:lnTo>
                  <a:pt x="1044807" y="522403"/>
                </a:lnTo>
                <a:lnTo>
                  <a:pt x="1042672" y="569952"/>
                </a:lnTo>
                <a:lnTo>
                  <a:pt x="1036390" y="616305"/>
                </a:lnTo>
                <a:lnTo>
                  <a:pt x="1026146" y="661278"/>
                </a:lnTo>
                <a:lnTo>
                  <a:pt x="1012124" y="704686"/>
                </a:lnTo>
                <a:lnTo>
                  <a:pt x="994508" y="746344"/>
                </a:lnTo>
                <a:lnTo>
                  <a:pt x="973483" y="786069"/>
                </a:lnTo>
                <a:lnTo>
                  <a:pt x="949234" y="823676"/>
                </a:lnTo>
                <a:lnTo>
                  <a:pt x="921944" y="858980"/>
                </a:lnTo>
                <a:lnTo>
                  <a:pt x="891798" y="891797"/>
                </a:lnTo>
                <a:lnTo>
                  <a:pt x="858981" y="921943"/>
                </a:lnTo>
                <a:lnTo>
                  <a:pt x="823676" y="949233"/>
                </a:lnTo>
                <a:lnTo>
                  <a:pt x="786070" y="973482"/>
                </a:lnTo>
                <a:lnTo>
                  <a:pt x="746345" y="994507"/>
                </a:lnTo>
                <a:lnTo>
                  <a:pt x="704686" y="1012123"/>
                </a:lnTo>
                <a:lnTo>
                  <a:pt x="661278" y="1026145"/>
                </a:lnTo>
                <a:lnTo>
                  <a:pt x="616305" y="1036389"/>
                </a:lnTo>
                <a:lnTo>
                  <a:pt x="569952" y="1042671"/>
                </a:lnTo>
                <a:lnTo>
                  <a:pt x="522403" y="1044806"/>
                </a:lnTo>
                <a:lnTo>
                  <a:pt x="474853" y="1042671"/>
                </a:lnTo>
                <a:lnTo>
                  <a:pt x="428500" y="1036389"/>
                </a:lnTo>
                <a:lnTo>
                  <a:pt x="383527" y="1026145"/>
                </a:lnTo>
                <a:lnTo>
                  <a:pt x="340119" y="1012123"/>
                </a:lnTo>
                <a:lnTo>
                  <a:pt x="298461" y="994507"/>
                </a:lnTo>
                <a:lnTo>
                  <a:pt x="258736" y="973482"/>
                </a:lnTo>
                <a:lnTo>
                  <a:pt x="221129" y="949233"/>
                </a:lnTo>
                <a:lnTo>
                  <a:pt x="185825" y="921943"/>
                </a:lnTo>
                <a:lnTo>
                  <a:pt x="153008" y="891797"/>
                </a:lnTo>
                <a:lnTo>
                  <a:pt x="122862" y="858980"/>
                </a:lnTo>
                <a:lnTo>
                  <a:pt x="95572" y="823676"/>
                </a:lnTo>
                <a:lnTo>
                  <a:pt x="71323" y="786069"/>
                </a:lnTo>
                <a:lnTo>
                  <a:pt x="50298" y="746344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960855" y="5206141"/>
            <a:ext cx="7613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肌⾁酸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83935" y="5426243"/>
            <a:ext cx="17145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43830" y="5585455"/>
            <a:ext cx="1397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70108" y="491023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0"/>
                </a:lnTo>
                <a:lnTo>
                  <a:pt x="704686" y="32682"/>
                </a:lnTo>
                <a:lnTo>
                  <a:pt x="746345" y="50298"/>
                </a:lnTo>
                <a:lnTo>
                  <a:pt x="786070" y="71323"/>
                </a:lnTo>
                <a:lnTo>
                  <a:pt x="823677" y="95572"/>
                </a:lnTo>
                <a:lnTo>
                  <a:pt x="858982" y="122862"/>
                </a:lnTo>
                <a:lnTo>
                  <a:pt x="891799" y="153008"/>
                </a:lnTo>
                <a:lnTo>
                  <a:pt x="921945" y="185825"/>
                </a:lnTo>
                <a:lnTo>
                  <a:pt x="949235" y="221129"/>
                </a:lnTo>
                <a:lnTo>
                  <a:pt x="973485" y="258736"/>
                </a:lnTo>
                <a:lnTo>
                  <a:pt x="994510" y="298461"/>
                </a:lnTo>
                <a:lnTo>
                  <a:pt x="1012126" y="340119"/>
                </a:lnTo>
                <a:lnTo>
                  <a:pt x="1026148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8" y="661278"/>
                </a:lnTo>
                <a:lnTo>
                  <a:pt x="1012126" y="704686"/>
                </a:lnTo>
                <a:lnTo>
                  <a:pt x="994510" y="746344"/>
                </a:lnTo>
                <a:lnTo>
                  <a:pt x="973485" y="786069"/>
                </a:lnTo>
                <a:lnTo>
                  <a:pt x="949235" y="823676"/>
                </a:lnTo>
                <a:lnTo>
                  <a:pt x="921945" y="858980"/>
                </a:lnTo>
                <a:lnTo>
                  <a:pt x="891799" y="891797"/>
                </a:lnTo>
                <a:lnTo>
                  <a:pt x="858982" y="921943"/>
                </a:lnTo>
                <a:lnTo>
                  <a:pt x="823677" y="949233"/>
                </a:lnTo>
                <a:lnTo>
                  <a:pt x="786070" y="973482"/>
                </a:lnTo>
                <a:lnTo>
                  <a:pt x="746345" y="994507"/>
                </a:lnTo>
                <a:lnTo>
                  <a:pt x="704686" y="1012123"/>
                </a:lnTo>
                <a:lnTo>
                  <a:pt x="661278" y="1026145"/>
                </a:lnTo>
                <a:lnTo>
                  <a:pt x="616305" y="1036389"/>
                </a:lnTo>
                <a:lnTo>
                  <a:pt x="569952" y="1042671"/>
                </a:lnTo>
                <a:lnTo>
                  <a:pt x="522403" y="1044806"/>
                </a:lnTo>
                <a:lnTo>
                  <a:pt x="474853" y="1042671"/>
                </a:lnTo>
                <a:lnTo>
                  <a:pt x="428500" y="1036389"/>
                </a:lnTo>
                <a:lnTo>
                  <a:pt x="383527" y="1026145"/>
                </a:lnTo>
                <a:lnTo>
                  <a:pt x="340119" y="1012123"/>
                </a:lnTo>
                <a:lnTo>
                  <a:pt x="298461" y="994507"/>
                </a:lnTo>
                <a:lnTo>
                  <a:pt x="258736" y="973482"/>
                </a:lnTo>
                <a:lnTo>
                  <a:pt x="221129" y="949233"/>
                </a:lnTo>
                <a:lnTo>
                  <a:pt x="185825" y="921943"/>
                </a:lnTo>
                <a:lnTo>
                  <a:pt x="153008" y="891797"/>
                </a:lnTo>
                <a:lnTo>
                  <a:pt x="122862" y="858980"/>
                </a:lnTo>
                <a:lnTo>
                  <a:pt x="95572" y="823676"/>
                </a:lnTo>
                <a:lnTo>
                  <a:pt x="71323" y="786069"/>
                </a:lnTo>
                <a:lnTo>
                  <a:pt x="50298" y="746344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114897" y="491023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10">
                <a:moveTo>
                  <a:pt x="522403" y="0"/>
                </a:moveTo>
                <a:lnTo>
                  <a:pt x="569952" y="2134"/>
                </a:lnTo>
                <a:lnTo>
                  <a:pt x="616306" y="8416"/>
                </a:lnTo>
                <a:lnTo>
                  <a:pt x="661279" y="18660"/>
                </a:lnTo>
                <a:lnTo>
                  <a:pt x="704687" y="32682"/>
                </a:lnTo>
                <a:lnTo>
                  <a:pt x="746346" y="50298"/>
                </a:lnTo>
                <a:lnTo>
                  <a:pt x="786071" y="71323"/>
                </a:lnTo>
                <a:lnTo>
                  <a:pt x="823678" y="95572"/>
                </a:lnTo>
                <a:lnTo>
                  <a:pt x="858983" y="122862"/>
                </a:lnTo>
                <a:lnTo>
                  <a:pt x="891800" y="153008"/>
                </a:lnTo>
                <a:lnTo>
                  <a:pt x="921946" y="185825"/>
                </a:lnTo>
                <a:lnTo>
                  <a:pt x="949236" y="221129"/>
                </a:lnTo>
                <a:lnTo>
                  <a:pt x="973486" y="258736"/>
                </a:lnTo>
                <a:lnTo>
                  <a:pt x="994511" y="298461"/>
                </a:lnTo>
                <a:lnTo>
                  <a:pt x="1012126" y="340119"/>
                </a:lnTo>
                <a:lnTo>
                  <a:pt x="1026149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9" y="661278"/>
                </a:lnTo>
                <a:lnTo>
                  <a:pt x="1012126" y="704686"/>
                </a:lnTo>
                <a:lnTo>
                  <a:pt x="994511" y="746344"/>
                </a:lnTo>
                <a:lnTo>
                  <a:pt x="973486" y="786069"/>
                </a:lnTo>
                <a:lnTo>
                  <a:pt x="949236" y="823676"/>
                </a:lnTo>
                <a:lnTo>
                  <a:pt x="921946" y="858980"/>
                </a:lnTo>
                <a:lnTo>
                  <a:pt x="891800" y="891797"/>
                </a:lnTo>
                <a:lnTo>
                  <a:pt x="858983" y="921943"/>
                </a:lnTo>
                <a:lnTo>
                  <a:pt x="823678" y="949233"/>
                </a:lnTo>
                <a:lnTo>
                  <a:pt x="786071" y="973482"/>
                </a:lnTo>
                <a:lnTo>
                  <a:pt x="746346" y="994507"/>
                </a:lnTo>
                <a:lnTo>
                  <a:pt x="704687" y="1012123"/>
                </a:lnTo>
                <a:lnTo>
                  <a:pt x="661279" y="1026145"/>
                </a:lnTo>
                <a:lnTo>
                  <a:pt x="616306" y="1036389"/>
                </a:lnTo>
                <a:lnTo>
                  <a:pt x="569952" y="1042671"/>
                </a:lnTo>
                <a:lnTo>
                  <a:pt x="522403" y="1044806"/>
                </a:lnTo>
                <a:lnTo>
                  <a:pt x="474853" y="1042671"/>
                </a:lnTo>
                <a:lnTo>
                  <a:pt x="428500" y="1036389"/>
                </a:lnTo>
                <a:lnTo>
                  <a:pt x="383527" y="1026145"/>
                </a:lnTo>
                <a:lnTo>
                  <a:pt x="340119" y="1012123"/>
                </a:lnTo>
                <a:lnTo>
                  <a:pt x="298461" y="994507"/>
                </a:lnTo>
                <a:lnTo>
                  <a:pt x="258736" y="973482"/>
                </a:lnTo>
                <a:lnTo>
                  <a:pt x="221129" y="949233"/>
                </a:lnTo>
                <a:lnTo>
                  <a:pt x="185825" y="921943"/>
                </a:lnTo>
                <a:lnTo>
                  <a:pt x="153008" y="891797"/>
                </a:lnTo>
                <a:lnTo>
                  <a:pt x="122862" y="858980"/>
                </a:lnTo>
                <a:lnTo>
                  <a:pt x="95572" y="823676"/>
                </a:lnTo>
                <a:lnTo>
                  <a:pt x="71323" y="786069"/>
                </a:lnTo>
                <a:lnTo>
                  <a:pt x="50298" y="746344"/>
                </a:lnTo>
                <a:lnTo>
                  <a:pt x="32682" y="704686"/>
                </a:lnTo>
                <a:lnTo>
                  <a:pt x="18660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0" y="383527"/>
                </a:lnTo>
                <a:lnTo>
                  <a:pt x="32682" y="340119"/>
                </a:lnTo>
                <a:lnTo>
                  <a:pt x="50298" y="298461"/>
                </a:lnTo>
                <a:lnTo>
                  <a:pt x="71323" y="258736"/>
                </a:lnTo>
                <a:lnTo>
                  <a:pt x="95572" y="221129"/>
                </a:lnTo>
                <a:lnTo>
                  <a:pt x="122862" y="185825"/>
                </a:lnTo>
                <a:lnTo>
                  <a:pt x="153008" y="153008"/>
                </a:lnTo>
                <a:lnTo>
                  <a:pt x="185825" y="122862"/>
                </a:lnTo>
                <a:lnTo>
                  <a:pt x="221129" y="95572"/>
                </a:lnTo>
                <a:lnTo>
                  <a:pt x="258736" y="71323"/>
                </a:lnTo>
                <a:lnTo>
                  <a:pt x="298461" y="50298"/>
                </a:lnTo>
                <a:lnTo>
                  <a:pt x="340119" y="32682"/>
                </a:lnTo>
                <a:lnTo>
                  <a:pt x="383527" y="18660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737730" y="491023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09" h="1045210">
                <a:moveTo>
                  <a:pt x="522406" y="0"/>
                </a:moveTo>
                <a:lnTo>
                  <a:pt x="569956" y="2134"/>
                </a:lnTo>
                <a:lnTo>
                  <a:pt x="616309" y="8416"/>
                </a:lnTo>
                <a:lnTo>
                  <a:pt x="661282" y="18660"/>
                </a:lnTo>
                <a:lnTo>
                  <a:pt x="704690" y="32682"/>
                </a:lnTo>
                <a:lnTo>
                  <a:pt x="746348" y="50298"/>
                </a:lnTo>
                <a:lnTo>
                  <a:pt x="786073" y="71323"/>
                </a:lnTo>
                <a:lnTo>
                  <a:pt x="823680" y="95572"/>
                </a:lnTo>
                <a:lnTo>
                  <a:pt x="858984" y="122862"/>
                </a:lnTo>
                <a:lnTo>
                  <a:pt x="891801" y="153008"/>
                </a:lnTo>
                <a:lnTo>
                  <a:pt x="921947" y="185825"/>
                </a:lnTo>
                <a:lnTo>
                  <a:pt x="949236" y="221129"/>
                </a:lnTo>
                <a:lnTo>
                  <a:pt x="973486" y="258736"/>
                </a:lnTo>
                <a:lnTo>
                  <a:pt x="994511" y="298461"/>
                </a:lnTo>
                <a:lnTo>
                  <a:pt x="1012127" y="340119"/>
                </a:lnTo>
                <a:lnTo>
                  <a:pt x="1026149" y="383527"/>
                </a:lnTo>
                <a:lnTo>
                  <a:pt x="1036393" y="428500"/>
                </a:lnTo>
                <a:lnTo>
                  <a:pt x="1042675" y="474853"/>
                </a:lnTo>
                <a:lnTo>
                  <a:pt x="1044809" y="522403"/>
                </a:lnTo>
                <a:lnTo>
                  <a:pt x="1042675" y="569952"/>
                </a:lnTo>
                <a:lnTo>
                  <a:pt x="1036393" y="616305"/>
                </a:lnTo>
                <a:lnTo>
                  <a:pt x="1026149" y="661278"/>
                </a:lnTo>
                <a:lnTo>
                  <a:pt x="1012127" y="704686"/>
                </a:lnTo>
                <a:lnTo>
                  <a:pt x="994511" y="746344"/>
                </a:lnTo>
                <a:lnTo>
                  <a:pt x="973486" y="786069"/>
                </a:lnTo>
                <a:lnTo>
                  <a:pt x="949236" y="823676"/>
                </a:lnTo>
                <a:lnTo>
                  <a:pt x="921947" y="858980"/>
                </a:lnTo>
                <a:lnTo>
                  <a:pt x="891801" y="891797"/>
                </a:lnTo>
                <a:lnTo>
                  <a:pt x="858984" y="921943"/>
                </a:lnTo>
                <a:lnTo>
                  <a:pt x="823680" y="949233"/>
                </a:lnTo>
                <a:lnTo>
                  <a:pt x="786073" y="973482"/>
                </a:lnTo>
                <a:lnTo>
                  <a:pt x="746348" y="994507"/>
                </a:lnTo>
                <a:lnTo>
                  <a:pt x="704690" y="1012123"/>
                </a:lnTo>
                <a:lnTo>
                  <a:pt x="661282" y="1026145"/>
                </a:lnTo>
                <a:lnTo>
                  <a:pt x="616309" y="1036389"/>
                </a:lnTo>
                <a:lnTo>
                  <a:pt x="569956" y="1042671"/>
                </a:lnTo>
                <a:lnTo>
                  <a:pt x="522406" y="1044806"/>
                </a:lnTo>
                <a:lnTo>
                  <a:pt x="474857" y="1042671"/>
                </a:lnTo>
                <a:lnTo>
                  <a:pt x="428504" y="1036389"/>
                </a:lnTo>
                <a:lnTo>
                  <a:pt x="383531" y="1026145"/>
                </a:lnTo>
                <a:lnTo>
                  <a:pt x="340123" y="1012123"/>
                </a:lnTo>
                <a:lnTo>
                  <a:pt x="298464" y="994507"/>
                </a:lnTo>
                <a:lnTo>
                  <a:pt x="258739" y="973482"/>
                </a:lnTo>
                <a:lnTo>
                  <a:pt x="221132" y="949233"/>
                </a:lnTo>
                <a:lnTo>
                  <a:pt x="185827" y="921943"/>
                </a:lnTo>
                <a:lnTo>
                  <a:pt x="153010" y="891797"/>
                </a:lnTo>
                <a:lnTo>
                  <a:pt x="122864" y="858980"/>
                </a:lnTo>
                <a:lnTo>
                  <a:pt x="95574" y="823676"/>
                </a:lnTo>
                <a:lnTo>
                  <a:pt x="71324" y="786069"/>
                </a:lnTo>
                <a:lnTo>
                  <a:pt x="50299" y="746344"/>
                </a:lnTo>
                <a:lnTo>
                  <a:pt x="32683" y="704686"/>
                </a:lnTo>
                <a:lnTo>
                  <a:pt x="18661" y="661278"/>
                </a:lnTo>
                <a:lnTo>
                  <a:pt x="8416" y="616305"/>
                </a:lnTo>
                <a:lnTo>
                  <a:pt x="2134" y="569952"/>
                </a:lnTo>
                <a:lnTo>
                  <a:pt x="0" y="522403"/>
                </a:lnTo>
                <a:lnTo>
                  <a:pt x="2134" y="474853"/>
                </a:lnTo>
                <a:lnTo>
                  <a:pt x="8416" y="428500"/>
                </a:lnTo>
                <a:lnTo>
                  <a:pt x="18661" y="383527"/>
                </a:lnTo>
                <a:lnTo>
                  <a:pt x="32683" y="340119"/>
                </a:lnTo>
                <a:lnTo>
                  <a:pt x="50299" y="298461"/>
                </a:lnTo>
                <a:lnTo>
                  <a:pt x="71324" y="258736"/>
                </a:lnTo>
                <a:lnTo>
                  <a:pt x="95574" y="221129"/>
                </a:lnTo>
                <a:lnTo>
                  <a:pt x="122864" y="185825"/>
                </a:lnTo>
                <a:lnTo>
                  <a:pt x="153010" y="153008"/>
                </a:lnTo>
                <a:lnTo>
                  <a:pt x="185827" y="122862"/>
                </a:lnTo>
                <a:lnTo>
                  <a:pt x="221132" y="95572"/>
                </a:lnTo>
                <a:lnTo>
                  <a:pt x="258739" y="71323"/>
                </a:lnTo>
                <a:lnTo>
                  <a:pt x="298464" y="50298"/>
                </a:lnTo>
                <a:lnTo>
                  <a:pt x="340123" y="32682"/>
                </a:lnTo>
                <a:lnTo>
                  <a:pt x="383531" y="18660"/>
                </a:lnTo>
                <a:lnTo>
                  <a:pt x="428504" y="8416"/>
                </a:lnTo>
                <a:lnTo>
                  <a:pt x="474857" y="2134"/>
                </a:lnTo>
                <a:lnTo>
                  <a:pt x="522406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41535" y="6248701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3" y="0"/>
                </a:moveTo>
                <a:lnTo>
                  <a:pt x="549380" y="1983"/>
                </a:lnTo>
                <a:lnTo>
                  <a:pt x="501389" y="7832"/>
                </a:lnTo>
                <a:lnTo>
                  <a:pt x="454645" y="17393"/>
                </a:lnTo>
                <a:lnTo>
                  <a:pt x="409302" y="30510"/>
                </a:lnTo>
                <a:lnTo>
                  <a:pt x="365514" y="47030"/>
                </a:lnTo>
                <a:lnTo>
                  <a:pt x="323434" y="66799"/>
                </a:lnTo>
                <a:lnTo>
                  <a:pt x="283218" y="89664"/>
                </a:lnTo>
                <a:lnTo>
                  <a:pt x="245018" y="115469"/>
                </a:lnTo>
                <a:lnTo>
                  <a:pt x="208989" y="144061"/>
                </a:lnTo>
                <a:lnTo>
                  <a:pt x="175285" y="175287"/>
                </a:lnTo>
                <a:lnTo>
                  <a:pt x="144060" y="208991"/>
                </a:lnTo>
                <a:lnTo>
                  <a:pt x="115468" y="245020"/>
                </a:lnTo>
                <a:lnTo>
                  <a:pt x="89663" y="283220"/>
                </a:lnTo>
                <a:lnTo>
                  <a:pt x="66799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2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0"/>
                </a:lnTo>
                <a:lnTo>
                  <a:pt x="17392" y="742284"/>
                </a:lnTo>
                <a:lnTo>
                  <a:pt x="30510" y="787627"/>
                </a:lnTo>
                <a:lnTo>
                  <a:pt x="47030" y="831415"/>
                </a:lnTo>
                <a:lnTo>
                  <a:pt x="66799" y="873494"/>
                </a:lnTo>
                <a:lnTo>
                  <a:pt x="89663" y="913711"/>
                </a:lnTo>
                <a:lnTo>
                  <a:pt x="115468" y="951910"/>
                </a:lnTo>
                <a:lnTo>
                  <a:pt x="144060" y="987939"/>
                </a:lnTo>
                <a:lnTo>
                  <a:pt x="175285" y="1021643"/>
                </a:lnTo>
                <a:lnTo>
                  <a:pt x="208989" y="1052869"/>
                </a:lnTo>
                <a:lnTo>
                  <a:pt x="245018" y="1081461"/>
                </a:lnTo>
                <a:lnTo>
                  <a:pt x="283218" y="1107266"/>
                </a:lnTo>
                <a:lnTo>
                  <a:pt x="323434" y="1130130"/>
                </a:lnTo>
                <a:lnTo>
                  <a:pt x="365514" y="1149900"/>
                </a:lnTo>
                <a:lnTo>
                  <a:pt x="409302" y="1166420"/>
                </a:lnTo>
                <a:lnTo>
                  <a:pt x="454645" y="1179537"/>
                </a:lnTo>
                <a:lnTo>
                  <a:pt x="501389" y="1189097"/>
                </a:lnTo>
                <a:lnTo>
                  <a:pt x="549380" y="1194946"/>
                </a:lnTo>
                <a:lnTo>
                  <a:pt x="598463" y="1196930"/>
                </a:lnTo>
                <a:lnTo>
                  <a:pt x="647546" y="1194946"/>
                </a:lnTo>
                <a:lnTo>
                  <a:pt x="695537" y="1189097"/>
                </a:lnTo>
                <a:lnTo>
                  <a:pt x="742281" y="1179537"/>
                </a:lnTo>
                <a:lnTo>
                  <a:pt x="787624" y="1166420"/>
                </a:lnTo>
                <a:lnTo>
                  <a:pt x="831413" y="1149900"/>
                </a:lnTo>
                <a:lnTo>
                  <a:pt x="873492" y="1130130"/>
                </a:lnTo>
                <a:lnTo>
                  <a:pt x="913709" y="1107266"/>
                </a:lnTo>
                <a:lnTo>
                  <a:pt x="951909" y="1081461"/>
                </a:lnTo>
                <a:lnTo>
                  <a:pt x="987938" y="1052869"/>
                </a:lnTo>
                <a:lnTo>
                  <a:pt x="1021642" y="1021643"/>
                </a:lnTo>
                <a:lnTo>
                  <a:pt x="1052867" y="987939"/>
                </a:lnTo>
                <a:lnTo>
                  <a:pt x="1081459" y="951910"/>
                </a:lnTo>
                <a:lnTo>
                  <a:pt x="1107264" y="913711"/>
                </a:lnTo>
                <a:lnTo>
                  <a:pt x="1130128" y="873494"/>
                </a:lnTo>
                <a:lnTo>
                  <a:pt x="1149897" y="831415"/>
                </a:lnTo>
                <a:lnTo>
                  <a:pt x="1166417" y="787627"/>
                </a:lnTo>
                <a:lnTo>
                  <a:pt x="1179535" y="742284"/>
                </a:lnTo>
                <a:lnTo>
                  <a:pt x="1189095" y="695540"/>
                </a:lnTo>
                <a:lnTo>
                  <a:pt x="1194944" y="647550"/>
                </a:lnTo>
                <a:lnTo>
                  <a:pt x="1196928" y="598467"/>
                </a:lnTo>
                <a:lnTo>
                  <a:pt x="1194944" y="549383"/>
                </a:lnTo>
                <a:lnTo>
                  <a:pt x="1189095" y="501392"/>
                </a:lnTo>
                <a:lnTo>
                  <a:pt x="1179535" y="454648"/>
                </a:lnTo>
                <a:lnTo>
                  <a:pt x="1166417" y="409305"/>
                </a:lnTo>
                <a:lnTo>
                  <a:pt x="1149897" y="365516"/>
                </a:lnTo>
                <a:lnTo>
                  <a:pt x="1130128" y="323437"/>
                </a:lnTo>
                <a:lnTo>
                  <a:pt x="1107264" y="283220"/>
                </a:lnTo>
                <a:lnTo>
                  <a:pt x="1081459" y="245020"/>
                </a:lnTo>
                <a:lnTo>
                  <a:pt x="1052867" y="208991"/>
                </a:lnTo>
                <a:lnTo>
                  <a:pt x="1021642" y="175287"/>
                </a:lnTo>
                <a:lnTo>
                  <a:pt x="987938" y="144061"/>
                </a:lnTo>
                <a:lnTo>
                  <a:pt x="951909" y="115469"/>
                </a:lnTo>
                <a:lnTo>
                  <a:pt x="913709" y="89664"/>
                </a:lnTo>
                <a:lnTo>
                  <a:pt x="873492" y="66799"/>
                </a:lnTo>
                <a:lnTo>
                  <a:pt x="831413" y="47030"/>
                </a:lnTo>
                <a:lnTo>
                  <a:pt x="787624" y="30510"/>
                </a:lnTo>
                <a:lnTo>
                  <a:pt x="742281" y="17393"/>
                </a:lnTo>
                <a:lnTo>
                  <a:pt x="695537" y="7832"/>
                </a:lnTo>
                <a:lnTo>
                  <a:pt x="647546" y="1983"/>
                </a:lnTo>
                <a:lnTo>
                  <a:pt x="59846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394046" y="6248701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0"/>
                </a:lnTo>
                <a:lnTo>
                  <a:pt x="17393" y="742284"/>
                </a:lnTo>
                <a:lnTo>
                  <a:pt x="30510" y="787627"/>
                </a:lnTo>
                <a:lnTo>
                  <a:pt x="47030" y="831415"/>
                </a:lnTo>
                <a:lnTo>
                  <a:pt x="66800" y="873494"/>
                </a:lnTo>
                <a:lnTo>
                  <a:pt x="89664" y="913711"/>
                </a:lnTo>
                <a:lnTo>
                  <a:pt x="115469" y="951910"/>
                </a:lnTo>
                <a:lnTo>
                  <a:pt x="144062" y="987939"/>
                </a:lnTo>
                <a:lnTo>
                  <a:pt x="175287" y="1021643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6"/>
                </a:lnTo>
                <a:lnTo>
                  <a:pt x="323436" y="1130130"/>
                </a:lnTo>
                <a:lnTo>
                  <a:pt x="365516" y="1149900"/>
                </a:lnTo>
                <a:lnTo>
                  <a:pt x="409304" y="1166420"/>
                </a:lnTo>
                <a:lnTo>
                  <a:pt x="454647" y="1179537"/>
                </a:lnTo>
                <a:lnTo>
                  <a:pt x="501391" y="1189097"/>
                </a:lnTo>
                <a:lnTo>
                  <a:pt x="549381" y="1194946"/>
                </a:lnTo>
                <a:lnTo>
                  <a:pt x="598464" y="1196930"/>
                </a:lnTo>
                <a:lnTo>
                  <a:pt x="647548" y="1194946"/>
                </a:lnTo>
                <a:lnTo>
                  <a:pt x="695538" y="1189097"/>
                </a:lnTo>
                <a:lnTo>
                  <a:pt x="742282" y="1179537"/>
                </a:lnTo>
                <a:lnTo>
                  <a:pt x="787625" y="1166420"/>
                </a:lnTo>
                <a:lnTo>
                  <a:pt x="831414" y="1149900"/>
                </a:lnTo>
                <a:lnTo>
                  <a:pt x="873494" y="1130130"/>
                </a:lnTo>
                <a:lnTo>
                  <a:pt x="913710" y="1107266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3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7" y="913711"/>
                </a:lnTo>
                <a:lnTo>
                  <a:pt x="1130131" y="873494"/>
                </a:lnTo>
                <a:lnTo>
                  <a:pt x="1149901" y="831415"/>
                </a:lnTo>
                <a:lnTo>
                  <a:pt x="1166421" y="787627"/>
                </a:lnTo>
                <a:lnTo>
                  <a:pt x="1179538" y="742284"/>
                </a:lnTo>
                <a:lnTo>
                  <a:pt x="1189098" y="695540"/>
                </a:lnTo>
                <a:lnTo>
                  <a:pt x="1194947" y="647550"/>
                </a:lnTo>
                <a:lnTo>
                  <a:pt x="1196931" y="598467"/>
                </a:lnTo>
                <a:lnTo>
                  <a:pt x="1194947" y="549383"/>
                </a:lnTo>
                <a:lnTo>
                  <a:pt x="1189098" y="501392"/>
                </a:lnTo>
                <a:lnTo>
                  <a:pt x="1179538" y="454648"/>
                </a:lnTo>
                <a:lnTo>
                  <a:pt x="1166421" y="409305"/>
                </a:lnTo>
                <a:lnTo>
                  <a:pt x="1149901" y="365516"/>
                </a:lnTo>
                <a:lnTo>
                  <a:pt x="1130131" y="323437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799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038836" y="6248701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4" y="0"/>
                </a:moveTo>
                <a:lnTo>
                  <a:pt x="549381" y="1983"/>
                </a:lnTo>
                <a:lnTo>
                  <a:pt x="501391" y="7832"/>
                </a:lnTo>
                <a:lnTo>
                  <a:pt x="454647" y="17393"/>
                </a:lnTo>
                <a:lnTo>
                  <a:pt x="409304" y="30510"/>
                </a:lnTo>
                <a:lnTo>
                  <a:pt x="365516" y="47030"/>
                </a:lnTo>
                <a:lnTo>
                  <a:pt x="323436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2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800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0"/>
                </a:lnTo>
                <a:lnTo>
                  <a:pt x="17393" y="742284"/>
                </a:lnTo>
                <a:lnTo>
                  <a:pt x="30510" y="787627"/>
                </a:lnTo>
                <a:lnTo>
                  <a:pt x="47030" y="831415"/>
                </a:lnTo>
                <a:lnTo>
                  <a:pt x="66800" y="873494"/>
                </a:lnTo>
                <a:lnTo>
                  <a:pt x="89664" y="913711"/>
                </a:lnTo>
                <a:lnTo>
                  <a:pt x="115469" y="951910"/>
                </a:lnTo>
                <a:lnTo>
                  <a:pt x="144062" y="987939"/>
                </a:lnTo>
                <a:lnTo>
                  <a:pt x="175287" y="1021643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6"/>
                </a:lnTo>
                <a:lnTo>
                  <a:pt x="323436" y="1130130"/>
                </a:lnTo>
                <a:lnTo>
                  <a:pt x="365516" y="1149900"/>
                </a:lnTo>
                <a:lnTo>
                  <a:pt x="409304" y="1166420"/>
                </a:lnTo>
                <a:lnTo>
                  <a:pt x="454647" y="1179537"/>
                </a:lnTo>
                <a:lnTo>
                  <a:pt x="501391" y="1189097"/>
                </a:lnTo>
                <a:lnTo>
                  <a:pt x="549381" y="1194946"/>
                </a:lnTo>
                <a:lnTo>
                  <a:pt x="598464" y="1196930"/>
                </a:lnTo>
                <a:lnTo>
                  <a:pt x="647548" y="1194946"/>
                </a:lnTo>
                <a:lnTo>
                  <a:pt x="695538" y="1189097"/>
                </a:lnTo>
                <a:lnTo>
                  <a:pt x="742282" y="1179537"/>
                </a:lnTo>
                <a:lnTo>
                  <a:pt x="787625" y="1166420"/>
                </a:lnTo>
                <a:lnTo>
                  <a:pt x="831414" y="1149900"/>
                </a:lnTo>
                <a:lnTo>
                  <a:pt x="873494" y="1130130"/>
                </a:lnTo>
                <a:lnTo>
                  <a:pt x="913710" y="1107266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4" y="1021643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7" y="913711"/>
                </a:lnTo>
                <a:lnTo>
                  <a:pt x="1130131" y="873494"/>
                </a:lnTo>
                <a:lnTo>
                  <a:pt x="1149901" y="831415"/>
                </a:lnTo>
                <a:lnTo>
                  <a:pt x="1166421" y="787627"/>
                </a:lnTo>
                <a:lnTo>
                  <a:pt x="1179538" y="742284"/>
                </a:lnTo>
                <a:lnTo>
                  <a:pt x="1189098" y="695540"/>
                </a:lnTo>
                <a:lnTo>
                  <a:pt x="1194947" y="647550"/>
                </a:lnTo>
                <a:lnTo>
                  <a:pt x="1196931" y="598467"/>
                </a:lnTo>
                <a:lnTo>
                  <a:pt x="1194947" y="549383"/>
                </a:lnTo>
                <a:lnTo>
                  <a:pt x="1189098" y="501392"/>
                </a:lnTo>
                <a:lnTo>
                  <a:pt x="1179538" y="454648"/>
                </a:lnTo>
                <a:lnTo>
                  <a:pt x="1166421" y="409305"/>
                </a:lnTo>
                <a:lnTo>
                  <a:pt x="1149901" y="365516"/>
                </a:lnTo>
                <a:lnTo>
                  <a:pt x="1130131" y="323437"/>
                </a:lnTo>
                <a:lnTo>
                  <a:pt x="1107267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4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0" y="89664"/>
                </a:lnTo>
                <a:lnTo>
                  <a:pt x="873494" y="66799"/>
                </a:lnTo>
                <a:lnTo>
                  <a:pt x="831414" y="47030"/>
                </a:lnTo>
                <a:lnTo>
                  <a:pt x="787625" y="30510"/>
                </a:lnTo>
                <a:lnTo>
                  <a:pt x="742282" y="17393"/>
                </a:lnTo>
                <a:lnTo>
                  <a:pt x="695538" y="7832"/>
                </a:lnTo>
                <a:lnTo>
                  <a:pt x="647548" y="1983"/>
                </a:lnTo>
                <a:lnTo>
                  <a:pt x="5984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61670" y="6248701"/>
            <a:ext cx="1196975" cy="1196975"/>
          </a:xfrm>
          <a:custGeom>
            <a:avLst/>
            <a:gdLst/>
            <a:ahLst/>
            <a:cxnLst/>
            <a:rect l="l" t="t" r="r" b="b"/>
            <a:pathLst>
              <a:path w="1196975" h="1196975">
                <a:moveTo>
                  <a:pt x="598467" y="0"/>
                </a:moveTo>
                <a:lnTo>
                  <a:pt x="549383" y="1983"/>
                </a:lnTo>
                <a:lnTo>
                  <a:pt x="501392" y="7832"/>
                </a:lnTo>
                <a:lnTo>
                  <a:pt x="454648" y="17393"/>
                </a:lnTo>
                <a:lnTo>
                  <a:pt x="409305" y="30510"/>
                </a:lnTo>
                <a:lnTo>
                  <a:pt x="365516" y="47030"/>
                </a:lnTo>
                <a:lnTo>
                  <a:pt x="323437" y="66799"/>
                </a:lnTo>
                <a:lnTo>
                  <a:pt x="283220" y="89664"/>
                </a:lnTo>
                <a:lnTo>
                  <a:pt x="245020" y="115469"/>
                </a:lnTo>
                <a:lnTo>
                  <a:pt x="208991" y="144061"/>
                </a:lnTo>
                <a:lnTo>
                  <a:pt x="175287" y="175287"/>
                </a:lnTo>
                <a:lnTo>
                  <a:pt x="144061" y="208991"/>
                </a:lnTo>
                <a:lnTo>
                  <a:pt x="115469" y="245020"/>
                </a:lnTo>
                <a:lnTo>
                  <a:pt x="89664" y="283220"/>
                </a:lnTo>
                <a:lnTo>
                  <a:pt x="66799" y="323437"/>
                </a:lnTo>
                <a:lnTo>
                  <a:pt x="47030" y="365516"/>
                </a:lnTo>
                <a:lnTo>
                  <a:pt x="30510" y="409305"/>
                </a:lnTo>
                <a:lnTo>
                  <a:pt x="17393" y="454648"/>
                </a:lnTo>
                <a:lnTo>
                  <a:pt x="7832" y="501392"/>
                </a:lnTo>
                <a:lnTo>
                  <a:pt x="1983" y="549383"/>
                </a:lnTo>
                <a:lnTo>
                  <a:pt x="0" y="598467"/>
                </a:lnTo>
                <a:lnTo>
                  <a:pt x="1983" y="647550"/>
                </a:lnTo>
                <a:lnTo>
                  <a:pt x="7832" y="695540"/>
                </a:lnTo>
                <a:lnTo>
                  <a:pt x="17393" y="742284"/>
                </a:lnTo>
                <a:lnTo>
                  <a:pt x="30510" y="787627"/>
                </a:lnTo>
                <a:lnTo>
                  <a:pt x="47030" y="831415"/>
                </a:lnTo>
                <a:lnTo>
                  <a:pt x="66799" y="873494"/>
                </a:lnTo>
                <a:lnTo>
                  <a:pt x="89664" y="913711"/>
                </a:lnTo>
                <a:lnTo>
                  <a:pt x="115469" y="951910"/>
                </a:lnTo>
                <a:lnTo>
                  <a:pt x="144061" y="987939"/>
                </a:lnTo>
                <a:lnTo>
                  <a:pt x="175287" y="1021643"/>
                </a:lnTo>
                <a:lnTo>
                  <a:pt x="208991" y="1052869"/>
                </a:lnTo>
                <a:lnTo>
                  <a:pt x="245020" y="1081461"/>
                </a:lnTo>
                <a:lnTo>
                  <a:pt x="283220" y="1107266"/>
                </a:lnTo>
                <a:lnTo>
                  <a:pt x="323437" y="1130130"/>
                </a:lnTo>
                <a:lnTo>
                  <a:pt x="365516" y="1149900"/>
                </a:lnTo>
                <a:lnTo>
                  <a:pt x="409305" y="1166420"/>
                </a:lnTo>
                <a:lnTo>
                  <a:pt x="454648" y="1179537"/>
                </a:lnTo>
                <a:lnTo>
                  <a:pt x="501392" y="1189097"/>
                </a:lnTo>
                <a:lnTo>
                  <a:pt x="549383" y="1194946"/>
                </a:lnTo>
                <a:lnTo>
                  <a:pt x="598467" y="1196930"/>
                </a:lnTo>
                <a:lnTo>
                  <a:pt x="647550" y="1194946"/>
                </a:lnTo>
                <a:lnTo>
                  <a:pt x="695540" y="1189097"/>
                </a:lnTo>
                <a:lnTo>
                  <a:pt x="742284" y="1179537"/>
                </a:lnTo>
                <a:lnTo>
                  <a:pt x="787627" y="1166420"/>
                </a:lnTo>
                <a:lnTo>
                  <a:pt x="831415" y="1149900"/>
                </a:lnTo>
                <a:lnTo>
                  <a:pt x="873494" y="1130130"/>
                </a:lnTo>
                <a:lnTo>
                  <a:pt x="913711" y="1107266"/>
                </a:lnTo>
                <a:lnTo>
                  <a:pt x="951910" y="1081461"/>
                </a:lnTo>
                <a:lnTo>
                  <a:pt x="987939" y="1052869"/>
                </a:lnTo>
                <a:lnTo>
                  <a:pt x="1021643" y="1021643"/>
                </a:lnTo>
                <a:lnTo>
                  <a:pt x="1052869" y="987939"/>
                </a:lnTo>
                <a:lnTo>
                  <a:pt x="1081461" y="951910"/>
                </a:lnTo>
                <a:lnTo>
                  <a:pt x="1107266" y="913711"/>
                </a:lnTo>
                <a:lnTo>
                  <a:pt x="1130130" y="873494"/>
                </a:lnTo>
                <a:lnTo>
                  <a:pt x="1149900" y="831415"/>
                </a:lnTo>
                <a:lnTo>
                  <a:pt x="1166420" y="787627"/>
                </a:lnTo>
                <a:lnTo>
                  <a:pt x="1179537" y="742284"/>
                </a:lnTo>
                <a:lnTo>
                  <a:pt x="1189097" y="695540"/>
                </a:lnTo>
                <a:lnTo>
                  <a:pt x="1194946" y="647550"/>
                </a:lnTo>
                <a:lnTo>
                  <a:pt x="1196930" y="598467"/>
                </a:lnTo>
                <a:lnTo>
                  <a:pt x="1194946" y="549383"/>
                </a:lnTo>
                <a:lnTo>
                  <a:pt x="1189097" y="501392"/>
                </a:lnTo>
                <a:lnTo>
                  <a:pt x="1179537" y="454648"/>
                </a:lnTo>
                <a:lnTo>
                  <a:pt x="1166420" y="409305"/>
                </a:lnTo>
                <a:lnTo>
                  <a:pt x="1149900" y="365516"/>
                </a:lnTo>
                <a:lnTo>
                  <a:pt x="1130130" y="323437"/>
                </a:lnTo>
                <a:lnTo>
                  <a:pt x="1107266" y="283220"/>
                </a:lnTo>
                <a:lnTo>
                  <a:pt x="1081461" y="245020"/>
                </a:lnTo>
                <a:lnTo>
                  <a:pt x="1052869" y="208991"/>
                </a:lnTo>
                <a:lnTo>
                  <a:pt x="1021643" y="175287"/>
                </a:lnTo>
                <a:lnTo>
                  <a:pt x="987939" y="144061"/>
                </a:lnTo>
                <a:lnTo>
                  <a:pt x="951910" y="115469"/>
                </a:lnTo>
                <a:lnTo>
                  <a:pt x="913711" y="89664"/>
                </a:lnTo>
                <a:lnTo>
                  <a:pt x="873494" y="66799"/>
                </a:lnTo>
                <a:lnTo>
                  <a:pt x="831415" y="47030"/>
                </a:lnTo>
                <a:lnTo>
                  <a:pt x="787627" y="30510"/>
                </a:lnTo>
                <a:lnTo>
                  <a:pt x="742284" y="17393"/>
                </a:lnTo>
                <a:lnTo>
                  <a:pt x="695540" y="7832"/>
                </a:lnTo>
                <a:lnTo>
                  <a:pt x="647550" y="1983"/>
                </a:lnTo>
                <a:lnTo>
                  <a:pt x="59846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17595" y="632476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09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1"/>
                </a:lnTo>
                <a:lnTo>
                  <a:pt x="704686" y="32683"/>
                </a:lnTo>
                <a:lnTo>
                  <a:pt x="746345" y="50299"/>
                </a:lnTo>
                <a:lnTo>
                  <a:pt x="786070" y="71324"/>
                </a:lnTo>
                <a:lnTo>
                  <a:pt x="823676" y="95574"/>
                </a:lnTo>
                <a:lnTo>
                  <a:pt x="858981" y="122864"/>
                </a:lnTo>
                <a:lnTo>
                  <a:pt x="891798" y="153010"/>
                </a:lnTo>
                <a:lnTo>
                  <a:pt x="921944" y="185827"/>
                </a:lnTo>
                <a:lnTo>
                  <a:pt x="949234" y="221132"/>
                </a:lnTo>
                <a:lnTo>
                  <a:pt x="973483" y="258739"/>
                </a:lnTo>
                <a:lnTo>
                  <a:pt x="994508" y="298464"/>
                </a:lnTo>
                <a:lnTo>
                  <a:pt x="1012124" y="340123"/>
                </a:lnTo>
                <a:lnTo>
                  <a:pt x="1026146" y="383531"/>
                </a:lnTo>
                <a:lnTo>
                  <a:pt x="1036390" y="428504"/>
                </a:lnTo>
                <a:lnTo>
                  <a:pt x="1042672" y="474857"/>
                </a:lnTo>
                <a:lnTo>
                  <a:pt x="1044807" y="522406"/>
                </a:lnTo>
                <a:lnTo>
                  <a:pt x="1042672" y="569956"/>
                </a:lnTo>
                <a:lnTo>
                  <a:pt x="1036390" y="616309"/>
                </a:lnTo>
                <a:lnTo>
                  <a:pt x="1026146" y="661282"/>
                </a:lnTo>
                <a:lnTo>
                  <a:pt x="1012124" y="704690"/>
                </a:lnTo>
                <a:lnTo>
                  <a:pt x="994508" y="746348"/>
                </a:lnTo>
                <a:lnTo>
                  <a:pt x="973483" y="786073"/>
                </a:lnTo>
                <a:lnTo>
                  <a:pt x="949234" y="823680"/>
                </a:lnTo>
                <a:lnTo>
                  <a:pt x="921944" y="858984"/>
                </a:lnTo>
                <a:lnTo>
                  <a:pt x="891798" y="891801"/>
                </a:lnTo>
                <a:lnTo>
                  <a:pt x="858981" y="921947"/>
                </a:lnTo>
                <a:lnTo>
                  <a:pt x="823676" y="949236"/>
                </a:lnTo>
                <a:lnTo>
                  <a:pt x="786070" y="973486"/>
                </a:lnTo>
                <a:lnTo>
                  <a:pt x="746345" y="994511"/>
                </a:lnTo>
                <a:lnTo>
                  <a:pt x="704686" y="1012127"/>
                </a:lnTo>
                <a:lnTo>
                  <a:pt x="661278" y="1026149"/>
                </a:lnTo>
                <a:lnTo>
                  <a:pt x="616305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9"/>
                </a:lnTo>
                <a:lnTo>
                  <a:pt x="340119" y="1012127"/>
                </a:lnTo>
                <a:lnTo>
                  <a:pt x="298461" y="994511"/>
                </a:lnTo>
                <a:lnTo>
                  <a:pt x="258736" y="973486"/>
                </a:lnTo>
                <a:lnTo>
                  <a:pt x="221129" y="949236"/>
                </a:lnTo>
                <a:lnTo>
                  <a:pt x="185825" y="921947"/>
                </a:lnTo>
                <a:lnTo>
                  <a:pt x="153008" y="891801"/>
                </a:lnTo>
                <a:lnTo>
                  <a:pt x="122862" y="858984"/>
                </a:lnTo>
                <a:lnTo>
                  <a:pt x="95572" y="823680"/>
                </a:lnTo>
                <a:lnTo>
                  <a:pt x="71323" y="786073"/>
                </a:lnTo>
                <a:lnTo>
                  <a:pt x="50298" y="746348"/>
                </a:lnTo>
                <a:lnTo>
                  <a:pt x="32682" y="704690"/>
                </a:lnTo>
                <a:lnTo>
                  <a:pt x="18660" y="661282"/>
                </a:lnTo>
                <a:lnTo>
                  <a:pt x="8416" y="616309"/>
                </a:lnTo>
                <a:lnTo>
                  <a:pt x="2134" y="569956"/>
                </a:lnTo>
                <a:lnTo>
                  <a:pt x="0" y="522406"/>
                </a:lnTo>
                <a:lnTo>
                  <a:pt x="2134" y="474857"/>
                </a:lnTo>
                <a:lnTo>
                  <a:pt x="8416" y="428504"/>
                </a:lnTo>
                <a:lnTo>
                  <a:pt x="18660" y="383531"/>
                </a:lnTo>
                <a:lnTo>
                  <a:pt x="32682" y="340123"/>
                </a:lnTo>
                <a:lnTo>
                  <a:pt x="50298" y="298464"/>
                </a:lnTo>
                <a:lnTo>
                  <a:pt x="71323" y="258739"/>
                </a:lnTo>
                <a:lnTo>
                  <a:pt x="95572" y="221132"/>
                </a:lnTo>
                <a:lnTo>
                  <a:pt x="122862" y="185827"/>
                </a:lnTo>
                <a:lnTo>
                  <a:pt x="153008" y="153010"/>
                </a:lnTo>
                <a:lnTo>
                  <a:pt x="185825" y="122864"/>
                </a:lnTo>
                <a:lnTo>
                  <a:pt x="221129" y="95574"/>
                </a:lnTo>
                <a:lnTo>
                  <a:pt x="258736" y="71324"/>
                </a:lnTo>
                <a:lnTo>
                  <a:pt x="298461" y="50299"/>
                </a:lnTo>
                <a:lnTo>
                  <a:pt x="340119" y="32683"/>
                </a:lnTo>
                <a:lnTo>
                  <a:pt x="383527" y="18661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470108" y="632476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09">
                <a:moveTo>
                  <a:pt x="522403" y="0"/>
                </a:moveTo>
                <a:lnTo>
                  <a:pt x="569952" y="2134"/>
                </a:lnTo>
                <a:lnTo>
                  <a:pt x="616305" y="8416"/>
                </a:lnTo>
                <a:lnTo>
                  <a:pt x="661278" y="18661"/>
                </a:lnTo>
                <a:lnTo>
                  <a:pt x="704686" y="32683"/>
                </a:lnTo>
                <a:lnTo>
                  <a:pt x="746345" y="50299"/>
                </a:lnTo>
                <a:lnTo>
                  <a:pt x="786070" y="71324"/>
                </a:lnTo>
                <a:lnTo>
                  <a:pt x="823677" y="95574"/>
                </a:lnTo>
                <a:lnTo>
                  <a:pt x="858982" y="122864"/>
                </a:lnTo>
                <a:lnTo>
                  <a:pt x="891799" y="153010"/>
                </a:lnTo>
                <a:lnTo>
                  <a:pt x="921945" y="185827"/>
                </a:lnTo>
                <a:lnTo>
                  <a:pt x="949235" y="221132"/>
                </a:lnTo>
                <a:lnTo>
                  <a:pt x="973485" y="258739"/>
                </a:lnTo>
                <a:lnTo>
                  <a:pt x="994510" y="298464"/>
                </a:lnTo>
                <a:lnTo>
                  <a:pt x="1012126" y="340123"/>
                </a:lnTo>
                <a:lnTo>
                  <a:pt x="1026148" y="383531"/>
                </a:lnTo>
                <a:lnTo>
                  <a:pt x="1036393" y="428504"/>
                </a:lnTo>
                <a:lnTo>
                  <a:pt x="1042675" y="474857"/>
                </a:lnTo>
                <a:lnTo>
                  <a:pt x="1044809" y="522406"/>
                </a:lnTo>
                <a:lnTo>
                  <a:pt x="1042675" y="569956"/>
                </a:lnTo>
                <a:lnTo>
                  <a:pt x="1036393" y="616309"/>
                </a:lnTo>
                <a:lnTo>
                  <a:pt x="1026148" y="661282"/>
                </a:lnTo>
                <a:lnTo>
                  <a:pt x="1012126" y="704690"/>
                </a:lnTo>
                <a:lnTo>
                  <a:pt x="994510" y="746348"/>
                </a:lnTo>
                <a:lnTo>
                  <a:pt x="973485" y="786073"/>
                </a:lnTo>
                <a:lnTo>
                  <a:pt x="949235" y="823680"/>
                </a:lnTo>
                <a:lnTo>
                  <a:pt x="921945" y="858984"/>
                </a:lnTo>
                <a:lnTo>
                  <a:pt x="891799" y="891801"/>
                </a:lnTo>
                <a:lnTo>
                  <a:pt x="858982" y="921947"/>
                </a:lnTo>
                <a:lnTo>
                  <a:pt x="823677" y="949236"/>
                </a:lnTo>
                <a:lnTo>
                  <a:pt x="786070" y="973486"/>
                </a:lnTo>
                <a:lnTo>
                  <a:pt x="746345" y="994511"/>
                </a:lnTo>
                <a:lnTo>
                  <a:pt x="704686" y="1012127"/>
                </a:lnTo>
                <a:lnTo>
                  <a:pt x="661278" y="1026149"/>
                </a:lnTo>
                <a:lnTo>
                  <a:pt x="616305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9"/>
                </a:lnTo>
                <a:lnTo>
                  <a:pt x="340119" y="1012127"/>
                </a:lnTo>
                <a:lnTo>
                  <a:pt x="298461" y="994511"/>
                </a:lnTo>
                <a:lnTo>
                  <a:pt x="258736" y="973486"/>
                </a:lnTo>
                <a:lnTo>
                  <a:pt x="221129" y="949236"/>
                </a:lnTo>
                <a:lnTo>
                  <a:pt x="185825" y="921947"/>
                </a:lnTo>
                <a:lnTo>
                  <a:pt x="153008" y="891801"/>
                </a:lnTo>
                <a:lnTo>
                  <a:pt x="122862" y="858984"/>
                </a:lnTo>
                <a:lnTo>
                  <a:pt x="95572" y="823680"/>
                </a:lnTo>
                <a:lnTo>
                  <a:pt x="71323" y="786073"/>
                </a:lnTo>
                <a:lnTo>
                  <a:pt x="50298" y="746348"/>
                </a:lnTo>
                <a:lnTo>
                  <a:pt x="32682" y="704690"/>
                </a:lnTo>
                <a:lnTo>
                  <a:pt x="18660" y="661282"/>
                </a:lnTo>
                <a:lnTo>
                  <a:pt x="8416" y="616309"/>
                </a:lnTo>
                <a:lnTo>
                  <a:pt x="2134" y="569956"/>
                </a:lnTo>
                <a:lnTo>
                  <a:pt x="0" y="522406"/>
                </a:lnTo>
                <a:lnTo>
                  <a:pt x="2134" y="474857"/>
                </a:lnTo>
                <a:lnTo>
                  <a:pt x="8416" y="428504"/>
                </a:lnTo>
                <a:lnTo>
                  <a:pt x="18660" y="383531"/>
                </a:lnTo>
                <a:lnTo>
                  <a:pt x="32682" y="340123"/>
                </a:lnTo>
                <a:lnTo>
                  <a:pt x="50298" y="298464"/>
                </a:lnTo>
                <a:lnTo>
                  <a:pt x="71323" y="258739"/>
                </a:lnTo>
                <a:lnTo>
                  <a:pt x="95572" y="221132"/>
                </a:lnTo>
                <a:lnTo>
                  <a:pt x="122862" y="185827"/>
                </a:lnTo>
                <a:lnTo>
                  <a:pt x="153008" y="153010"/>
                </a:lnTo>
                <a:lnTo>
                  <a:pt x="185825" y="122864"/>
                </a:lnTo>
                <a:lnTo>
                  <a:pt x="221129" y="95574"/>
                </a:lnTo>
                <a:lnTo>
                  <a:pt x="258736" y="71324"/>
                </a:lnTo>
                <a:lnTo>
                  <a:pt x="298461" y="50299"/>
                </a:lnTo>
                <a:lnTo>
                  <a:pt x="340119" y="32683"/>
                </a:lnTo>
                <a:lnTo>
                  <a:pt x="383527" y="18661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114897" y="632476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10" h="1045209">
                <a:moveTo>
                  <a:pt x="522403" y="0"/>
                </a:moveTo>
                <a:lnTo>
                  <a:pt x="569952" y="2134"/>
                </a:lnTo>
                <a:lnTo>
                  <a:pt x="616306" y="8416"/>
                </a:lnTo>
                <a:lnTo>
                  <a:pt x="661279" y="18661"/>
                </a:lnTo>
                <a:lnTo>
                  <a:pt x="704687" y="32683"/>
                </a:lnTo>
                <a:lnTo>
                  <a:pt x="746346" y="50299"/>
                </a:lnTo>
                <a:lnTo>
                  <a:pt x="786071" y="71324"/>
                </a:lnTo>
                <a:lnTo>
                  <a:pt x="823678" y="95574"/>
                </a:lnTo>
                <a:lnTo>
                  <a:pt x="858983" y="122864"/>
                </a:lnTo>
                <a:lnTo>
                  <a:pt x="891800" y="153010"/>
                </a:lnTo>
                <a:lnTo>
                  <a:pt x="921946" y="185827"/>
                </a:lnTo>
                <a:lnTo>
                  <a:pt x="949236" y="221132"/>
                </a:lnTo>
                <a:lnTo>
                  <a:pt x="973486" y="258739"/>
                </a:lnTo>
                <a:lnTo>
                  <a:pt x="994511" y="298464"/>
                </a:lnTo>
                <a:lnTo>
                  <a:pt x="1012126" y="340123"/>
                </a:lnTo>
                <a:lnTo>
                  <a:pt x="1026149" y="383531"/>
                </a:lnTo>
                <a:lnTo>
                  <a:pt x="1036393" y="428504"/>
                </a:lnTo>
                <a:lnTo>
                  <a:pt x="1042675" y="474857"/>
                </a:lnTo>
                <a:lnTo>
                  <a:pt x="1044809" y="522406"/>
                </a:lnTo>
                <a:lnTo>
                  <a:pt x="1042675" y="569956"/>
                </a:lnTo>
                <a:lnTo>
                  <a:pt x="1036393" y="616309"/>
                </a:lnTo>
                <a:lnTo>
                  <a:pt x="1026149" y="661282"/>
                </a:lnTo>
                <a:lnTo>
                  <a:pt x="1012126" y="704690"/>
                </a:lnTo>
                <a:lnTo>
                  <a:pt x="994511" y="746348"/>
                </a:lnTo>
                <a:lnTo>
                  <a:pt x="973486" y="786073"/>
                </a:lnTo>
                <a:lnTo>
                  <a:pt x="949236" y="823680"/>
                </a:lnTo>
                <a:lnTo>
                  <a:pt x="921946" y="858984"/>
                </a:lnTo>
                <a:lnTo>
                  <a:pt x="891800" y="891801"/>
                </a:lnTo>
                <a:lnTo>
                  <a:pt x="858983" y="921947"/>
                </a:lnTo>
                <a:lnTo>
                  <a:pt x="823678" y="949236"/>
                </a:lnTo>
                <a:lnTo>
                  <a:pt x="786071" y="973486"/>
                </a:lnTo>
                <a:lnTo>
                  <a:pt x="746346" y="994511"/>
                </a:lnTo>
                <a:lnTo>
                  <a:pt x="704687" y="1012127"/>
                </a:lnTo>
                <a:lnTo>
                  <a:pt x="661279" y="1026149"/>
                </a:lnTo>
                <a:lnTo>
                  <a:pt x="616306" y="1036393"/>
                </a:lnTo>
                <a:lnTo>
                  <a:pt x="569952" y="1042675"/>
                </a:lnTo>
                <a:lnTo>
                  <a:pt x="522403" y="1044809"/>
                </a:lnTo>
                <a:lnTo>
                  <a:pt x="474853" y="1042675"/>
                </a:lnTo>
                <a:lnTo>
                  <a:pt x="428500" y="1036393"/>
                </a:lnTo>
                <a:lnTo>
                  <a:pt x="383527" y="1026149"/>
                </a:lnTo>
                <a:lnTo>
                  <a:pt x="340119" y="1012127"/>
                </a:lnTo>
                <a:lnTo>
                  <a:pt x="298461" y="994511"/>
                </a:lnTo>
                <a:lnTo>
                  <a:pt x="258736" y="973486"/>
                </a:lnTo>
                <a:lnTo>
                  <a:pt x="221129" y="949236"/>
                </a:lnTo>
                <a:lnTo>
                  <a:pt x="185825" y="921947"/>
                </a:lnTo>
                <a:lnTo>
                  <a:pt x="153008" y="891801"/>
                </a:lnTo>
                <a:lnTo>
                  <a:pt x="122862" y="858984"/>
                </a:lnTo>
                <a:lnTo>
                  <a:pt x="95572" y="823680"/>
                </a:lnTo>
                <a:lnTo>
                  <a:pt x="71323" y="786073"/>
                </a:lnTo>
                <a:lnTo>
                  <a:pt x="50298" y="746348"/>
                </a:lnTo>
                <a:lnTo>
                  <a:pt x="32682" y="704690"/>
                </a:lnTo>
                <a:lnTo>
                  <a:pt x="18660" y="661282"/>
                </a:lnTo>
                <a:lnTo>
                  <a:pt x="8416" y="616309"/>
                </a:lnTo>
                <a:lnTo>
                  <a:pt x="2134" y="569956"/>
                </a:lnTo>
                <a:lnTo>
                  <a:pt x="0" y="522406"/>
                </a:lnTo>
                <a:lnTo>
                  <a:pt x="2134" y="474857"/>
                </a:lnTo>
                <a:lnTo>
                  <a:pt x="8416" y="428504"/>
                </a:lnTo>
                <a:lnTo>
                  <a:pt x="18660" y="383531"/>
                </a:lnTo>
                <a:lnTo>
                  <a:pt x="32682" y="340123"/>
                </a:lnTo>
                <a:lnTo>
                  <a:pt x="50298" y="298464"/>
                </a:lnTo>
                <a:lnTo>
                  <a:pt x="71323" y="258739"/>
                </a:lnTo>
                <a:lnTo>
                  <a:pt x="95572" y="221132"/>
                </a:lnTo>
                <a:lnTo>
                  <a:pt x="122862" y="185827"/>
                </a:lnTo>
                <a:lnTo>
                  <a:pt x="153008" y="153010"/>
                </a:lnTo>
                <a:lnTo>
                  <a:pt x="185825" y="122864"/>
                </a:lnTo>
                <a:lnTo>
                  <a:pt x="221129" y="95574"/>
                </a:lnTo>
                <a:lnTo>
                  <a:pt x="258736" y="71324"/>
                </a:lnTo>
                <a:lnTo>
                  <a:pt x="298461" y="50299"/>
                </a:lnTo>
                <a:lnTo>
                  <a:pt x="340119" y="32683"/>
                </a:lnTo>
                <a:lnTo>
                  <a:pt x="383527" y="18661"/>
                </a:lnTo>
                <a:lnTo>
                  <a:pt x="428500" y="8416"/>
                </a:lnTo>
                <a:lnTo>
                  <a:pt x="474853" y="2134"/>
                </a:lnTo>
                <a:lnTo>
                  <a:pt x="522403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4231420" y="6594196"/>
            <a:ext cx="812165" cy="70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30480" algn="ctr">
              <a:lnSpc>
                <a:spcPct val="100000"/>
              </a:lnSpc>
              <a:spcBef>
                <a:spcPts val="95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盆腔内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境调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737730" y="6324761"/>
            <a:ext cx="1045210" cy="1045210"/>
          </a:xfrm>
          <a:custGeom>
            <a:avLst/>
            <a:gdLst/>
            <a:ahLst/>
            <a:cxnLst/>
            <a:rect l="l" t="t" r="r" b="b"/>
            <a:pathLst>
              <a:path w="1045209" h="1045209">
                <a:moveTo>
                  <a:pt x="522406" y="0"/>
                </a:moveTo>
                <a:lnTo>
                  <a:pt x="569956" y="2134"/>
                </a:lnTo>
                <a:lnTo>
                  <a:pt x="616309" y="8416"/>
                </a:lnTo>
                <a:lnTo>
                  <a:pt x="661282" y="18661"/>
                </a:lnTo>
                <a:lnTo>
                  <a:pt x="704690" y="32683"/>
                </a:lnTo>
                <a:lnTo>
                  <a:pt x="746348" y="50299"/>
                </a:lnTo>
                <a:lnTo>
                  <a:pt x="786073" y="71324"/>
                </a:lnTo>
                <a:lnTo>
                  <a:pt x="823680" y="95574"/>
                </a:lnTo>
                <a:lnTo>
                  <a:pt x="858984" y="122864"/>
                </a:lnTo>
                <a:lnTo>
                  <a:pt x="891801" y="153010"/>
                </a:lnTo>
                <a:lnTo>
                  <a:pt x="921947" y="185827"/>
                </a:lnTo>
                <a:lnTo>
                  <a:pt x="949236" y="221132"/>
                </a:lnTo>
                <a:lnTo>
                  <a:pt x="973486" y="258739"/>
                </a:lnTo>
                <a:lnTo>
                  <a:pt x="994511" y="298464"/>
                </a:lnTo>
                <a:lnTo>
                  <a:pt x="1012127" y="340123"/>
                </a:lnTo>
                <a:lnTo>
                  <a:pt x="1026149" y="383531"/>
                </a:lnTo>
                <a:lnTo>
                  <a:pt x="1036393" y="428504"/>
                </a:lnTo>
                <a:lnTo>
                  <a:pt x="1042675" y="474857"/>
                </a:lnTo>
                <a:lnTo>
                  <a:pt x="1044809" y="522406"/>
                </a:lnTo>
                <a:lnTo>
                  <a:pt x="1042675" y="569956"/>
                </a:lnTo>
                <a:lnTo>
                  <a:pt x="1036393" y="616309"/>
                </a:lnTo>
                <a:lnTo>
                  <a:pt x="1026149" y="661282"/>
                </a:lnTo>
                <a:lnTo>
                  <a:pt x="1012127" y="704690"/>
                </a:lnTo>
                <a:lnTo>
                  <a:pt x="994511" y="746348"/>
                </a:lnTo>
                <a:lnTo>
                  <a:pt x="973486" y="786073"/>
                </a:lnTo>
                <a:lnTo>
                  <a:pt x="949236" y="823680"/>
                </a:lnTo>
                <a:lnTo>
                  <a:pt x="921947" y="858984"/>
                </a:lnTo>
                <a:lnTo>
                  <a:pt x="891801" y="891801"/>
                </a:lnTo>
                <a:lnTo>
                  <a:pt x="858984" y="921947"/>
                </a:lnTo>
                <a:lnTo>
                  <a:pt x="823680" y="949236"/>
                </a:lnTo>
                <a:lnTo>
                  <a:pt x="786073" y="973486"/>
                </a:lnTo>
                <a:lnTo>
                  <a:pt x="746348" y="994511"/>
                </a:lnTo>
                <a:lnTo>
                  <a:pt x="704690" y="1012127"/>
                </a:lnTo>
                <a:lnTo>
                  <a:pt x="661282" y="1026149"/>
                </a:lnTo>
                <a:lnTo>
                  <a:pt x="616309" y="1036393"/>
                </a:lnTo>
                <a:lnTo>
                  <a:pt x="569956" y="1042675"/>
                </a:lnTo>
                <a:lnTo>
                  <a:pt x="522406" y="1044809"/>
                </a:lnTo>
                <a:lnTo>
                  <a:pt x="474857" y="1042675"/>
                </a:lnTo>
                <a:lnTo>
                  <a:pt x="428504" y="1036393"/>
                </a:lnTo>
                <a:lnTo>
                  <a:pt x="383531" y="1026149"/>
                </a:lnTo>
                <a:lnTo>
                  <a:pt x="340123" y="1012127"/>
                </a:lnTo>
                <a:lnTo>
                  <a:pt x="298464" y="994511"/>
                </a:lnTo>
                <a:lnTo>
                  <a:pt x="258739" y="973486"/>
                </a:lnTo>
                <a:lnTo>
                  <a:pt x="221132" y="949236"/>
                </a:lnTo>
                <a:lnTo>
                  <a:pt x="185827" y="921947"/>
                </a:lnTo>
                <a:lnTo>
                  <a:pt x="153010" y="891801"/>
                </a:lnTo>
                <a:lnTo>
                  <a:pt x="122864" y="858984"/>
                </a:lnTo>
                <a:lnTo>
                  <a:pt x="95574" y="823680"/>
                </a:lnTo>
                <a:lnTo>
                  <a:pt x="71324" y="786073"/>
                </a:lnTo>
                <a:lnTo>
                  <a:pt x="50299" y="746348"/>
                </a:lnTo>
                <a:lnTo>
                  <a:pt x="32683" y="704690"/>
                </a:lnTo>
                <a:lnTo>
                  <a:pt x="18661" y="661282"/>
                </a:lnTo>
                <a:lnTo>
                  <a:pt x="8416" y="616309"/>
                </a:lnTo>
                <a:lnTo>
                  <a:pt x="2134" y="569956"/>
                </a:lnTo>
                <a:lnTo>
                  <a:pt x="0" y="522406"/>
                </a:lnTo>
                <a:lnTo>
                  <a:pt x="2134" y="474857"/>
                </a:lnTo>
                <a:lnTo>
                  <a:pt x="8416" y="428504"/>
                </a:lnTo>
                <a:lnTo>
                  <a:pt x="18661" y="383531"/>
                </a:lnTo>
                <a:lnTo>
                  <a:pt x="32683" y="340123"/>
                </a:lnTo>
                <a:lnTo>
                  <a:pt x="50299" y="298464"/>
                </a:lnTo>
                <a:lnTo>
                  <a:pt x="71324" y="258739"/>
                </a:lnTo>
                <a:lnTo>
                  <a:pt x="95574" y="221132"/>
                </a:lnTo>
                <a:lnTo>
                  <a:pt x="122864" y="185827"/>
                </a:lnTo>
                <a:lnTo>
                  <a:pt x="153010" y="153010"/>
                </a:lnTo>
                <a:lnTo>
                  <a:pt x="185827" y="122864"/>
                </a:lnTo>
                <a:lnTo>
                  <a:pt x="221132" y="95574"/>
                </a:lnTo>
                <a:lnTo>
                  <a:pt x="258739" y="71324"/>
                </a:lnTo>
                <a:lnTo>
                  <a:pt x="298464" y="50299"/>
                </a:lnTo>
                <a:lnTo>
                  <a:pt x="340123" y="32683"/>
                </a:lnTo>
                <a:lnTo>
                  <a:pt x="383531" y="18661"/>
                </a:lnTo>
                <a:lnTo>
                  <a:pt x="428504" y="8416"/>
                </a:lnTo>
                <a:lnTo>
                  <a:pt x="474857" y="2134"/>
                </a:lnTo>
                <a:lnTo>
                  <a:pt x="522406" y="0"/>
                </a:lnTo>
                <a:close/>
              </a:path>
            </a:pathLst>
          </a:custGeom>
          <a:ln w="3175">
            <a:solidFill>
              <a:srgbClr val="20A3B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5879034" y="6637854"/>
            <a:ext cx="7613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盆腔保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养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113405" y="6857956"/>
            <a:ext cx="17145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endParaRPr sz="16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254626" y="7017167"/>
            <a:ext cx="13970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679353" y="3698292"/>
            <a:ext cx="626110" cy="7023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 marR="30480" algn="ctr">
              <a:lnSpc>
                <a:spcPct val="99000"/>
              </a:lnSpc>
              <a:spcBef>
                <a:spcPts val="11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腹斜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训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678729" y="5126769"/>
            <a:ext cx="626110" cy="7023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 marR="30480" algn="ctr">
              <a:lnSpc>
                <a:spcPct val="99000"/>
              </a:lnSpc>
              <a:spcBef>
                <a:spcPts val="11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耻⻣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联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合分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 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26098" y="5126769"/>
            <a:ext cx="626110" cy="7023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 marR="30480" algn="ctr">
              <a:lnSpc>
                <a:spcPct val="99000"/>
              </a:lnSpc>
              <a:spcBef>
                <a:spcPts val="11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膜增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厚 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947511" y="5126769"/>
            <a:ext cx="626110" cy="7023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 marR="30480" algn="ctr">
              <a:lnSpc>
                <a:spcPct val="99000"/>
              </a:lnSpc>
              <a:spcBef>
                <a:spcPts val="11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慢性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 </a:t>
            </a: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腔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 </a:t>
            </a: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39897" y="6565253"/>
            <a:ext cx="80010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45"/>
              </a:lnSpc>
              <a:spcBef>
                <a:spcPts val="100"/>
              </a:spcBef>
            </a:pPr>
            <a:r>
              <a:rPr sz="1400" b="1" spc="3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algn="ctr">
              <a:lnSpc>
                <a:spcPts val="1645"/>
              </a:lnSpc>
            </a:pPr>
            <a:r>
              <a:rPr sz="1400" b="1" spc="3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⼦宫恢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4445" algn="ctr">
              <a:lnSpc>
                <a:spcPct val="100000"/>
              </a:lnSpc>
              <a:spcBef>
                <a:spcPts val="135"/>
              </a:spcBef>
            </a:pP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587514" y="6565253"/>
            <a:ext cx="812165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45"/>
              </a:lnSpc>
              <a:spcBef>
                <a:spcPts val="100"/>
              </a:spcBef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algn="ctr">
              <a:lnSpc>
                <a:spcPts val="1645"/>
              </a:lnSpc>
            </a:pPr>
            <a:r>
              <a:rPr sz="1400" b="1" spc="60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⽉经过</a:t>
            </a:r>
            <a:r>
              <a:rPr sz="1400" b="1" dirty="0">
                <a:solidFill>
                  <a:srgbClr val="20A3B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少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6985" algn="ctr">
              <a:lnSpc>
                <a:spcPct val="100000"/>
              </a:lnSpc>
              <a:spcBef>
                <a:spcPts val="135"/>
              </a:spcBef>
            </a:pPr>
            <a:r>
              <a:rPr sz="2475" spc="7" baseline="1200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750" spc="-40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750" spc="-75" dirty="0">
                <a:solidFill>
                  <a:srgbClr val="20A3B4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7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026468" y="1491013"/>
            <a:ext cx="475735" cy="7163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577102" y="1492916"/>
            <a:ext cx="426499" cy="7144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070701" y="2185066"/>
            <a:ext cx="1689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45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方形电极</a:t>
            </a:r>
            <a:r>
              <a:rPr sz="2500" b="1" dirty="0">
                <a:solidFill>
                  <a:srgbClr val="FEFEFE"/>
                </a:solidFill>
                <a:latin typeface="微软雅黑" panose="020B0503020204020204" charset="-122"/>
                <a:cs typeface="微软雅黑" panose="020B0503020204020204" charset="-122"/>
              </a:rPr>
              <a:t>片</a:t>
            </a:r>
            <a:endParaRPr sz="2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60827" y="2987230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572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83424" y="1815020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0"/>
                </a:moveTo>
                <a:lnTo>
                  <a:pt x="0" y="1149349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60827" y="1792795"/>
            <a:ext cx="1367790" cy="0"/>
          </a:xfrm>
          <a:custGeom>
            <a:avLst/>
            <a:gdLst/>
            <a:ahLst/>
            <a:cxnLst/>
            <a:rect l="l" t="t" r="r" b="b"/>
            <a:pathLst>
              <a:path w="1367789">
                <a:moveTo>
                  <a:pt x="0" y="0"/>
                </a:moveTo>
                <a:lnTo>
                  <a:pt x="1367481" y="0"/>
                </a:lnTo>
              </a:path>
            </a:pathLst>
          </a:custGeom>
          <a:ln w="444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105711" y="2793582"/>
            <a:ext cx="0" cy="170815"/>
          </a:xfrm>
          <a:custGeom>
            <a:avLst/>
            <a:gdLst/>
            <a:ahLst/>
            <a:cxnLst/>
            <a:rect l="l" t="t" r="r" b="b"/>
            <a:pathLst>
              <a:path h="170814">
                <a:moveTo>
                  <a:pt x="0" y="0"/>
                </a:moveTo>
                <a:lnTo>
                  <a:pt x="0" y="170694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105711" y="1815491"/>
            <a:ext cx="0" cy="379730"/>
          </a:xfrm>
          <a:custGeom>
            <a:avLst/>
            <a:gdLst/>
            <a:ahLst/>
            <a:cxnLst/>
            <a:rect l="l" t="t" r="r" b="b"/>
            <a:pathLst>
              <a:path h="379730">
                <a:moveTo>
                  <a:pt x="0" y="0"/>
                </a:moveTo>
                <a:lnTo>
                  <a:pt x="0" y="379735"/>
                </a:lnTo>
              </a:path>
            </a:pathLst>
          </a:custGeom>
          <a:ln w="45194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1104185" y="2596230"/>
            <a:ext cx="1139825" cy="151765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17780" rIns="0" bIns="0" rtlCol="0">
            <a:spAutoFit/>
          </a:bodyPr>
          <a:lstStyle/>
          <a:p>
            <a:pPr marL="52070">
              <a:lnSpc>
                <a:spcPts val="1055"/>
              </a:lnSpc>
              <a:spcBef>
                <a:spcPts val="140"/>
              </a:spcBef>
            </a:pP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350" spc="97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50" spc="104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项</a:t>
            </a:r>
            <a:r>
              <a:rPr sz="1350" spc="97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spc="52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目</a:t>
            </a:r>
            <a:r>
              <a:rPr sz="1350" spc="44" baseline="6000" dirty="0">
                <a:solidFill>
                  <a:srgbClr val="20A3B4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550" spc="-100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550" spc="-10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550" spc="-100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50" spc="-5" dirty="0">
                <a:solidFill>
                  <a:srgbClr val="20A3B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5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2597152" y="7866965"/>
            <a:ext cx="41211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dirty="0">
                <a:solidFill>
                  <a:srgbClr val="FEFEFE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113255" y="7865489"/>
            <a:ext cx="46990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0711" y="3361902"/>
            <a:ext cx="14408150" cy="2863215"/>
          </a:xfrm>
          <a:custGeom>
            <a:avLst/>
            <a:gdLst/>
            <a:ahLst/>
            <a:cxnLst/>
            <a:rect l="l" t="t" r="r" b="b"/>
            <a:pathLst>
              <a:path w="14408150" h="2863215">
                <a:moveTo>
                  <a:pt x="0" y="2863009"/>
                </a:moveTo>
                <a:lnTo>
                  <a:pt x="20309" y="2821486"/>
                </a:lnTo>
                <a:lnTo>
                  <a:pt x="40930" y="2779738"/>
                </a:lnTo>
                <a:lnTo>
                  <a:pt x="61861" y="2737782"/>
                </a:lnTo>
                <a:lnTo>
                  <a:pt x="83104" y="2695637"/>
                </a:lnTo>
                <a:lnTo>
                  <a:pt x="104656" y="2653322"/>
                </a:lnTo>
                <a:lnTo>
                  <a:pt x="126518" y="2610854"/>
                </a:lnTo>
                <a:lnTo>
                  <a:pt x="148689" y="2568253"/>
                </a:lnTo>
                <a:lnTo>
                  <a:pt x="171168" y="2525536"/>
                </a:lnTo>
                <a:lnTo>
                  <a:pt x="193954" y="2482722"/>
                </a:lnTo>
                <a:lnTo>
                  <a:pt x="217048" y="2439830"/>
                </a:lnTo>
                <a:lnTo>
                  <a:pt x="240449" y="2396878"/>
                </a:lnTo>
                <a:lnTo>
                  <a:pt x="264155" y="2353884"/>
                </a:lnTo>
                <a:lnTo>
                  <a:pt x="288168" y="2310867"/>
                </a:lnTo>
                <a:lnTo>
                  <a:pt x="312485" y="2267845"/>
                </a:lnTo>
                <a:lnTo>
                  <a:pt x="337107" y="2224836"/>
                </a:lnTo>
                <a:lnTo>
                  <a:pt x="362032" y="2181860"/>
                </a:lnTo>
                <a:lnTo>
                  <a:pt x="387261" y="2138933"/>
                </a:lnTo>
                <a:lnTo>
                  <a:pt x="412793" y="2096076"/>
                </a:lnTo>
                <a:lnTo>
                  <a:pt x="438627" y="2053306"/>
                </a:lnTo>
                <a:lnTo>
                  <a:pt x="464762" y="2010642"/>
                </a:lnTo>
                <a:lnTo>
                  <a:pt x="491199" y="1968101"/>
                </a:lnTo>
                <a:lnTo>
                  <a:pt x="517937" y="1925703"/>
                </a:lnTo>
                <a:lnTo>
                  <a:pt x="544974" y="1883467"/>
                </a:lnTo>
                <a:lnTo>
                  <a:pt x="572311" y="1841409"/>
                </a:lnTo>
                <a:lnTo>
                  <a:pt x="599947" y="1799549"/>
                </a:lnTo>
                <a:lnTo>
                  <a:pt x="627881" y="1757905"/>
                </a:lnTo>
                <a:lnTo>
                  <a:pt x="656113" y="1716496"/>
                </a:lnTo>
                <a:lnTo>
                  <a:pt x="684643" y="1675340"/>
                </a:lnTo>
                <a:lnTo>
                  <a:pt x="713469" y="1634455"/>
                </a:lnTo>
                <a:lnTo>
                  <a:pt x="742591" y="1593861"/>
                </a:lnTo>
                <a:lnTo>
                  <a:pt x="772009" y="1553574"/>
                </a:lnTo>
                <a:lnTo>
                  <a:pt x="801722" y="1513614"/>
                </a:lnTo>
                <a:lnTo>
                  <a:pt x="831730" y="1473999"/>
                </a:lnTo>
                <a:lnTo>
                  <a:pt x="862031" y="1434748"/>
                </a:lnTo>
                <a:lnTo>
                  <a:pt x="892626" y="1395878"/>
                </a:lnTo>
                <a:lnTo>
                  <a:pt x="923514" y="1357409"/>
                </a:lnTo>
                <a:lnTo>
                  <a:pt x="954694" y="1319359"/>
                </a:lnTo>
                <a:lnTo>
                  <a:pt x="986166" y="1281746"/>
                </a:lnTo>
                <a:lnTo>
                  <a:pt x="1017929" y="1244588"/>
                </a:lnTo>
                <a:lnTo>
                  <a:pt x="1049983" y="1207905"/>
                </a:lnTo>
                <a:lnTo>
                  <a:pt x="1082327" y="1171714"/>
                </a:lnTo>
                <a:lnTo>
                  <a:pt x="1114960" y="1136034"/>
                </a:lnTo>
                <a:lnTo>
                  <a:pt x="1147883" y="1100883"/>
                </a:lnTo>
                <a:lnTo>
                  <a:pt x="1181094" y="1066279"/>
                </a:lnTo>
                <a:lnTo>
                  <a:pt x="1214593" y="1032242"/>
                </a:lnTo>
                <a:lnTo>
                  <a:pt x="1248379" y="998789"/>
                </a:lnTo>
                <a:lnTo>
                  <a:pt x="1282452" y="965940"/>
                </a:lnTo>
                <a:lnTo>
                  <a:pt x="1316811" y="933711"/>
                </a:lnTo>
                <a:lnTo>
                  <a:pt x="1351456" y="902123"/>
                </a:lnTo>
                <a:lnTo>
                  <a:pt x="1386386" y="871192"/>
                </a:lnTo>
                <a:lnTo>
                  <a:pt x="1421601" y="840938"/>
                </a:lnTo>
                <a:lnTo>
                  <a:pt x="1457100" y="811380"/>
                </a:lnTo>
                <a:lnTo>
                  <a:pt x="1492882" y="782534"/>
                </a:lnTo>
                <a:lnTo>
                  <a:pt x="1528948" y="754421"/>
                </a:lnTo>
                <a:lnTo>
                  <a:pt x="1565295" y="727058"/>
                </a:lnTo>
                <a:lnTo>
                  <a:pt x="1601925" y="700463"/>
                </a:lnTo>
                <a:lnTo>
                  <a:pt x="1638836" y="674656"/>
                </a:lnTo>
                <a:lnTo>
                  <a:pt x="1676027" y="649654"/>
                </a:lnTo>
                <a:lnTo>
                  <a:pt x="1713499" y="625476"/>
                </a:lnTo>
                <a:lnTo>
                  <a:pt x="1751250" y="602140"/>
                </a:lnTo>
                <a:lnTo>
                  <a:pt x="1789281" y="579666"/>
                </a:lnTo>
                <a:lnTo>
                  <a:pt x="1827590" y="558070"/>
                </a:lnTo>
                <a:lnTo>
                  <a:pt x="1866177" y="537372"/>
                </a:lnTo>
                <a:lnTo>
                  <a:pt x="1905042" y="517590"/>
                </a:lnTo>
                <a:lnTo>
                  <a:pt x="1944183" y="498743"/>
                </a:lnTo>
                <a:lnTo>
                  <a:pt x="1983601" y="480848"/>
                </a:lnTo>
                <a:lnTo>
                  <a:pt x="2023294" y="463925"/>
                </a:lnTo>
                <a:lnTo>
                  <a:pt x="2063263" y="447991"/>
                </a:lnTo>
                <a:lnTo>
                  <a:pt x="2103506" y="433066"/>
                </a:lnTo>
                <a:lnTo>
                  <a:pt x="2144024" y="419167"/>
                </a:lnTo>
                <a:lnTo>
                  <a:pt x="2184815" y="406313"/>
                </a:lnTo>
                <a:lnTo>
                  <a:pt x="2225879" y="394522"/>
                </a:lnTo>
                <a:lnTo>
                  <a:pt x="2267215" y="383814"/>
                </a:lnTo>
                <a:lnTo>
                  <a:pt x="2308824" y="374205"/>
                </a:lnTo>
                <a:lnTo>
                  <a:pt x="2350704" y="365715"/>
                </a:lnTo>
                <a:lnTo>
                  <a:pt x="2392855" y="358362"/>
                </a:lnTo>
                <a:lnTo>
                  <a:pt x="2435276" y="352165"/>
                </a:lnTo>
                <a:lnTo>
                  <a:pt x="2477966" y="347141"/>
                </a:lnTo>
                <a:lnTo>
                  <a:pt x="2520926" y="343310"/>
                </a:lnTo>
                <a:lnTo>
                  <a:pt x="2564155" y="340690"/>
                </a:lnTo>
                <a:lnTo>
                  <a:pt x="2607651" y="339298"/>
                </a:lnTo>
                <a:lnTo>
                  <a:pt x="2651415" y="339155"/>
                </a:lnTo>
                <a:lnTo>
                  <a:pt x="2695446" y="340277"/>
                </a:lnTo>
                <a:lnTo>
                  <a:pt x="2738014" y="342474"/>
                </a:lnTo>
                <a:lnTo>
                  <a:pt x="2780407" y="345650"/>
                </a:lnTo>
                <a:lnTo>
                  <a:pt x="2822628" y="349788"/>
                </a:lnTo>
                <a:lnTo>
                  <a:pt x="2864679" y="354869"/>
                </a:lnTo>
                <a:lnTo>
                  <a:pt x="2906564" y="360876"/>
                </a:lnTo>
                <a:lnTo>
                  <a:pt x="2948286" y="367790"/>
                </a:lnTo>
                <a:lnTo>
                  <a:pt x="2989848" y="375593"/>
                </a:lnTo>
                <a:lnTo>
                  <a:pt x="3031252" y="384268"/>
                </a:lnTo>
                <a:lnTo>
                  <a:pt x="3072502" y="393795"/>
                </a:lnTo>
                <a:lnTo>
                  <a:pt x="3113601" y="404157"/>
                </a:lnTo>
                <a:lnTo>
                  <a:pt x="3154550" y="415336"/>
                </a:lnTo>
                <a:lnTo>
                  <a:pt x="3195355" y="427314"/>
                </a:lnTo>
                <a:lnTo>
                  <a:pt x="3236016" y="440072"/>
                </a:lnTo>
                <a:lnTo>
                  <a:pt x="3276538" y="453593"/>
                </a:lnTo>
                <a:lnTo>
                  <a:pt x="3316924" y="467858"/>
                </a:lnTo>
                <a:lnTo>
                  <a:pt x="3357175" y="482850"/>
                </a:lnTo>
                <a:lnTo>
                  <a:pt x="3397296" y="498550"/>
                </a:lnTo>
                <a:lnTo>
                  <a:pt x="3437289" y="514940"/>
                </a:lnTo>
                <a:lnTo>
                  <a:pt x="3477157" y="532002"/>
                </a:lnTo>
                <a:lnTo>
                  <a:pt x="3516903" y="549719"/>
                </a:lnTo>
                <a:lnTo>
                  <a:pt x="3556530" y="568071"/>
                </a:lnTo>
                <a:lnTo>
                  <a:pt x="3596041" y="587041"/>
                </a:lnTo>
                <a:lnTo>
                  <a:pt x="3635439" y="606611"/>
                </a:lnTo>
                <a:lnTo>
                  <a:pt x="3674727" y="626762"/>
                </a:lnTo>
                <a:lnTo>
                  <a:pt x="3713907" y="647477"/>
                </a:lnTo>
                <a:lnTo>
                  <a:pt x="3752984" y="668738"/>
                </a:lnTo>
                <a:lnTo>
                  <a:pt x="3791959" y="690526"/>
                </a:lnTo>
                <a:lnTo>
                  <a:pt x="3830835" y="712823"/>
                </a:lnTo>
                <a:lnTo>
                  <a:pt x="3869617" y="735611"/>
                </a:lnTo>
                <a:lnTo>
                  <a:pt x="3908306" y="758873"/>
                </a:lnTo>
                <a:lnTo>
                  <a:pt x="3946905" y="782589"/>
                </a:lnTo>
                <a:lnTo>
                  <a:pt x="3985418" y="806743"/>
                </a:lnTo>
                <a:lnTo>
                  <a:pt x="4023847" y="831315"/>
                </a:lnTo>
                <a:lnTo>
                  <a:pt x="4062196" y="856288"/>
                </a:lnTo>
                <a:lnTo>
                  <a:pt x="4100467" y="881644"/>
                </a:lnTo>
                <a:lnTo>
                  <a:pt x="4138663" y="907364"/>
                </a:lnTo>
                <a:lnTo>
                  <a:pt x="4176788" y="933431"/>
                </a:lnTo>
                <a:lnTo>
                  <a:pt x="4214844" y="959826"/>
                </a:lnTo>
                <a:lnTo>
                  <a:pt x="4252833" y="986532"/>
                </a:lnTo>
                <a:lnTo>
                  <a:pt x="4290760" y="1013530"/>
                </a:lnTo>
                <a:lnTo>
                  <a:pt x="4328627" y="1040802"/>
                </a:lnTo>
                <a:lnTo>
                  <a:pt x="4366437" y="1068330"/>
                </a:lnTo>
                <a:lnTo>
                  <a:pt x="4404193" y="1096095"/>
                </a:lnTo>
                <a:lnTo>
                  <a:pt x="4441898" y="1124081"/>
                </a:lnTo>
                <a:lnTo>
                  <a:pt x="4479555" y="1152269"/>
                </a:lnTo>
                <a:lnTo>
                  <a:pt x="4517166" y="1180640"/>
                </a:lnTo>
                <a:lnTo>
                  <a:pt x="4554736" y="1209177"/>
                </a:lnTo>
                <a:lnTo>
                  <a:pt x="4592266" y="1237861"/>
                </a:lnTo>
                <a:lnTo>
                  <a:pt x="4629759" y="1266675"/>
                </a:lnTo>
                <a:lnTo>
                  <a:pt x="4667220" y="1295600"/>
                </a:lnTo>
                <a:lnTo>
                  <a:pt x="4704649" y="1324618"/>
                </a:lnTo>
                <a:lnTo>
                  <a:pt x="4742052" y="1353712"/>
                </a:lnTo>
                <a:lnTo>
                  <a:pt x="4779429" y="1382862"/>
                </a:lnTo>
                <a:lnTo>
                  <a:pt x="4816786" y="1412052"/>
                </a:lnTo>
                <a:lnTo>
                  <a:pt x="4854123" y="1441262"/>
                </a:lnTo>
                <a:lnTo>
                  <a:pt x="4891445" y="1470475"/>
                </a:lnTo>
                <a:lnTo>
                  <a:pt x="4928754" y="1499673"/>
                </a:lnTo>
                <a:lnTo>
                  <a:pt x="4966054" y="1528838"/>
                </a:lnTo>
                <a:lnTo>
                  <a:pt x="5003346" y="1557951"/>
                </a:lnTo>
                <a:lnTo>
                  <a:pt x="5040635" y="1586994"/>
                </a:lnTo>
                <a:lnTo>
                  <a:pt x="5077923" y="1615950"/>
                </a:lnTo>
                <a:lnTo>
                  <a:pt x="5115213" y="1644800"/>
                </a:lnTo>
                <a:lnTo>
                  <a:pt x="5152507" y="1673526"/>
                </a:lnTo>
                <a:lnTo>
                  <a:pt x="5189810" y="1702110"/>
                </a:lnTo>
                <a:lnTo>
                  <a:pt x="5227124" y="1730535"/>
                </a:lnTo>
                <a:lnTo>
                  <a:pt x="5264451" y="1758781"/>
                </a:lnTo>
                <a:lnTo>
                  <a:pt x="5301796" y="1786831"/>
                </a:lnTo>
                <a:lnTo>
                  <a:pt x="5339160" y="1814666"/>
                </a:lnTo>
                <a:lnTo>
                  <a:pt x="5376546" y="1842270"/>
                </a:lnTo>
                <a:lnTo>
                  <a:pt x="5413959" y="1869623"/>
                </a:lnTo>
                <a:lnTo>
                  <a:pt x="5451400" y="1896707"/>
                </a:lnTo>
                <a:lnTo>
                  <a:pt x="5488872" y="1923505"/>
                </a:lnTo>
                <a:lnTo>
                  <a:pt x="5526379" y="1949998"/>
                </a:lnTo>
                <a:lnTo>
                  <a:pt x="5563924" y="1976168"/>
                </a:lnTo>
                <a:lnTo>
                  <a:pt x="5601509" y="2001997"/>
                </a:lnTo>
                <a:lnTo>
                  <a:pt x="5639137" y="2027467"/>
                </a:lnTo>
                <a:lnTo>
                  <a:pt x="5676812" y="2052560"/>
                </a:lnTo>
                <a:lnTo>
                  <a:pt x="5714536" y="2077258"/>
                </a:lnTo>
                <a:lnTo>
                  <a:pt x="5752312" y="2101543"/>
                </a:lnTo>
                <a:lnTo>
                  <a:pt x="5790143" y="2125396"/>
                </a:lnTo>
                <a:lnTo>
                  <a:pt x="5828033" y="2148800"/>
                </a:lnTo>
                <a:lnTo>
                  <a:pt x="5865983" y="2171737"/>
                </a:lnTo>
                <a:lnTo>
                  <a:pt x="5903998" y="2194187"/>
                </a:lnTo>
                <a:lnTo>
                  <a:pt x="5942079" y="2216134"/>
                </a:lnTo>
                <a:lnTo>
                  <a:pt x="5980230" y="2237560"/>
                </a:lnTo>
                <a:lnTo>
                  <a:pt x="6018455" y="2258445"/>
                </a:lnTo>
                <a:lnTo>
                  <a:pt x="6056755" y="2278772"/>
                </a:lnTo>
                <a:lnTo>
                  <a:pt x="6095134" y="2298523"/>
                </a:lnTo>
                <a:lnTo>
                  <a:pt x="6133595" y="2317681"/>
                </a:lnTo>
                <a:lnTo>
                  <a:pt x="6172140" y="2336225"/>
                </a:lnTo>
                <a:lnTo>
                  <a:pt x="6210773" y="2354140"/>
                </a:lnTo>
                <a:lnTo>
                  <a:pt x="6249497" y="2371406"/>
                </a:lnTo>
                <a:lnTo>
                  <a:pt x="6288314" y="2388006"/>
                </a:lnTo>
                <a:lnTo>
                  <a:pt x="6327227" y="2403921"/>
                </a:lnTo>
                <a:lnTo>
                  <a:pt x="6366241" y="2419133"/>
                </a:lnTo>
                <a:lnTo>
                  <a:pt x="6405356" y="2433624"/>
                </a:lnTo>
                <a:lnTo>
                  <a:pt x="6444577" y="2447377"/>
                </a:lnTo>
                <a:lnTo>
                  <a:pt x="6483906" y="2460373"/>
                </a:lnTo>
                <a:lnTo>
                  <a:pt x="6523347" y="2472593"/>
                </a:lnTo>
                <a:lnTo>
                  <a:pt x="6562901" y="2484021"/>
                </a:lnTo>
                <a:lnTo>
                  <a:pt x="6602573" y="2494637"/>
                </a:lnTo>
                <a:lnTo>
                  <a:pt x="6642365" y="2504424"/>
                </a:lnTo>
                <a:lnTo>
                  <a:pt x="6682280" y="2513363"/>
                </a:lnTo>
                <a:lnTo>
                  <a:pt x="6722321" y="2521437"/>
                </a:lnTo>
                <a:lnTo>
                  <a:pt x="6762491" y="2528628"/>
                </a:lnTo>
                <a:lnTo>
                  <a:pt x="6802793" y="2534917"/>
                </a:lnTo>
                <a:lnTo>
                  <a:pt x="6843230" y="2540285"/>
                </a:lnTo>
                <a:lnTo>
                  <a:pt x="6883805" y="2544717"/>
                </a:lnTo>
                <a:lnTo>
                  <a:pt x="6924520" y="2548192"/>
                </a:lnTo>
                <a:lnTo>
                  <a:pt x="6965379" y="2550693"/>
                </a:lnTo>
                <a:lnTo>
                  <a:pt x="7006385" y="2552202"/>
                </a:lnTo>
                <a:lnTo>
                  <a:pt x="7047541" y="2552701"/>
                </a:lnTo>
                <a:lnTo>
                  <a:pt x="7088849" y="2552171"/>
                </a:lnTo>
                <a:lnTo>
                  <a:pt x="7130312" y="2550595"/>
                </a:lnTo>
                <a:lnTo>
                  <a:pt x="7171935" y="2547955"/>
                </a:lnTo>
                <a:lnTo>
                  <a:pt x="7216733" y="2543910"/>
                </a:lnTo>
                <a:lnTo>
                  <a:pt x="7260620" y="2538691"/>
                </a:lnTo>
                <a:lnTo>
                  <a:pt x="7303614" y="2532322"/>
                </a:lnTo>
                <a:lnTo>
                  <a:pt x="7345734" y="2524824"/>
                </a:lnTo>
                <a:lnTo>
                  <a:pt x="7386998" y="2516221"/>
                </a:lnTo>
                <a:lnTo>
                  <a:pt x="7427426" y="2506536"/>
                </a:lnTo>
                <a:lnTo>
                  <a:pt x="7467034" y="2495792"/>
                </a:lnTo>
                <a:lnTo>
                  <a:pt x="7505843" y="2484011"/>
                </a:lnTo>
                <a:lnTo>
                  <a:pt x="7543870" y="2471218"/>
                </a:lnTo>
                <a:lnTo>
                  <a:pt x="7581134" y="2457434"/>
                </a:lnTo>
                <a:lnTo>
                  <a:pt x="7617653" y="2442683"/>
                </a:lnTo>
                <a:lnTo>
                  <a:pt x="7653446" y="2426988"/>
                </a:lnTo>
                <a:lnTo>
                  <a:pt x="7688532" y="2410371"/>
                </a:lnTo>
                <a:lnTo>
                  <a:pt x="7722928" y="2392857"/>
                </a:lnTo>
                <a:lnTo>
                  <a:pt x="7756654" y="2374467"/>
                </a:lnTo>
                <a:lnTo>
                  <a:pt x="7789728" y="2355224"/>
                </a:lnTo>
                <a:lnTo>
                  <a:pt x="7822168" y="2335153"/>
                </a:lnTo>
                <a:lnTo>
                  <a:pt x="7885222" y="2292614"/>
                </a:lnTo>
                <a:lnTo>
                  <a:pt x="7945964" y="2247033"/>
                </a:lnTo>
                <a:lnTo>
                  <a:pt x="8004542" y="2198595"/>
                </a:lnTo>
                <a:lnTo>
                  <a:pt x="8061104" y="2147484"/>
                </a:lnTo>
                <a:lnTo>
                  <a:pt x="8088675" y="2120983"/>
                </a:lnTo>
                <a:lnTo>
                  <a:pt x="8115798" y="2093882"/>
                </a:lnTo>
                <a:lnTo>
                  <a:pt x="8142491" y="2066205"/>
                </a:lnTo>
                <a:lnTo>
                  <a:pt x="8168772" y="2037975"/>
                </a:lnTo>
                <a:lnTo>
                  <a:pt x="8194661" y="2009214"/>
                </a:lnTo>
                <a:lnTo>
                  <a:pt x="8220175" y="1979945"/>
                </a:lnTo>
                <a:lnTo>
                  <a:pt x="8245333" y="1950192"/>
                </a:lnTo>
                <a:lnTo>
                  <a:pt x="8270153" y="1919977"/>
                </a:lnTo>
                <a:lnTo>
                  <a:pt x="8294655" y="1889324"/>
                </a:lnTo>
                <a:lnTo>
                  <a:pt x="8318856" y="1858255"/>
                </a:lnTo>
                <a:lnTo>
                  <a:pt x="8342776" y="1826794"/>
                </a:lnTo>
                <a:lnTo>
                  <a:pt x="8366432" y="1794963"/>
                </a:lnTo>
                <a:lnTo>
                  <a:pt x="8389843" y="1762785"/>
                </a:lnTo>
                <a:lnTo>
                  <a:pt x="8413027" y="1730284"/>
                </a:lnTo>
                <a:lnTo>
                  <a:pt x="8436004" y="1697482"/>
                </a:lnTo>
                <a:lnTo>
                  <a:pt x="8458792" y="1664402"/>
                </a:lnTo>
                <a:lnTo>
                  <a:pt x="8481408" y="1631067"/>
                </a:lnTo>
                <a:lnTo>
                  <a:pt x="8503873" y="1597501"/>
                </a:lnTo>
                <a:lnTo>
                  <a:pt x="8526203" y="1563726"/>
                </a:lnTo>
                <a:lnTo>
                  <a:pt x="8548418" y="1529765"/>
                </a:lnTo>
                <a:lnTo>
                  <a:pt x="8570537" y="1495642"/>
                </a:lnTo>
                <a:lnTo>
                  <a:pt x="8592577" y="1461379"/>
                </a:lnTo>
                <a:lnTo>
                  <a:pt x="8614557" y="1426998"/>
                </a:lnTo>
                <a:lnTo>
                  <a:pt x="8636496" y="1392525"/>
                </a:lnTo>
                <a:lnTo>
                  <a:pt x="8658412" y="1357980"/>
                </a:lnTo>
                <a:lnTo>
                  <a:pt x="8680324" y="1323387"/>
                </a:lnTo>
                <a:lnTo>
                  <a:pt x="8702250" y="1288770"/>
                </a:lnTo>
                <a:lnTo>
                  <a:pt x="8724208" y="1254150"/>
                </a:lnTo>
                <a:lnTo>
                  <a:pt x="8746219" y="1219552"/>
                </a:lnTo>
                <a:lnTo>
                  <a:pt x="8768298" y="1184998"/>
                </a:lnTo>
                <a:lnTo>
                  <a:pt x="8790466" y="1150510"/>
                </a:lnTo>
                <a:lnTo>
                  <a:pt x="8812741" y="1116113"/>
                </a:lnTo>
                <a:lnTo>
                  <a:pt x="8835141" y="1081829"/>
                </a:lnTo>
                <a:lnTo>
                  <a:pt x="8857685" y="1047681"/>
                </a:lnTo>
                <a:lnTo>
                  <a:pt x="8880391" y="1013692"/>
                </a:lnTo>
                <a:lnTo>
                  <a:pt x="8903278" y="979885"/>
                </a:lnTo>
                <a:lnTo>
                  <a:pt x="8926364" y="946282"/>
                </a:lnTo>
                <a:lnTo>
                  <a:pt x="8949668" y="912908"/>
                </a:lnTo>
                <a:lnTo>
                  <a:pt x="8973209" y="879785"/>
                </a:lnTo>
                <a:lnTo>
                  <a:pt x="8997004" y="846935"/>
                </a:lnTo>
                <a:lnTo>
                  <a:pt x="9021072" y="814383"/>
                </a:lnTo>
                <a:lnTo>
                  <a:pt x="9045433" y="782150"/>
                </a:lnTo>
                <a:lnTo>
                  <a:pt x="9070103" y="750261"/>
                </a:lnTo>
                <a:lnTo>
                  <a:pt x="9095103" y="718737"/>
                </a:lnTo>
                <a:lnTo>
                  <a:pt x="9120450" y="687602"/>
                </a:lnTo>
                <a:lnTo>
                  <a:pt x="9146163" y="656878"/>
                </a:lnTo>
                <a:lnTo>
                  <a:pt x="9172260" y="626590"/>
                </a:lnTo>
                <a:lnTo>
                  <a:pt x="9198760" y="596759"/>
                </a:lnTo>
                <a:lnTo>
                  <a:pt x="9225681" y="567409"/>
                </a:lnTo>
                <a:lnTo>
                  <a:pt x="9253043" y="538563"/>
                </a:lnTo>
                <a:lnTo>
                  <a:pt x="9280862" y="510243"/>
                </a:lnTo>
                <a:lnTo>
                  <a:pt x="9309159" y="482474"/>
                </a:lnTo>
                <a:lnTo>
                  <a:pt x="9337951" y="455277"/>
                </a:lnTo>
                <a:lnTo>
                  <a:pt x="9367257" y="428675"/>
                </a:lnTo>
                <a:lnTo>
                  <a:pt x="9397096" y="402692"/>
                </a:lnTo>
                <a:lnTo>
                  <a:pt x="9427485" y="377351"/>
                </a:lnTo>
                <a:lnTo>
                  <a:pt x="9458444" y="352675"/>
                </a:lnTo>
                <a:lnTo>
                  <a:pt x="9489991" y="328686"/>
                </a:lnTo>
                <a:lnTo>
                  <a:pt x="9522144" y="305408"/>
                </a:lnTo>
                <a:lnTo>
                  <a:pt x="9554923" y="282863"/>
                </a:lnTo>
                <a:lnTo>
                  <a:pt x="9588345" y="261075"/>
                </a:lnTo>
                <a:lnTo>
                  <a:pt x="9622428" y="240067"/>
                </a:lnTo>
                <a:lnTo>
                  <a:pt x="9657193" y="219861"/>
                </a:lnTo>
                <a:lnTo>
                  <a:pt x="9692656" y="200480"/>
                </a:lnTo>
                <a:lnTo>
                  <a:pt x="9728837" y="181948"/>
                </a:lnTo>
                <a:lnTo>
                  <a:pt x="9765754" y="164288"/>
                </a:lnTo>
                <a:lnTo>
                  <a:pt x="9803425" y="147522"/>
                </a:lnTo>
                <a:lnTo>
                  <a:pt x="9841870" y="131673"/>
                </a:lnTo>
                <a:lnTo>
                  <a:pt x="9881106" y="116765"/>
                </a:lnTo>
                <a:lnTo>
                  <a:pt x="9921152" y="102821"/>
                </a:lnTo>
                <a:lnTo>
                  <a:pt x="9962027" y="89862"/>
                </a:lnTo>
                <a:lnTo>
                  <a:pt x="10003748" y="77913"/>
                </a:lnTo>
                <a:lnTo>
                  <a:pt x="10046336" y="66997"/>
                </a:lnTo>
                <a:lnTo>
                  <a:pt x="10088971" y="57134"/>
                </a:lnTo>
                <a:lnTo>
                  <a:pt x="10131781" y="48093"/>
                </a:lnTo>
                <a:lnTo>
                  <a:pt x="10174762" y="39863"/>
                </a:lnTo>
                <a:lnTo>
                  <a:pt x="10217911" y="32435"/>
                </a:lnTo>
                <a:lnTo>
                  <a:pt x="10261224" y="25798"/>
                </a:lnTo>
                <a:lnTo>
                  <a:pt x="10304697" y="19943"/>
                </a:lnTo>
                <a:lnTo>
                  <a:pt x="10348329" y="14859"/>
                </a:lnTo>
                <a:lnTo>
                  <a:pt x="10392114" y="10537"/>
                </a:lnTo>
                <a:lnTo>
                  <a:pt x="10436051" y="6967"/>
                </a:lnTo>
                <a:lnTo>
                  <a:pt x="10480135" y="4137"/>
                </a:lnTo>
                <a:lnTo>
                  <a:pt x="10524362" y="2040"/>
                </a:lnTo>
                <a:lnTo>
                  <a:pt x="10568731" y="664"/>
                </a:lnTo>
                <a:lnTo>
                  <a:pt x="10613237" y="0"/>
                </a:lnTo>
                <a:lnTo>
                  <a:pt x="10657876" y="37"/>
                </a:lnTo>
                <a:lnTo>
                  <a:pt x="10702646" y="765"/>
                </a:lnTo>
                <a:lnTo>
                  <a:pt x="10747544" y="2175"/>
                </a:lnTo>
                <a:lnTo>
                  <a:pt x="10792565" y="4257"/>
                </a:lnTo>
                <a:lnTo>
                  <a:pt x="10837706" y="7000"/>
                </a:lnTo>
                <a:lnTo>
                  <a:pt x="10882965" y="10395"/>
                </a:lnTo>
                <a:lnTo>
                  <a:pt x="10928337" y="14431"/>
                </a:lnTo>
                <a:lnTo>
                  <a:pt x="10973820" y="19099"/>
                </a:lnTo>
                <a:lnTo>
                  <a:pt x="11019409" y="24388"/>
                </a:lnTo>
                <a:lnTo>
                  <a:pt x="11065102" y="30289"/>
                </a:lnTo>
                <a:lnTo>
                  <a:pt x="11110895" y="36791"/>
                </a:lnTo>
                <a:lnTo>
                  <a:pt x="11156785" y="43885"/>
                </a:lnTo>
                <a:lnTo>
                  <a:pt x="11202768" y="51560"/>
                </a:lnTo>
                <a:lnTo>
                  <a:pt x="11248841" y="59807"/>
                </a:lnTo>
                <a:lnTo>
                  <a:pt x="11295001" y="68616"/>
                </a:lnTo>
                <a:lnTo>
                  <a:pt x="11341244" y="77976"/>
                </a:lnTo>
                <a:lnTo>
                  <a:pt x="11387566" y="87877"/>
                </a:lnTo>
                <a:lnTo>
                  <a:pt x="11433966" y="98310"/>
                </a:lnTo>
                <a:lnTo>
                  <a:pt x="11480438" y="109265"/>
                </a:lnTo>
                <a:lnTo>
                  <a:pt x="11526981" y="120731"/>
                </a:lnTo>
                <a:lnTo>
                  <a:pt x="11573589" y="132699"/>
                </a:lnTo>
                <a:lnTo>
                  <a:pt x="11620261" y="145158"/>
                </a:lnTo>
                <a:lnTo>
                  <a:pt x="11666992" y="158098"/>
                </a:lnTo>
                <a:lnTo>
                  <a:pt x="11713779" y="171511"/>
                </a:lnTo>
                <a:lnTo>
                  <a:pt x="11760620" y="185384"/>
                </a:lnTo>
                <a:lnTo>
                  <a:pt x="11807509" y="199710"/>
                </a:lnTo>
                <a:lnTo>
                  <a:pt x="11854445" y="214476"/>
                </a:lnTo>
                <a:lnTo>
                  <a:pt x="11901424" y="229675"/>
                </a:lnTo>
                <a:lnTo>
                  <a:pt x="11948442" y="245294"/>
                </a:lnTo>
                <a:lnTo>
                  <a:pt x="11995496" y="261326"/>
                </a:lnTo>
                <a:lnTo>
                  <a:pt x="12042582" y="277759"/>
                </a:lnTo>
                <a:lnTo>
                  <a:pt x="12089698" y="294583"/>
                </a:lnTo>
                <a:lnTo>
                  <a:pt x="12136840" y="311789"/>
                </a:lnTo>
                <a:lnTo>
                  <a:pt x="12184004" y="329366"/>
                </a:lnTo>
                <a:lnTo>
                  <a:pt x="12231187" y="347305"/>
                </a:lnTo>
                <a:lnTo>
                  <a:pt x="12278386" y="365596"/>
                </a:lnTo>
                <a:lnTo>
                  <a:pt x="12325597" y="384228"/>
                </a:lnTo>
                <a:lnTo>
                  <a:pt x="12372817" y="403191"/>
                </a:lnTo>
                <a:lnTo>
                  <a:pt x="12420043" y="422476"/>
                </a:lnTo>
                <a:lnTo>
                  <a:pt x="12467270" y="442073"/>
                </a:lnTo>
                <a:lnTo>
                  <a:pt x="12514497" y="461971"/>
                </a:lnTo>
                <a:lnTo>
                  <a:pt x="12561719" y="482160"/>
                </a:lnTo>
                <a:lnTo>
                  <a:pt x="12608933" y="502632"/>
                </a:lnTo>
                <a:lnTo>
                  <a:pt x="12656136" y="523374"/>
                </a:lnTo>
                <a:lnTo>
                  <a:pt x="12703325" y="544378"/>
                </a:lnTo>
                <a:lnTo>
                  <a:pt x="12750495" y="565634"/>
                </a:lnTo>
                <a:lnTo>
                  <a:pt x="12797643" y="587131"/>
                </a:lnTo>
                <a:lnTo>
                  <a:pt x="12844767" y="608860"/>
                </a:lnTo>
                <a:lnTo>
                  <a:pt x="12891863" y="630810"/>
                </a:lnTo>
                <a:lnTo>
                  <a:pt x="12938927" y="652972"/>
                </a:lnTo>
                <a:lnTo>
                  <a:pt x="12985956" y="675335"/>
                </a:lnTo>
                <a:lnTo>
                  <a:pt x="13032947" y="697890"/>
                </a:lnTo>
                <a:lnTo>
                  <a:pt x="13079896" y="720627"/>
                </a:lnTo>
                <a:lnTo>
                  <a:pt x="13126800" y="743534"/>
                </a:lnTo>
                <a:lnTo>
                  <a:pt x="13173656" y="766604"/>
                </a:lnTo>
                <a:lnTo>
                  <a:pt x="13220460" y="789825"/>
                </a:lnTo>
                <a:lnTo>
                  <a:pt x="13267208" y="813187"/>
                </a:lnTo>
                <a:lnTo>
                  <a:pt x="13313898" y="836681"/>
                </a:lnTo>
                <a:lnTo>
                  <a:pt x="13360526" y="860296"/>
                </a:lnTo>
                <a:lnTo>
                  <a:pt x="13407089" y="884023"/>
                </a:lnTo>
                <a:lnTo>
                  <a:pt x="13453583" y="907852"/>
                </a:lnTo>
                <a:lnTo>
                  <a:pt x="13500005" y="931772"/>
                </a:lnTo>
                <a:lnTo>
                  <a:pt x="13546351" y="955773"/>
                </a:lnTo>
                <a:lnTo>
                  <a:pt x="13592619" y="979847"/>
                </a:lnTo>
                <a:lnTo>
                  <a:pt x="13638804" y="1003981"/>
                </a:lnTo>
                <a:lnTo>
                  <a:pt x="13684903" y="1028167"/>
                </a:lnTo>
                <a:lnTo>
                  <a:pt x="13730914" y="1052395"/>
                </a:lnTo>
                <a:lnTo>
                  <a:pt x="13776832" y="1076654"/>
                </a:lnTo>
                <a:lnTo>
                  <a:pt x="13822655" y="1100935"/>
                </a:lnTo>
                <a:lnTo>
                  <a:pt x="13868379" y="1125227"/>
                </a:lnTo>
                <a:lnTo>
                  <a:pt x="13914000" y="1149520"/>
                </a:lnTo>
                <a:lnTo>
                  <a:pt x="13959515" y="1173806"/>
                </a:lnTo>
                <a:lnTo>
                  <a:pt x="14004920" y="1198072"/>
                </a:lnTo>
                <a:lnTo>
                  <a:pt x="14050214" y="1222310"/>
                </a:lnTo>
                <a:lnTo>
                  <a:pt x="14095391" y="1246510"/>
                </a:lnTo>
                <a:lnTo>
                  <a:pt x="14140449" y="1270661"/>
                </a:lnTo>
                <a:lnTo>
                  <a:pt x="14185384" y="1294754"/>
                </a:lnTo>
                <a:lnTo>
                  <a:pt x="14230193" y="1318778"/>
                </a:lnTo>
                <a:lnTo>
                  <a:pt x="14274872" y="1342724"/>
                </a:lnTo>
                <a:lnTo>
                  <a:pt x="14319419" y="1366582"/>
                </a:lnTo>
                <a:lnTo>
                  <a:pt x="14363829" y="1390340"/>
                </a:lnTo>
                <a:lnTo>
                  <a:pt x="14408100" y="1413991"/>
                </a:lnTo>
              </a:path>
            </a:pathLst>
          </a:custGeom>
          <a:ln w="50800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57211" y="905266"/>
            <a:ext cx="288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妇产科</a:t>
            </a:r>
            <a:r>
              <a:rPr sz="2500" spc="-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健</a:t>
            </a:r>
            <a:r>
              <a:rPr sz="2500" b="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康</a:t>
            </a:r>
            <a:r>
              <a:rPr sz="25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2500" b="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期</a:t>
            </a:r>
            <a:r>
              <a:rPr sz="25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管</a:t>
            </a:r>
            <a:r>
              <a:rPr sz="2500" b="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25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9564" y="5662574"/>
            <a:ext cx="0" cy="903605"/>
          </a:xfrm>
          <a:custGeom>
            <a:avLst/>
            <a:gdLst/>
            <a:ahLst/>
            <a:cxnLst/>
            <a:rect l="l" t="t" r="r" b="b"/>
            <a:pathLst>
              <a:path h="903604">
                <a:moveTo>
                  <a:pt x="0" y="903576"/>
                </a:moveTo>
                <a:lnTo>
                  <a:pt x="0" y="0"/>
                </a:lnTo>
              </a:path>
            </a:pathLst>
          </a:custGeom>
          <a:ln w="3175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5546" y="5610276"/>
            <a:ext cx="0" cy="1522730"/>
          </a:xfrm>
          <a:custGeom>
            <a:avLst/>
            <a:gdLst/>
            <a:ahLst/>
            <a:cxnLst/>
            <a:rect l="l" t="t" r="r" b="b"/>
            <a:pathLst>
              <a:path h="1522729">
                <a:moveTo>
                  <a:pt x="0" y="0"/>
                </a:moveTo>
                <a:lnTo>
                  <a:pt x="0" y="1522399"/>
                </a:lnTo>
              </a:path>
            </a:pathLst>
          </a:custGeom>
          <a:ln w="19096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588" y="1376648"/>
            <a:ext cx="50857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顺产康复时</a:t>
            </a:r>
            <a:r>
              <a:rPr sz="3500" b="1" spc="-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3500" b="1" spc="45" dirty="0">
                <a:solidFill>
                  <a:srgbClr val="A69379"/>
                </a:solidFill>
                <a:latin typeface="江城律动黑" panose="020B0800000000000000" charset="-122"/>
                <a:cs typeface="江城律动黑" panose="020B0800000000000000" charset="-122"/>
              </a:rPr>
              <a:t>-</a:t>
            </a:r>
            <a:r>
              <a:rPr sz="35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项⽬对照表</a:t>
            </a:r>
            <a:endParaRPr sz="3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7821" y="5394824"/>
            <a:ext cx="215452" cy="2154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92939" y="6558140"/>
            <a:ext cx="810895" cy="5003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197485">
              <a:lnSpc>
                <a:spcPts val="1220"/>
              </a:lnSpc>
              <a:spcBef>
                <a:spcPts val="4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50384" y="2524457"/>
            <a:ext cx="0" cy="1871980"/>
          </a:xfrm>
          <a:custGeom>
            <a:avLst/>
            <a:gdLst/>
            <a:ahLst/>
            <a:cxnLst/>
            <a:rect l="l" t="t" r="r" b="b"/>
            <a:pathLst>
              <a:path h="1871979">
                <a:moveTo>
                  <a:pt x="0" y="0"/>
                </a:moveTo>
                <a:lnTo>
                  <a:pt x="0" y="1871967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42659" y="4396421"/>
            <a:ext cx="215452" cy="2154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92939" y="5680299"/>
            <a:ext cx="836930" cy="88074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17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235"/>
              </a:lnSpc>
              <a:spcBef>
                <a:spcPts val="20"/>
              </a:spcBef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r>
              <a:rPr sz="1350" b="0" spc="-142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235"/>
              </a:lnSpc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促进泌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</a:t>
            </a:r>
            <a:r>
              <a:rPr sz="900" b="0" spc="-9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0183" y="2578394"/>
            <a:ext cx="840105" cy="10928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1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1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尿潴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留</a:t>
            </a:r>
            <a:r>
              <a:rPr sz="1350" b="0" spc="12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90782" y="3800487"/>
            <a:ext cx="0" cy="1264920"/>
          </a:xfrm>
          <a:custGeom>
            <a:avLst/>
            <a:gdLst/>
            <a:ahLst/>
            <a:cxnLst/>
            <a:rect l="l" t="t" r="r" b="b"/>
            <a:pathLst>
              <a:path h="1264920">
                <a:moveTo>
                  <a:pt x="0" y="0"/>
                </a:moveTo>
                <a:lnTo>
                  <a:pt x="0" y="1264540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83058" y="3621928"/>
            <a:ext cx="215451" cy="215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850765" y="3907411"/>
            <a:ext cx="951230" cy="11156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229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耻⻣联合分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离</a:t>
            </a:r>
            <a:r>
              <a:rPr sz="1350" b="0" spc="-7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91367" y="2782836"/>
            <a:ext cx="0" cy="1232535"/>
          </a:xfrm>
          <a:custGeom>
            <a:avLst/>
            <a:gdLst/>
            <a:ahLst/>
            <a:cxnLst/>
            <a:rect l="l" t="t" r="r" b="b"/>
            <a:pathLst>
              <a:path h="1232535">
                <a:moveTo>
                  <a:pt x="0" y="0"/>
                </a:moveTo>
                <a:lnTo>
                  <a:pt x="0" y="1232373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49260" y="2743693"/>
            <a:ext cx="810895" cy="10928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114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-11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400" b="1" spc="-16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1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乳腺疏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</a:t>
            </a:r>
            <a:r>
              <a:rPr sz="1350" b="0" spc="292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93189" y="3978310"/>
            <a:ext cx="215451" cy="215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0515" y="4980118"/>
            <a:ext cx="0" cy="1577340"/>
          </a:xfrm>
          <a:custGeom>
            <a:avLst/>
            <a:gdLst/>
            <a:ahLst/>
            <a:cxnLst/>
            <a:rect l="l" t="t" r="r" b="b"/>
            <a:pathLst>
              <a:path h="1577340">
                <a:moveTo>
                  <a:pt x="0" y="0"/>
                </a:moveTo>
                <a:lnTo>
                  <a:pt x="0" y="1577293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18390" y="4801557"/>
            <a:ext cx="215452" cy="2154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27011" y="6193294"/>
            <a:ext cx="810895" cy="3460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112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2606" y="5026083"/>
            <a:ext cx="965200" cy="10299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8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第1周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8430" marR="5080" indent="160655">
              <a:lnSpc>
                <a:spcPct val="95000"/>
              </a:lnSpc>
              <a:spcBef>
                <a:spcPts val="63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促进泌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乳腺疏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14300">
              <a:lnSpc>
                <a:spcPct val="100000"/>
              </a:lnSpc>
              <a:spcBef>
                <a:spcPts val="9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产后⽔肿护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80265" y="3418574"/>
            <a:ext cx="0" cy="2239645"/>
          </a:xfrm>
          <a:custGeom>
            <a:avLst/>
            <a:gdLst/>
            <a:ahLst/>
            <a:cxnLst/>
            <a:rect l="l" t="t" r="r" b="b"/>
            <a:pathLst>
              <a:path h="2239645">
                <a:moveTo>
                  <a:pt x="0" y="0"/>
                </a:moveTo>
                <a:lnTo>
                  <a:pt x="0" y="2239333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82087" y="5621011"/>
            <a:ext cx="215452" cy="2154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90445" y="4531451"/>
            <a:ext cx="8108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5194" y="4681340"/>
            <a:ext cx="737870" cy="33401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14344" y="3420647"/>
            <a:ext cx="966469" cy="5359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7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spc="-4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-7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00990">
              <a:lnSpc>
                <a:spcPct val="100000"/>
              </a:lnSpc>
              <a:spcBef>
                <a:spcPts val="47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91900" y="3977563"/>
            <a:ext cx="1564005" cy="491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235"/>
              </a:lnSpc>
              <a:spcBef>
                <a:spcPts val="120"/>
              </a:spcBef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2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2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5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3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产后体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态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862330">
              <a:lnSpc>
                <a:spcPts val="1235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9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产后⼼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77982" y="5638354"/>
            <a:ext cx="0" cy="903605"/>
          </a:xfrm>
          <a:custGeom>
            <a:avLst/>
            <a:gdLst/>
            <a:ahLst/>
            <a:cxnLst/>
            <a:rect l="l" t="t" r="r" b="b"/>
            <a:pathLst>
              <a:path h="903604">
                <a:moveTo>
                  <a:pt x="0" y="903576"/>
                </a:moveTo>
                <a:lnTo>
                  <a:pt x="0" y="0"/>
                </a:lnTo>
              </a:path>
            </a:pathLst>
          </a:custGeom>
          <a:ln w="3175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44017" y="5586055"/>
            <a:ext cx="0" cy="1376045"/>
          </a:xfrm>
          <a:custGeom>
            <a:avLst/>
            <a:gdLst/>
            <a:ahLst/>
            <a:cxnLst/>
            <a:rect l="l" t="t" r="r" b="b"/>
            <a:pathLst>
              <a:path h="1376045">
                <a:moveTo>
                  <a:pt x="0" y="0"/>
                </a:moveTo>
                <a:lnTo>
                  <a:pt x="0" y="1375771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336292" y="5370602"/>
            <a:ext cx="215452" cy="215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601421" y="6368600"/>
            <a:ext cx="4991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关节养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护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01423" y="6533916"/>
            <a:ext cx="810895" cy="3460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01423" y="5656078"/>
            <a:ext cx="838835" cy="7346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5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第3周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r>
              <a:rPr sz="1350" b="0" spc="-142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329185" y="1739761"/>
            <a:ext cx="0" cy="2400300"/>
          </a:xfrm>
          <a:custGeom>
            <a:avLst/>
            <a:gdLst/>
            <a:ahLst/>
            <a:cxnLst/>
            <a:rect l="l" t="t" r="r" b="b"/>
            <a:pathLst>
              <a:path h="2400300">
                <a:moveTo>
                  <a:pt x="0" y="0"/>
                </a:moveTo>
                <a:lnTo>
                  <a:pt x="0" y="2400178"/>
                </a:lnTo>
              </a:path>
            </a:pathLst>
          </a:custGeom>
          <a:ln w="19096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211910" y="4139943"/>
            <a:ext cx="215452" cy="2154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490740" y="1733074"/>
            <a:ext cx="1000125" cy="14166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400" b="1" spc="-11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400" b="1" spc="-7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6周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25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r>
              <a:rPr sz="1350" b="0" spc="30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260"/>
              </a:lnSpc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妊娠纹淡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化</a:t>
            </a:r>
            <a:r>
              <a:rPr sz="9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688070" y="3474015"/>
            <a:ext cx="0" cy="1868805"/>
          </a:xfrm>
          <a:custGeom>
            <a:avLst/>
            <a:gdLst/>
            <a:ahLst/>
            <a:cxnLst/>
            <a:rect l="l" t="t" r="r" b="b"/>
            <a:pathLst>
              <a:path h="1868804">
                <a:moveTo>
                  <a:pt x="0" y="0"/>
                </a:moveTo>
                <a:lnTo>
                  <a:pt x="0" y="1868205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589893" y="3269189"/>
            <a:ext cx="215451" cy="215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847051" y="4521163"/>
            <a:ext cx="857885" cy="7410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腹直肌分离复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位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847055" y="3865182"/>
            <a:ext cx="1258570" cy="7213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9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400" b="1" spc="-17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400" b="1" spc="-11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400" b="1" spc="-17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768242" y="4557631"/>
            <a:ext cx="4311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9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470261" y="1455455"/>
            <a:ext cx="0" cy="2115185"/>
          </a:xfrm>
          <a:custGeom>
            <a:avLst/>
            <a:gdLst/>
            <a:ahLst/>
            <a:cxnLst/>
            <a:rect l="l" t="t" r="r" b="b"/>
            <a:pathLst>
              <a:path h="2115185">
                <a:moveTo>
                  <a:pt x="0" y="0"/>
                </a:moveTo>
                <a:lnTo>
                  <a:pt x="0" y="2114732"/>
                </a:lnTo>
              </a:path>
            </a:pathLst>
          </a:custGeom>
          <a:ln w="19096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360297" y="3558795"/>
            <a:ext cx="215452" cy="215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2629563" y="1459671"/>
            <a:ext cx="1416050" cy="204279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12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3-6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9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1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控制减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脂</a:t>
            </a:r>
            <a:r>
              <a:rPr sz="1350" b="0" spc="33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⼒量训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ts val="1045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ts val="1255"/>
              </a:lnSpc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腹直肌分离复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位</a:t>
            </a:r>
            <a:r>
              <a:rPr sz="900" b="0" spc="1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650" b="0" spc="7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6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b="0" spc="7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290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产后塑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r>
              <a:rPr sz="1350" b="0" spc="22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157224" y="4518702"/>
            <a:ext cx="0" cy="2543175"/>
          </a:xfrm>
          <a:custGeom>
            <a:avLst/>
            <a:gdLst/>
            <a:ahLst/>
            <a:cxnLst/>
            <a:rect l="l" t="t" r="r" b="b"/>
            <a:pathLst>
              <a:path h="2543175">
                <a:moveTo>
                  <a:pt x="0" y="0"/>
                </a:moveTo>
                <a:lnTo>
                  <a:pt x="0" y="2543169"/>
                </a:lnTo>
              </a:path>
            </a:pathLst>
          </a:custGeom>
          <a:ln w="19098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4039949" y="4340142"/>
            <a:ext cx="215452" cy="2154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563457" y="4596496"/>
            <a:ext cx="1588770" cy="20066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spc="-8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6-12</a:t>
            </a:r>
            <a:r>
              <a:rPr sz="1400" b="1" spc="-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25400" algn="r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235"/>
              </a:lnSpc>
              <a:spcBef>
                <a:spcPts val="20"/>
              </a:spcBef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2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4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600" spc="1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产后塑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581025" marR="149860" algn="r">
              <a:lnSpc>
                <a:spcPct val="93000"/>
              </a:lnSpc>
              <a:spcBef>
                <a:spcPts val="10"/>
              </a:spcBef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6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6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腹横肌训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6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腹斜肌训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6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乳房护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35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132715" algn="r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13271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13271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4014705" y="488966"/>
            <a:ext cx="272415" cy="271145"/>
          </a:xfrm>
          <a:custGeom>
            <a:avLst/>
            <a:gdLst/>
            <a:ahLst/>
            <a:cxnLst/>
            <a:rect l="l" t="t" r="r" b="b"/>
            <a:pathLst>
              <a:path w="272415" h="271145">
                <a:moveTo>
                  <a:pt x="272171" y="0"/>
                </a:moveTo>
                <a:lnTo>
                  <a:pt x="0" y="0"/>
                </a:lnTo>
                <a:lnTo>
                  <a:pt x="0" y="270810"/>
                </a:lnTo>
                <a:lnTo>
                  <a:pt x="236786" y="270810"/>
                </a:lnTo>
                <a:lnTo>
                  <a:pt x="250878" y="267782"/>
                </a:lnTo>
                <a:lnTo>
                  <a:pt x="262090" y="259332"/>
                </a:lnTo>
                <a:lnTo>
                  <a:pt x="269496" y="246414"/>
                </a:lnTo>
                <a:lnTo>
                  <a:pt x="269956" y="243591"/>
                </a:lnTo>
                <a:lnTo>
                  <a:pt x="46271" y="243591"/>
                </a:lnTo>
                <a:lnTo>
                  <a:pt x="46271" y="29937"/>
                </a:lnTo>
                <a:lnTo>
                  <a:pt x="272171" y="29937"/>
                </a:lnTo>
                <a:lnTo>
                  <a:pt x="272171" y="0"/>
                </a:lnTo>
                <a:close/>
              </a:path>
              <a:path w="272415" h="271145">
                <a:moveTo>
                  <a:pt x="272171" y="29937"/>
                </a:moveTo>
                <a:lnTo>
                  <a:pt x="225899" y="29937"/>
                </a:lnTo>
                <a:lnTo>
                  <a:pt x="225899" y="227261"/>
                </a:lnTo>
                <a:lnTo>
                  <a:pt x="223654" y="235538"/>
                </a:lnTo>
                <a:lnTo>
                  <a:pt x="217869" y="240515"/>
                </a:lnTo>
                <a:lnTo>
                  <a:pt x="209977" y="242948"/>
                </a:lnTo>
                <a:lnTo>
                  <a:pt x="201405" y="243591"/>
                </a:lnTo>
                <a:lnTo>
                  <a:pt x="269956" y="243591"/>
                </a:lnTo>
                <a:lnTo>
                  <a:pt x="272171" y="229983"/>
                </a:lnTo>
                <a:lnTo>
                  <a:pt x="272171" y="29937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676732" y="590857"/>
            <a:ext cx="274320" cy="224154"/>
          </a:xfrm>
          <a:custGeom>
            <a:avLst/>
            <a:gdLst/>
            <a:ahLst/>
            <a:cxnLst/>
            <a:rect l="l" t="t" r="r" b="b"/>
            <a:pathLst>
              <a:path w="274319" h="224155">
                <a:moveTo>
                  <a:pt x="68208" y="104522"/>
                </a:moveTo>
                <a:lnTo>
                  <a:pt x="19158" y="120910"/>
                </a:lnTo>
                <a:lnTo>
                  <a:pt x="0" y="165861"/>
                </a:lnTo>
                <a:lnTo>
                  <a:pt x="3007" y="182725"/>
                </a:lnTo>
                <a:lnTo>
                  <a:pt x="6554" y="193130"/>
                </a:lnTo>
                <a:lnTo>
                  <a:pt x="11543" y="197133"/>
                </a:lnTo>
                <a:lnTo>
                  <a:pt x="12732" y="201578"/>
                </a:lnTo>
                <a:lnTo>
                  <a:pt x="15968" y="203624"/>
                </a:lnTo>
                <a:lnTo>
                  <a:pt x="27052" y="212721"/>
                </a:lnTo>
                <a:lnTo>
                  <a:pt x="30180" y="213602"/>
                </a:lnTo>
                <a:lnTo>
                  <a:pt x="33575" y="216547"/>
                </a:lnTo>
                <a:lnTo>
                  <a:pt x="43209" y="220083"/>
                </a:lnTo>
                <a:lnTo>
                  <a:pt x="48527" y="221220"/>
                </a:lnTo>
                <a:lnTo>
                  <a:pt x="50517" y="221447"/>
                </a:lnTo>
                <a:lnTo>
                  <a:pt x="56032" y="222238"/>
                </a:lnTo>
                <a:lnTo>
                  <a:pt x="119336" y="220838"/>
                </a:lnTo>
                <a:lnTo>
                  <a:pt x="177669" y="199130"/>
                </a:lnTo>
                <a:lnTo>
                  <a:pt x="219506" y="166058"/>
                </a:lnTo>
                <a:lnTo>
                  <a:pt x="245654" y="132261"/>
                </a:lnTo>
                <a:lnTo>
                  <a:pt x="255541" y="114379"/>
                </a:lnTo>
                <a:lnTo>
                  <a:pt x="137293" y="114379"/>
                </a:lnTo>
                <a:lnTo>
                  <a:pt x="119734" y="114105"/>
                </a:lnTo>
                <a:lnTo>
                  <a:pt x="108059" y="110401"/>
                </a:lnTo>
                <a:lnTo>
                  <a:pt x="99869" y="110222"/>
                </a:lnTo>
                <a:lnTo>
                  <a:pt x="94171" y="106827"/>
                </a:lnTo>
                <a:lnTo>
                  <a:pt x="85707" y="105469"/>
                </a:lnTo>
                <a:lnTo>
                  <a:pt x="68208" y="104522"/>
                </a:lnTo>
                <a:close/>
              </a:path>
              <a:path w="274319" h="224155">
                <a:moveTo>
                  <a:pt x="269933" y="0"/>
                </a:moveTo>
                <a:lnTo>
                  <a:pt x="267837" y="5646"/>
                </a:lnTo>
                <a:lnTo>
                  <a:pt x="265842" y="13067"/>
                </a:lnTo>
                <a:lnTo>
                  <a:pt x="263843" y="20796"/>
                </a:lnTo>
                <a:lnTo>
                  <a:pt x="261737" y="27371"/>
                </a:lnTo>
                <a:lnTo>
                  <a:pt x="225421" y="79807"/>
                </a:lnTo>
                <a:lnTo>
                  <a:pt x="168857" y="110051"/>
                </a:lnTo>
                <a:lnTo>
                  <a:pt x="137293" y="114379"/>
                </a:lnTo>
                <a:lnTo>
                  <a:pt x="255541" y="114379"/>
                </a:lnTo>
                <a:lnTo>
                  <a:pt x="272258" y="55476"/>
                </a:lnTo>
                <a:lnTo>
                  <a:pt x="273955" y="30644"/>
                </a:lnTo>
                <a:lnTo>
                  <a:pt x="271762" y="6520"/>
                </a:lnTo>
                <a:lnTo>
                  <a:pt x="26993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454258" y="49032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268089" y="0"/>
                </a:moveTo>
                <a:lnTo>
                  <a:pt x="0" y="0"/>
                </a:lnTo>
                <a:lnTo>
                  <a:pt x="0" y="234064"/>
                </a:lnTo>
                <a:lnTo>
                  <a:pt x="2883" y="246957"/>
                </a:lnTo>
                <a:lnTo>
                  <a:pt x="10752" y="257809"/>
                </a:lnTo>
                <a:lnTo>
                  <a:pt x="22431" y="265294"/>
                </a:lnTo>
                <a:lnTo>
                  <a:pt x="36746" y="268084"/>
                </a:lnTo>
                <a:lnTo>
                  <a:pt x="270810" y="268084"/>
                </a:lnTo>
                <a:lnTo>
                  <a:pt x="270810" y="239508"/>
                </a:lnTo>
                <a:lnTo>
                  <a:pt x="68044" y="239508"/>
                </a:lnTo>
                <a:lnTo>
                  <a:pt x="59224" y="238553"/>
                </a:lnTo>
                <a:lnTo>
                  <a:pt x="52342" y="235487"/>
                </a:lnTo>
                <a:lnTo>
                  <a:pt x="47867" y="230009"/>
                </a:lnTo>
                <a:lnTo>
                  <a:pt x="46271" y="221816"/>
                </a:lnTo>
                <a:lnTo>
                  <a:pt x="46271" y="31297"/>
                </a:lnTo>
                <a:lnTo>
                  <a:pt x="268089" y="31297"/>
                </a:lnTo>
                <a:lnTo>
                  <a:pt x="26808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569709" y="433166"/>
            <a:ext cx="273685" cy="224154"/>
          </a:xfrm>
          <a:custGeom>
            <a:avLst/>
            <a:gdLst/>
            <a:ahLst/>
            <a:cxnLst/>
            <a:rect l="l" t="t" r="r" b="b"/>
            <a:pathLst>
              <a:path w="273684" h="224154">
                <a:moveTo>
                  <a:pt x="187794" y="0"/>
                </a:moveTo>
                <a:lnTo>
                  <a:pt x="118726" y="14166"/>
                </a:lnTo>
                <a:lnTo>
                  <a:pt x="60891" y="51372"/>
                </a:lnTo>
                <a:lnTo>
                  <a:pt x="17408" y="111613"/>
                </a:lnTo>
                <a:lnTo>
                  <a:pt x="0" y="183409"/>
                </a:lnTo>
                <a:lnTo>
                  <a:pt x="0" y="198442"/>
                </a:lnTo>
                <a:lnTo>
                  <a:pt x="599" y="204748"/>
                </a:lnTo>
                <a:lnTo>
                  <a:pt x="1539" y="211570"/>
                </a:lnTo>
                <a:lnTo>
                  <a:pt x="2354" y="217918"/>
                </a:lnTo>
                <a:lnTo>
                  <a:pt x="2721" y="223920"/>
                </a:lnTo>
                <a:lnTo>
                  <a:pt x="4263" y="219499"/>
                </a:lnTo>
                <a:lnTo>
                  <a:pt x="6486" y="211384"/>
                </a:lnTo>
                <a:lnTo>
                  <a:pt x="8701" y="203076"/>
                </a:lnTo>
                <a:lnTo>
                  <a:pt x="10515" y="196963"/>
                </a:lnTo>
                <a:lnTo>
                  <a:pt x="37344" y="152595"/>
                </a:lnTo>
                <a:lnTo>
                  <a:pt x="78664" y="121454"/>
                </a:lnTo>
                <a:lnTo>
                  <a:pt x="116480" y="109745"/>
                </a:lnTo>
                <a:lnTo>
                  <a:pt x="135135" y="107781"/>
                </a:lnTo>
                <a:lnTo>
                  <a:pt x="244785" y="107781"/>
                </a:lnTo>
                <a:lnTo>
                  <a:pt x="263835" y="91730"/>
                </a:lnTo>
                <a:lnTo>
                  <a:pt x="273542" y="67628"/>
                </a:lnTo>
                <a:lnTo>
                  <a:pt x="270332" y="38585"/>
                </a:lnTo>
                <a:lnTo>
                  <a:pt x="267084" y="28997"/>
                </a:lnTo>
                <a:lnTo>
                  <a:pt x="263902" y="27940"/>
                </a:lnTo>
                <a:lnTo>
                  <a:pt x="259920" y="20419"/>
                </a:lnTo>
                <a:lnTo>
                  <a:pt x="257199" y="17697"/>
                </a:lnTo>
                <a:lnTo>
                  <a:pt x="242845" y="9630"/>
                </a:lnTo>
                <a:lnTo>
                  <a:pt x="239346" y="6808"/>
                </a:lnTo>
                <a:lnTo>
                  <a:pt x="229414" y="3642"/>
                </a:lnTo>
                <a:lnTo>
                  <a:pt x="215843" y="1549"/>
                </a:lnTo>
                <a:lnTo>
                  <a:pt x="201135" y="383"/>
                </a:lnTo>
                <a:lnTo>
                  <a:pt x="187794" y="0"/>
                </a:lnTo>
                <a:close/>
              </a:path>
              <a:path w="273684" h="224154">
                <a:moveTo>
                  <a:pt x="244785" y="107781"/>
                </a:moveTo>
                <a:lnTo>
                  <a:pt x="135135" y="107781"/>
                </a:lnTo>
                <a:lnTo>
                  <a:pt x="153303" y="107915"/>
                </a:lnTo>
                <a:lnTo>
                  <a:pt x="165496" y="111593"/>
                </a:lnTo>
                <a:lnTo>
                  <a:pt x="176047" y="113437"/>
                </a:lnTo>
                <a:lnTo>
                  <a:pt x="183855" y="115958"/>
                </a:lnTo>
                <a:lnTo>
                  <a:pt x="194836" y="117631"/>
                </a:lnTo>
                <a:lnTo>
                  <a:pt x="214905" y="116931"/>
                </a:lnTo>
                <a:lnTo>
                  <a:pt x="243520" y="108847"/>
                </a:lnTo>
                <a:lnTo>
                  <a:pt x="244785" y="107781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4511416" y="529790"/>
            <a:ext cx="206848" cy="1891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3572432" y="540947"/>
            <a:ext cx="163195" cy="266700"/>
          </a:xfrm>
          <a:custGeom>
            <a:avLst/>
            <a:gdLst/>
            <a:ahLst/>
            <a:cxnLst/>
            <a:rect l="l" t="t" r="r" b="b"/>
            <a:pathLst>
              <a:path w="163194" h="266700">
                <a:moveTo>
                  <a:pt x="132414" y="0"/>
                </a:moveTo>
                <a:lnTo>
                  <a:pt x="75942" y="13673"/>
                </a:lnTo>
                <a:lnTo>
                  <a:pt x="34622" y="44814"/>
                </a:lnTo>
                <a:lnTo>
                  <a:pt x="13057" y="76834"/>
                </a:lnTo>
                <a:lnTo>
                  <a:pt x="3715" y="103789"/>
                </a:lnTo>
                <a:lnTo>
                  <a:pt x="1541" y="111718"/>
                </a:lnTo>
                <a:lnTo>
                  <a:pt x="0" y="116138"/>
                </a:lnTo>
                <a:lnTo>
                  <a:pt x="2785" y="125734"/>
                </a:lnTo>
                <a:lnTo>
                  <a:pt x="5002" y="135795"/>
                </a:lnTo>
                <a:lnTo>
                  <a:pt x="21236" y="175362"/>
                </a:lnTo>
                <a:lnTo>
                  <a:pt x="43226" y="206978"/>
                </a:lnTo>
                <a:lnTo>
                  <a:pt x="70899" y="233747"/>
                </a:lnTo>
                <a:lnTo>
                  <a:pt x="111008" y="257784"/>
                </a:lnTo>
                <a:lnTo>
                  <a:pt x="137876" y="266457"/>
                </a:lnTo>
                <a:lnTo>
                  <a:pt x="134481" y="263512"/>
                </a:lnTo>
                <a:lnTo>
                  <a:pt x="131353" y="262630"/>
                </a:lnTo>
                <a:lnTo>
                  <a:pt x="120269" y="253533"/>
                </a:lnTo>
                <a:lnTo>
                  <a:pt x="117033" y="251487"/>
                </a:lnTo>
                <a:lnTo>
                  <a:pt x="91230" y="227919"/>
                </a:lnTo>
                <a:lnTo>
                  <a:pt x="70577" y="194712"/>
                </a:lnTo>
                <a:lnTo>
                  <a:pt x="59341" y="153970"/>
                </a:lnTo>
                <a:lnTo>
                  <a:pt x="61794" y="107794"/>
                </a:lnTo>
                <a:lnTo>
                  <a:pt x="91613" y="48422"/>
                </a:lnTo>
                <a:lnTo>
                  <a:pt x="143446" y="9813"/>
                </a:lnTo>
                <a:lnTo>
                  <a:pt x="162774" y="3812"/>
                </a:lnTo>
                <a:lnTo>
                  <a:pt x="150581" y="134"/>
                </a:lnTo>
                <a:lnTo>
                  <a:pt x="13241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3784792" y="439975"/>
            <a:ext cx="161925" cy="265430"/>
          </a:xfrm>
          <a:custGeom>
            <a:avLst/>
            <a:gdLst/>
            <a:ahLst/>
            <a:cxnLst/>
            <a:rect l="l" t="t" r="r" b="b"/>
            <a:pathLst>
              <a:path w="161925" h="265430">
                <a:moveTo>
                  <a:pt x="24264" y="0"/>
                </a:moveTo>
                <a:lnTo>
                  <a:pt x="27763" y="2821"/>
                </a:lnTo>
                <a:lnTo>
                  <a:pt x="38525" y="8848"/>
                </a:lnTo>
                <a:lnTo>
                  <a:pt x="42117" y="10888"/>
                </a:lnTo>
                <a:lnTo>
                  <a:pt x="44838" y="13610"/>
                </a:lnTo>
                <a:lnTo>
                  <a:pt x="49979" y="14982"/>
                </a:lnTo>
                <a:lnTo>
                  <a:pt x="55032" y="20678"/>
                </a:lnTo>
                <a:lnTo>
                  <a:pt x="82713" y="51874"/>
                </a:lnTo>
                <a:lnTo>
                  <a:pt x="99149" y="88742"/>
                </a:lnTo>
                <a:lnTo>
                  <a:pt x="104536" y="131086"/>
                </a:lnTo>
                <a:lnTo>
                  <a:pt x="101441" y="155944"/>
                </a:lnTo>
                <a:lnTo>
                  <a:pt x="78055" y="208752"/>
                </a:lnTo>
                <a:lnTo>
                  <a:pt x="36756" y="246393"/>
                </a:lnTo>
                <a:lnTo>
                  <a:pt x="0" y="261283"/>
                </a:lnTo>
                <a:lnTo>
                  <a:pt x="11675" y="264987"/>
                </a:lnTo>
                <a:lnTo>
                  <a:pt x="60797" y="260934"/>
                </a:lnTo>
                <a:lnTo>
                  <a:pt x="117378" y="230677"/>
                </a:lnTo>
                <a:lnTo>
                  <a:pt x="153677" y="178253"/>
                </a:lnTo>
                <a:lnTo>
                  <a:pt x="157782" y="163949"/>
                </a:lnTo>
                <a:lnTo>
                  <a:pt x="159778" y="156529"/>
                </a:lnTo>
                <a:lnTo>
                  <a:pt x="150907" y="111063"/>
                </a:lnTo>
                <a:lnTo>
                  <a:pt x="130860" y="74562"/>
                </a:lnTo>
                <a:lnTo>
                  <a:pt x="105628" y="45130"/>
                </a:lnTo>
                <a:lnTo>
                  <a:pt x="75045" y="21509"/>
                </a:lnTo>
                <a:lnTo>
                  <a:pt x="36403" y="2941"/>
                </a:lnTo>
                <a:lnTo>
                  <a:pt x="2426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3686742" y="578783"/>
            <a:ext cx="147863" cy="1036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4067654" y="533873"/>
            <a:ext cx="164786" cy="1864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4337227" y="597834"/>
            <a:ext cx="57785" cy="55880"/>
          </a:xfrm>
          <a:custGeom>
            <a:avLst/>
            <a:gdLst/>
            <a:ahLst/>
            <a:cxnLst/>
            <a:rect l="l" t="t" r="r" b="b"/>
            <a:pathLst>
              <a:path w="57784" h="55879">
                <a:moveTo>
                  <a:pt x="56210" y="0"/>
                </a:moveTo>
                <a:lnTo>
                  <a:pt x="0" y="0"/>
                </a:lnTo>
                <a:lnTo>
                  <a:pt x="0" y="55796"/>
                </a:lnTo>
                <a:lnTo>
                  <a:pt x="57157" y="55796"/>
                </a:lnTo>
                <a:lnTo>
                  <a:pt x="57157" y="946"/>
                </a:lnTo>
                <a:lnTo>
                  <a:pt x="5621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1791796" y="490056"/>
            <a:ext cx="1519314" cy="3183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597152" y="7866965"/>
            <a:ext cx="47244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0</a:t>
            </a:r>
            <a:r>
              <a:rPr sz="3150" spc="5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2100555" y="7865489"/>
            <a:ext cx="4337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10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68956"/>
            <a:ext cx="965311" cy="254118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781677"/>
            <a:ext cx="2300694" cy="5120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745" y="8135973"/>
            <a:ext cx="102791" cy="126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9281" y="8123273"/>
            <a:ext cx="51112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0677" y="554073"/>
            <a:ext cx="3403075" cy="7569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8290" y="541373"/>
            <a:ext cx="102103" cy="12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199" y="528673"/>
            <a:ext cx="103122" cy="12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84046" y="2063"/>
            <a:ext cx="1778182" cy="86379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53536" y="2063"/>
            <a:ext cx="2522789" cy="86379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69338" y="8616353"/>
            <a:ext cx="7297" cy="236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53403" y="8489353"/>
            <a:ext cx="28190" cy="127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30219" y="8362353"/>
            <a:ext cx="27461" cy="1270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04756" y="8235353"/>
            <a:ext cx="26721" cy="1270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76988" y="8108353"/>
            <a:ext cx="25971" cy="127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6886" y="7727353"/>
            <a:ext cx="135157" cy="3810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00748" y="996353"/>
            <a:ext cx="756939" cy="67310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36403" y="869353"/>
            <a:ext cx="24182" cy="1270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69660" y="742353"/>
            <a:ext cx="24955" cy="1270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00546" y="615353"/>
            <a:ext cx="25718" cy="1270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29089" y="488353"/>
            <a:ext cx="26472" cy="1270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55316" y="361353"/>
            <a:ext cx="27215" cy="1270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79258" y="234353"/>
            <a:ext cx="27948" cy="1270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00938" y="107353"/>
            <a:ext cx="28671" cy="1270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25020" y="2063"/>
            <a:ext cx="24752" cy="10528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842371" y="8360562"/>
            <a:ext cx="117627" cy="2794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000175" y="8233562"/>
            <a:ext cx="23461" cy="1270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978968" y="359562"/>
            <a:ext cx="911279" cy="78740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913975" y="232562"/>
            <a:ext cx="24352" cy="1270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846937" y="105562"/>
            <a:ext cx="25011" cy="1270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782177" y="2063"/>
            <a:ext cx="21362" cy="10349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510639" y="2063"/>
            <a:ext cx="934090" cy="86379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317" y="2063"/>
            <a:ext cx="825442" cy="86379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452279" y="2063"/>
            <a:ext cx="766129" cy="86379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688757" y="1357387"/>
            <a:ext cx="55810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</a:t>
            </a:r>
            <a:r>
              <a:rPr sz="3500" b="1" spc="-18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康</a:t>
            </a:r>
            <a:r>
              <a:rPr sz="3750" spc="-975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妇</a:t>
            </a:r>
            <a:r>
              <a:rPr sz="3500" b="1" spc="-28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3750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3750" spc="-3225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科</a:t>
            </a:r>
            <a:r>
              <a:rPr sz="3500" b="1" spc="-13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3750" spc="-1725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健</a:t>
            </a:r>
            <a:r>
              <a:rPr sz="3500" b="1" spc="-235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</a:t>
            </a:r>
            <a:r>
              <a:rPr sz="3750" b="0" spc="-225" baseline="10100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康</a:t>
            </a:r>
            <a:r>
              <a:rPr sz="3500" b="1" spc="-1150" dirty="0">
                <a:solidFill>
                  <a:srgbClr val="A69379"/>
                </a:solidFill>
                <a:latin typeface="江城律动黑" panose="020B0800000000000000" charset="-122"/>
                <a:cs typeface="江城律动黑" panose="020B0800000000000000" charset="-122"/>
              </a:rPr>
              <a:t>-</a:t>
            </a:r>
            <a:r>
              <a:rPr sz="3750" spc="-1964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3500" b="1" spc="-21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项</a:t>
            </a:r>
            <a:r>
              <a:rPr sz="3750" b="0" spc="-465" baseline="10100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期</a:t>
            </a:r>
            <a:r>
              <a:rPr sz="3500" b="1" spc="-31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3750" baseline="10100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管</a:t>
            </a:r>
            <a:r>
              <a:rPr sz="3750" b="0" spc="-2715" baseline="101000" dirty="0">
                <a:solidFill>
                  <a:srgbClr val="A69379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r>
              <a:rPr sz="35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对照表</a:t>
            </a:r>
            <a:endParaRPr sz="3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014705" y="488966"/>
            <a:ext cx="272415" cy="271145"/>
          </a:xfrm>
          <a:custGeom>
            <a:avLst/>
            <a:gdLst/>
            <a:ahLst/>
            <a:cxnLst/>
            <a:rect l="l" t="t" r="r" b="b"/>
            <a:pathLst>
              <a:path w="272415" h="271145">
                <a:moveTo>
                  <a:pt x="272171" y="0"/>
                </a:moveTo>
                <a:lnTo>
                  <a:pt x="0" y="0"/>
                </a:lnTo>
                <a:lnTo>
                  <a:pt x="0" y="270810"/>
                </a:lnTo>
                <a:lnTo>
                  <a:pt x="236786" y="270810"/>
                </a:lnTo>
                <a:lnTo>
                  <a:pt x="250878" y="267782"/>
                </a:lnTo>
                <a:lnTo>
                  <a:pt x="262090" y="259332"/>
                </a:lnTo>
                <a:lnTo>
                  <a:pt x="269496" y="246414"/>
                </a:lnTo>
                <a:lnTo>
                  <a:pt x="269956" y="243591"/>
                </a:lnTo>
                <a:lnTo>
                  <a:pt x="46271" y="243591"/>
                </a:lnTo>
                <a:lnTo>
                  <a:pt x="46271" y="29937"/>
                </a:lnTo>
                <a:lnTo>
                  <a:pt x="272171" y="29937"/>
                </a:lnTo>
                <a:lnTo>
                  <a:pt x="272171" y="0"/>
                </a:lnTo>
                <a:close/>
              </a:path>
              <a:path w="272415" h="271145">
                <a:moveTo>
                  <a:pt x="272171" y="29937"/>
                </a:moveTo>
                <a:lnTo>
                  <a:pt x="225899" y="29937"/>
                </a:lnTo>
                <a:lnTo>
                  <a:pt x="225899" y="227261"/>
                </a:lnTo>
                <a:lnTo>
                  <a:pt x="223654" y="235538"/>
                </a:lnTo>
                <a:lnTo>
                  <a:pt x="217869" y="240515"/>
                </a:lnTo>
                <a:lnTo>
                  <a:pt x="209977" y="242948"/>
                </a:lnTo>
                <a:lnTo>
                  <a:pt x="201405" y="243591"/>
                </a:lnTo>
                <a:lnTo>
                  <a:pt x="269956" y="243591"/>
                </a:lnTo>
                <a:lnTo>
                  <a:pt x="272171" y="229983"/>
                </a:lnTo>
                <a:lnTo>
                  <a:pt x="272171" y="29937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676732" y="590857"/>
            <a:ext cx="274320" cy="224154"/>
          </a:xfrm>
          <a:custGeom>
            <a:avLst/>
            <a:gdLst/>
            <a:ahLst/>
            <a:cxnLst/>
            <a:rect l="l" t="t" r="r" b="b"/>
            <a:pathLst>
              <a:path w="274319" h="224155">
                <a:moveTo>
                  <a:pt x="68208" y="104522"/>
                </a:moveTo>
                <a:lnTo>
                  <a:pt x="19158" y="120910"/>
                </a:lnTo>
                <a:lnTo>
                  <a:pt x="0" y="165861"/>
                </a:lnTo>
                <a:lnTo>
                  <a:pt x="3007" y="182725"/>
                </a:lnTo>
                <a:lnTo>
                  <a:pt x="6554" y="193130"/>
                </a:lnTo>
                <a:lnTo>
                  <a:pt x="11543" y="197133"/>
                </a:lnTo>
                <a:lnTo>
                  <a:pt x="12732" y="201578"/>
                </a:lnTo>
                <a:lnTo>
                  <a:pt x="15968" y="203624"/>
                </a:lnTo>
                <a:lnTo>
                  <a:pt x="27052" y="212721"/>
                </a:lnTo>
                <a:lnTo>
                  <a:pt x="30180" y="213602"/>
                </a:lnTo>
                <a:lnTo>
                  <a:pt x="33575" y="216547"/>
                </a:lnTo>
                <a:lnTo>
                  <a:pt x="43209" y="220083"/>
                </a:lnTo>
                <a:lnTo>
                  <a:pt x="48527" y="221220"/>
                </a:lnTo>
                <a:lnTo>
                  <a:pt x="50517" y="221447"/>
                </a:lnTo>
                <a:lnTo>
                  <a:pt x="56032" y="222238"/>
                </a:lnTo>
                <a:lnTo>
                  <a:pt x="119336" y="220838"/>
                </a:lnTo>
                <a:lnTo>
                  <a:pt x="177669" y="199130"/>
                </a:lnTo>
                <a:lnTo>
                  <a:pt x="219506" y="166058"/>
                </a:lnTo>
                <a:lnTo>
                  <a:pt x="245654" y="132261"/>
                </a:lnTo>
                <a:lnTo>
                  <a:pt x="255541" y="114379"/>
                </a:lnTo>
                <a:lnTo>
                  <a:pt x="137293" y="114379"/>
                </a:lnTo>
                <a:lnTo>
                  <a:pt x="119734" y="114105"/>
                </a:lnTo>
                <a:lnTo>
                  <a:pt x="108059" y="110401"/>
                </a:lnTo>
                <a:lnTo>
                  <a:pt x="99869" y="110222"/>
                </a:lnTo>
                <a:lnTo>
                  <a:pt x="94171" y="106827"/>
                </a:lnTo>
                <a:lnTo>
                  <a:pt x="85707" y="105469"/>
                </a:lnTo>
                <a:lnTo>
                  <a:pt x="68208" y="104522"/>
                </a:lnTo>
                <a:close/>
              </a:path>
              <a:path w="274319" h="224155">
                <a:moveTo>
                  <a:pt x="269933" y="0"/>
                </a:moveTo>
                <a:lnTo>
                  <a:pt x="267837" y="5646"/>
                </a:lnTo>
                <a:lnTo>
                  <a:pt x="265842" y="13067"/>
                </a:lnTo>
                <a:lnTo>
                  <a:pt x="263843" y="20796"/>
                </a:lnTo>
                <a:lnTo>
                  <a:pt x="261737" y="27371"/>
                </a:lnTo>
                <a:lnTo>
                  <a:pt x="225421" y="79807"/>
                </a:lnTo>
                <a:lnTo>
                  <a:pt x="168857" y="110051"/>
                </a:lnTo>
                <a:lnTo>
                  <a:pt x="137293" y="114379"/>
                </a:lnTo>
                <a:lnTo>
                  <a:pt x="255541" y="114379"/>
                </a:lnTo>
                <a:lnTo>
                  <a:pt x="272258" y="55476"/>
                </a:lnTo>
                <a:lnTo>
                  <a:pt x="273955" y="30644"/>
                </a:lnTo>
                <a:lnTo>
                  <a:pt x="271762" y="6520"/>
                </a:lnTo>
                <a:lnTo>
                  <a:pt x="26993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4454258" y="49032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268089" y="0"/>
                </a:moveTo>
                <a:lnTo>
                  <a:pt x="0" y="0"/>
                </a:lnTo>
                <a:lnTo>
                  <a:pt x="0" y="234064"/>
                </a:lnTo>
                <a:lnTo>
                  <a:pt x="2883" y="246957"/>
                </a:lnTo>
                <a:lnTo>
                  <a:pt x="10752" y="257809"/>
                </a:lnTo>
                <a:lnTo>
                  <a:pt x="22431" y="265294"/>
                </a:lnTo>
                <a:lnTo>
                  <a:pt x="36746" y="268084"/>
                </a:lnTo>
                <a:lnTo>
                  <a:pt x="270810" y="268084"/>
                </a:lnTo>
                <a:lnTo>
                  <a:pt x="270810" y="239508"/>
                </a:lnTo>
                <a:lnTo>
                  <a:pt x="68044" y="239508"/>
                </a:lnTo>
                <a:lnTo>
                  <a:pt x="59224" y="238553"/>
                </a:lnTo>
                <a:lnTo>
                  <a:pt x="52342" y="235487"/>
                </a:lnTo>
                <a:lnTo>
                  <a:pt x="47867" y="230009"/>
                </a:lnTo>
                <a:lnTo>
                  <a:pt x="46271" y="221816"/>
                </a:lnTo>
                <a:lnTo>
                  <a:pt x="46271" y="31297"/>
                </a:lnTo>
                <a:lnTo>
                  <a:pt x="268089" y="31297"/>
                </a:lnTo>
                <a:lnTo>
                  <a:pt x="26808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569709" y="433166"/>
            <a:ext cx="273685" cy="224154"/>
          </a:xfrm>
          <a:custGeom>
            <a:avLst/>
            <a:gdLst/>
            <a:ahLst/>
            <a:cxnLst/>
            <a:rect l="l" t="t" r="r" b="b"/>
            <a:pathLst>
              <a:path w="273684" h="224154">
                <a:moveTo>
                  <a:pt x="187794" y="0"/>
                </a:moveTo>
                <a:lnTo>
                  <a:pt x="118726" y="14166"/>
                </a:lnTo>
                <a:lnTo>
                  <a:pt x="60891" y="51372"/>
                </a:lnTo>
                <a:lnTo>
                  <a:pt x="17408" y="111613"/>
                </a:lnTo>
                <a:lnTo>
                  <a:pt x="0" y="183409"/>
                </a:lnTo>
                <a:lnTo>
                  <a:pt x="0" y="198442"/>
                </a:lnTo>
                <a:lnTo>
                  <a:pt x="599" y="204748"/>
                </a:lnTo>
                <a:lnTo>
                  <a:pt x="1539" y="211570"/>
                </a:lnTo>
                <a:lnTo>
                  <a:pt x="2354" y="217918"/>
                </a:lnTo>
                <a:lnTo>
                  <a:pt x="2721" y="223920"/>
                </a:lnTo>
                <a:lnTo>
                  <a:pt x="4263" y="219499"/>
                </a:lnTo>
                <a:lnTo>
                  <a:pt x="6486" y="211384"/>
                </a:lnTo>
                <a:lnTo>
                  <a:pt x="8701" y="203076"/>
                </a:lnTo>
                <a:lnTo>
                  <a:pt x="10515" y="196963"/>
                </a:lnTo>
                <a:lnTo>
                  <a:pt x="37344" y="152595"/>
                </a:lnTo>
                <a:lnTo>
                  <a:pt x="78664" y="121454"/>
                </a:lnTo>
                <a:lnTo>
                  <a:pt x="116480" y="109745"/>
                </a:lnTo>
                <a:lnTo>
                  <a:pt x="135135" y="107781"/>
                </a:lnTo>
                <a:lnTo>
                  <a:pt x="244785" y="107781"/>
                </a:lnTo>
                <a:lnTo>
                  <a:pt x="263835" y="91730"/>
                </a:lnTo>
                <a:lnTo>
                  <a:pt x="273542" y="67628"/>
                </a:lnTo>
                <a:lnTo>
                  <a:pt x="270332" y="38585"/>
                </a:lnTo>
                <a:lnTo>
                  <a:pt x="267084" y="28997"/>
                </a:lnTo>
                <a:lnTo>
                  <a:pt x="263902" y="27940"/>
                </a:lnTo>
                <a:lnTo>
                  <a:pt x="259920" y="20419"/>
                </a:lnTo>
                <a:lnTo>
                  <a:pt x="257199" y="17697"/>
                </a:lnTo>
                <a:lnTo>
                  <a:pt x="242845" y="9630"/>
                </a:lnTo>
                <a:lnTo>
                  <a:pt x="239346" y="6808"/>
                </a:lnTo>
                <a:lnTo>
                  <a:pt x="229414" y="3642"/>
                </a:lnTo>
                <a:lnTo>
                  <a:pt x="215843" y="1549"/>
                </a:lnTo>
                <a:lnTo>
                  <a:pt x="201135" y="383"/>
                </a:lnTo>
                <a:lnTo>
                  <a:pt x="187794" y="0"/>
                </a:lnTo>
                <a:close/>
              </a:path>
              <a:path w="273684" h="224154">
                <a:moveTo>
                  <a:pt x="244785" y="107781"/>
                </a:moveTo>
                <a:lnTo>
                  <a:pt x="135135" y="107781"/>
                </a:lnTo>
                <a:lnTo>
                  <a:pt x="153303" y="107915"/>
                </a:lnTo>
                <a:lnTo>
                  <a:pt x="165496" y="111593"/>
                </a:lnTo>
                <a:lnTo>
                  <a:pt x="176047" y="113437"/>
                </a:lnTo>
                <a:lnTo>
                  <a:pt x="183855" y="115958"/>
                </a:lnTo>
                <a:lnTo>
                  <a:pt x="194836" y="117631"/>
                </a:lnTo>
                <a:lnTo>
                  <a:pt x="214905" y="116931"/>
                </a:lnTo>
                <a:lnTo>
                  <a:pt x="243520" y="108847"/>
                </a:lnTo>
                <a:lnTo>
                  <a:pt x="244785" y="107781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4511416" y="529790"/>
            <a:ext cx="206848" cy="18915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572432" y="540947"/>
            <a:ext cx="163195" cy="266700"/>
          </a:xfrm>
          <a:custGeom>
            <a:avLst/>
            <a:gdLst/>
            <a:ahLst/>
            <a:cxnLst/>
            <a:rect l="l" t="t" r="r" b="b"/>
            <a:pathLst>
              <a:path w="163194" h="266700">
                <a:moveTo>
                  <a:pt x="132414" y="0"/>
                </a:moveTo>
                <a:lnTo>
                  <a:pt x="75942" y="13673"/>
                </a:lnTo>
                <a:lnTo>
                  <a:pt x="34622" y="44814"/>
                </a:lnTo>
                <a:lnTo>
                  <a:pt x="13057" y="76834"/>
                </a:lnTo>
                <a:lnTo>
                  <a:pt x="3715" y="103789"/>
                </a:lnTo>
                <a:lnTo>
                  <a:pt x="1541" y="111718"/>
                </a:lnTo>
                <a:lnTo>
                  <a:pt x="0" y="116138"/>
                </a:lnTo>
                <a:lnTo>
                  <a:pt x="2785" y="125734"/>
                </a:lnTo>
                <a:lnTo>
                  <a:pt x="5002" y="135795"/>
                </a:lnTo>
                <a:lnTo>
                  <a:pt x="21236" y="175362"/>
                </a:lnTo>
                <a:lnTo>
                  <a:pt x="43226" y="206978"/>
                </a:lnTo>
                <a:lnTo>
                  <a:pt x="70899" y="233747"/>
                </a:lnTo>
                <a:lnTo>
                  <a:pt x="111008" y="257784"/>
                </a:lnTo>
                <a:lnTo>
                  <a:pt x="137876" y="266457"/>
                </a:lnTo>
                <a:lnTo>
                  <a:pt x="134481" y="263512"/>
                </a:lnTo>
                <a:lnTo>
                  <a:pt x="131353" y="262630"/>
                </a:lnTo>
                <a:lnTo>
                  <a:pt x="120269" y="253533"/>
                </a:lnTo>
                <a:lnTo>
                  <a:pt x="117033" y="251487"/>
                </a:lnTo>
                <a:lnTo>
                  <a:pt x="91230" y="227919"/>
                </a:lnTo>
                <a:lnTo>
                  <a:pt x="70577" y="194712"/>
                </a:lnTo>
                <a:lnTo>
                  <a:pt x="59341" y="153970"/>
                </a:lnTo>
                <a:lnTo>
                  <a:pt x="61794" y="107794"/>
                </a:lnTo>
                <a:lnTo>
                  <a:pt x="91613" y="48422"/>
                </a:lnTo>
                <a:lnTo>
                  <a:pt x="143446" y="9813"/>
                </a:lnTo>
                <a:lnTo>
                  <a:pt x="162774" y="3812"/>
                </a:lnTo>
                <a:lnTo>
                  <a:pt x="150581" y="134"/>
                </a:lnTo>
                <a:lnTo>
                  <a:pt x="13241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784792" y="439975"/>
            <a:ext cx="161925" cy="265430"/>
          </a:xfrm>
          <a:custGeom>
            <a:avLst/>
            <a:gdLst/>
            <a:ahLst/>
            <a:cxnLst/>
            <a:rect l="l" t="t" r="r" b="b"/>
            <a:pathLst>
              <a:path w="161925" h="265430">
                <a:moveTo>
                  <a:pt x="24264" y="0"/>
                </a:moveTo>
                <a:lnTo>
                  <a:pt x="27763" y="2821"/>
                </a:lnTo>
                <a:lnTo>
                  <a:pt x="38525" y="8848"/>
                </a:lnTo>
                <a:lnTo>
                  <a:pt x="42117" y="10888"/>
                </a:lnTo>
                <a:lnTo>
                  <a:pt x="44838" y="13610"/>
                </a:lnTo>
                <a:lnTo>
                  <a:pt x="49979" y="14982"/>
                </a:lnTo>
                <a:lnTo>
                  <a:pt x="55032" y="20678"/>
                </a:lnTo>
                <a:lnTo>
                  <a:pt x="82713" y="51874"/>
                </a:lnTo>
                <a:lnTo>
                  <a:pt x="99149" y="88742"/>
                </a:lnTo>
                <a:lnTo>
                  <a:pt x="104536" y="131086"/>
                </a:lnTo>
                <a:lnTo>
                  <a:pt x="101441" y="155944"/>
                </a:lnTo>
                <a:lnTo>
                  <a:pt x="78055" y="208752"/>
                </a:lnTo>
                <a:lnTo>
                  <a:pt x="36756" y="246393"/>
                </a:lnTo>
                <a:lnTo>
                  <a:pt x="0" y="261283"/>
                </a:lnTo>
                <a:lnTo>
                  <a:pt x="11675" y="264987"/>
                </a:lnTo>
                <a:lnTo>
                  <a:pt x="60797" y="260934"/>
                </a:lnTo>
                <a:lnTo>
                  <a:pt x="117378" y="230677"/>
                </a:lnTo>
                <a:lnTo>
                  <a:pt x="153677" y="178253"/>
                </a:lnTo>
                <a:lnTo>
                  <a:pt x="157782" y="163949"/>
                </a:lnTo>
                <a:lnTo>
                  <a:pt x="159778" y="156529"/>
                </a:lnTo>
                <a:lnTo>
                  <a:pt x="150907" y="111063"/>
                </a:lnTo>
                <a:lnTo>
                  <a:pt x="130860" y="74562"/>
                </a:lnTo>
                <a:lnTo>
                  <a:pt x="105628" y="45130"/>
                </a:lnTo>
                <a:lnTo>
                  <a:pt x="75045" y="21509"/>
                </a:lnTo>
                <a:lnTo>
                  <a:pt x="36403" y="2941"/>
                </a:lnTo>
                <a:lnTo>
                  <a:pt x="2426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686742" y="578783"/>
            <a:ext cx="147863" cy="10369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4067654" y="533873"/>
            <a:ext cx="164786" cy="18643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337227" y="597834"/>
            <a:ext cx="57785" cy="55880"/>
          </a:xfrm>
          <a:custGeom>
            <a:avLst/>
            <a:gdLst/>
            <a:ahLst/>
            <a:cxnLst/>
            <a:rect l="l" t="t" r="r" b="b"/>
            <a:pathLst>
              <a:path w="57784" h="55879">
                <a:moveTo>
                  <a:pt x="56210" y="0"/>
                </a:moveTo>
                <a:lnTo>
                  <a:pt x="0" y="0"/>
                </a:lnTo>
                <a:lnTo>
                  <a:pt x="0" y="55796"/>
                </a:lnTo>
                <a:lnTo>
                  <a:pt x="57157" y="55796"/>
                </a:lnTo>
                <a:lnTo>
                  <a:pt x="57157" y="946"/>
                </a:lnTo>
                <a:lnTo>
                  <a:pt x="56210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30048" y="4423360"/>
            <a:ext cx="838200" cy="13785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16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139700">
              <a:lnSpc>
                <a:spcPct val="95000"/>
              </a:lnSpc>
              <a:spcBef>
                <a:spcPts val="63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 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尿 潴 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留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促进泌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</a:t>
            </a:r>
            <a:r>
              <a:rPr sz="900" b="0" spc="-8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224790">
              <a:lnSpc>
                <a:spcPts val="1220"/>
              </a:lnSpc>
              <a:spcBef>
                <a:spcPts val="4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16576" y="3115342"/>
            <a:ext cx="1436370" cy="10737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400" b="1" spc="-229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肌⾁松解理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疗</a:t>
            </a:r>
            <a:r>
              <a:rPr sz="1350" b="0" spc="89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6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03721" y="4430011"/>
            <a:ext cx="817244" cy="10833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114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-11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400" b="1" spc="-8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3天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1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乳腺疏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</a:t>
            </a:r>
            <a:r>
              <a:rPr sz="1350" b="0" spc="322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93107" y="2787429"/>
            <a:ext cx="852169" cy="13703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dirty="0">
                <a:solidFill>
                  <a:srgbClr val="A6937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118745">
              <a:lnSpc>
                <a:spcPct val="99000"/>
              </a:lnSpc>
              <a:spcBef>
                <a:spcPts val="58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 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促进泌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</a:t>
            </a:r>
            <a:r>
              <a:rPr sz="1350" b="0" spc="135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乳腺疏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</a:t>
            </a:r>
            <a:r>
              <a:rPr sz="1350" b="0" spc="135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产后⽔肿护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03153" y="5294298"/>
            <a:ext cx="499109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000"/>
              </a:lnSpc>
              <a:spcBef>
                <a:spcPts val="10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产后⼼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80679" y="5625689"/>
            <a:ext cx="857250" cy="5003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22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123825" algn="r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12382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86021" y="4444614"/>
            <a:ext cx="1362710" cy="8782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7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spc="-4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400" b="1" spc="-7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97230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29615">
              <a:lnSpc>
                <a:spcPts val="1035"/>
              </a:lnSpc>
              <a:spcBef>
                <a:spcPts val="16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产后体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态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ts val="1275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 </a:t>
            </a:r>
            <a:r>
              <a:rPr sz="600" spc="1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35121" y="5291109"/>
            <a:ext cx="19685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2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600" spc="-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8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07952" y="2893172"/>
            <a:ext cx="852169" cy="12204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dirty="0">
                <a:solidFill>
                  <a:srgbClr val="A6937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195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15"/>
              </a:lnSpc>
            </a:pP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r>
              <a:rPr sz="1350" b="0" spc="195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6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关节养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护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66326" y="4445487"/>
            <a:ext cx="931544" cy="137033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855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8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4-6</a:t>
            </a:r>
            <a:r>
              <a:rPr sz="1400" b="1" spc="-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66065">
              <a:lnSpc>
                <a:spcPts val="1195"/>
              </a:lnSpc>
              <a:spcBef>
                <a:spcPts val="53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83185" algn="r">
              <a:lnSpc>
                <a:spcPts val="1270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9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⼦宫复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旧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83185" algn="r">
              <a:lnSpc>
                <a:spcPts val="1275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妊娠纹淡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化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33350">
              <a:lnSpc>
                <a:spcPct val="100000"/>
              </a:lnSpc>
              <a:spcBef>
                <a:spcPts val="260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2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848819" y="2745263"/>
            <a:ext cx="1547495" cy="13741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9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400" b="1" spc="-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42</a:t>
            </a:r>
            <a:r>
              <a:rPr sz="1400" b="1" spc="-17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400" b="1" spc="-4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-2</a:t>
            </a:r>
            <a:r>
              <a:rPr sz="1400" b="1" spc="-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862965">
              <a:lnSpc>
                <a:spcPts val="1070"/>
              </a:lnSpc>
              <a:spcBef>
                <a:spcPts val="16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51765">
              <a:lnSpc>
                <a:spcPts val="1310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9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腹直肌分离复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位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23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295202" y="4452691"/>
            <a:ext cx="1526540" cy="20034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855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</a:t>
            </a:r>
            <a:r>
              <a:rPr sz="1400" b="1" spc="-9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3-6</a:t>
            </a:r>
            <a:r>
              <a:rPr sz="1400" b="1" spc="-35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860425">
              <a:lnSpc>
                <a:spcPts val="1195"/>
              </a:lnSpc>
              <a:spcBef>
                <a:spcPts val="53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17550">
              <a:lnSpc>
                <a:spcPts val="1315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3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控制减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脂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83820" algn="r">
              <a:lnSpc>
                <a:spcPct val="100000"/>
              </a:lnSpc>
              <a:spcBef>
                <a:spcPts val="6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⼒量训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 marR="83820" indent="828040" algn="r">
              <a:lnSpc>
                <a:spcPct val="95000"/>
              </a:lnSpc>
              <a:spcBef>
                <a:spcPts val="19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3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7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腹直肌分离复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位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 </a:t>
            </a:r>
            <a:r>
              <a:rPr sz="600" spc="2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 </a:t>
            </a:r>
            <a:r>
              <a:rPr sz="600" spc="15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产后塑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endParaRPr sz="1350" baseline="30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727710">
              <a:lnSpc>
                <a:spcPct val="100000"/>
              </a:lnSpc>
              <a:spcBef>
                <a:spcPts val="39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20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7683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724287" y="2143097"/>
            <a:ext cx="1617980" cy="19850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36855">
              <a:lnSpc>
                <a:spcPct val="100000"/>
              </a:lnSpc>
              <a:spcBef>
                <a:spcPts val="890"/>
              </a:spcBef>
            </a:pPr>
            <a:r>
              <a:rPr sz="1400" b="1" spc="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400" b="1" spc="-6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后第</a:t>
            </a:r>
            <a:r>
              <a:rPr sz="1400" b="1" spc="-8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6-12</a:t>
            </a:r>
            <a:r>
              <a:rPr sz="1400" b="1" spc="-50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400" b="1" dirty="0">
                <a:solidFill>
                  <a:srgbClr val="A69379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</a:t>
            </a: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951865">
              <a:lnSpc>
                <a:spcPts val="1180"/>
              </a:lnSpc>
              <a:spcBef>
                <a:spcPts val="56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适⽤项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ts val="1300"/>
              </a:lnSpc>
            </a:pP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3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3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11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产后塑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650875" marR="151130" indent="214630" algn="just">
              <a:lnSpc>
                <a:spcPct val="93000"/>
              </a:lnSpc>
              <a:spcBef>
                <a:spcPts val="16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盆底肌康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复 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9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0" spc="6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腹横肌训</a:t>
            </a:r>
            <a:r>
              <a:rPr sz="1350" b="0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 </a:t>
            </a:r>
            <a:r>
              <a:rPr sz="1650" b="0" spc="7" baseline="300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9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腹斜肌训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练 </a:t>
            </a:r>
            <a:r>
              <a:rPr sz="1100" b="0" spc="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P</a:t>
            </a:r>
            <a:r>
              <a:rPr sz="600" spc="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08</a:t>
            </a:r>
            <a:r>
              <a:rPr sz="600" spc="75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乳房护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理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808355">
              <a:lnSpc>
                <a:spcPct val="100000"/>
              </a:lnSpc>
              <a:spcBef>
                <a:spcPts val="225"/>
              </a:spcBef>
            </a:pPr>
            <a:r>
              <a:rPr sz="10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0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⽚：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135890" algn="r">
              <a:lnSpc>
                <a:spcPct val="100000"/>
              </a:lnSpc>
              <a:spcBef>
                <a:spcPts val="11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13525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R="135255" algn="r">
              <a:lnSpc>
                <a:spcPct val="100000"/>
              </a:lnSpc>
              <a:spcBef>
                <a:spcPts val="135"/>
              </a:spcBef>
            </a:pPr>
            <a:r>
              <a:rPr sz="900" b="0" spc="4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9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9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66192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01598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664638" y="4235565"/>
            <a:ext cx="195487" cy="19548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177210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663113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9810053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327621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1328338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791382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4124542" y="4235565"/>
            <a:ext cx="195487" cy="1954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-2087" y="4333309"/>
            <a:ext cx="15120619" cy="0"/>
          </a:xfrm>
          <a:custGeom>
            <a:avLst/>
            <a:gdLst/>
            <a:ahLst/>
            <a:cxnLst/>
            <a:rect l="l" t="t" r="r" b="b"/>
            <a:pathLst>
              <a:path w="15120619">
                <a:moveTo>
                  <a:pt x="0" y="0"/>
                </a:moveTo>
                <a:lnTo>
                  <a:pt x="15120000" y="0"/>
                </a:lnTo>
              </a:path>
            </a:pathLst>
          </a:custGeom>
          <a:ln w="60954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94405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229811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692851" y="4263780"/>
            <a:ext cx="139061" cy="13905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205423" y="4263780"/>
            <a:ext cx="139059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691328" y="4263780"/>
            <a:ext cx="139059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355834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838266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1356553" y="4263780"/>
            <a:ext cx="139059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819595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152756" y="4263780"/>
            <a:ext cx="139061" cy="13905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1791796" y="490056"/>
            <a:ext cx="1519314" cy="31838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A693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A693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2584452" y="7866965"/>
            <a:ext cx="37084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11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2113255" y="7865489"/>
            <a:ext cx="39433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A69379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23920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8078" y="6629143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催乳有效促进乳汁分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泌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使泌乳时间提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57" y="6856577"/>
            <a:ext cx="2286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泌乳量增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提⾼⺟乳喂养成功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率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5824" y="625532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19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7175" y="626500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5824" y="419215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9005" y="4201836"/>
            <a:ext cx="2338070" cy="1007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36000"/>
              </a:lnSpc>
              <a:spcBef>
                <a:spcPts val="91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8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spc="-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42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5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配合按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5824" y="2723367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05003" y="2737721"/>
            <a:ext cx="259016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丰胸电极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2032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2970" y="574049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>
            <p:custDataLst>
              <p:tags r:id="rId1"/>
            </p:custDataLst>
          </p:nvPr>
        </p:nvSpPr>
        <p:spPr>
          <a:xfrm>
            <a:off x="3946277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0" y="0"/>
                </a:lnTo>
                <a:lnTo>
                  <a:pt x="3249870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420584" y="5909835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9830" y="6255492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将电极⽚粘贴在乳房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9803" y="6526155"/>
            <a:ext cx="485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晕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36912" y="589464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848863" y="6349211"/>
            <a:ext cx="2637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通过低频电刺激直接刺激乳腺管平滑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48820" y="6516851"/>
            <a:ext cx="250698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疏通乳腺导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增加局部⾎液循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解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乳房胀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从⽽促进乳汁排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70541" y="597538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847492" y="598506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770541" y="427846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847166" y="4288147"/>
            <a:ext cx="235648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6040" indent="-53975">
              <a:lnSpc>
                <a:spcPct val="100000"/>
              </a:lnSpc>
              <a:spcBef>
                <a:spcPts val="1390"/>
              </a:spcBef>
              <a:buSzPct val="91000"/>
              <a:buFont typeface="Microsoft JhengHei Light" panose="020B0304030504040204" charset="-120"/>
              <a:buChar char="•"/>
              <a:tabLst>
                <a:tab pos="66675" algn="l"/>
              </a:tabLst>
            </a:pP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，3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6040" indent="-53975">
              <a:lnSpc>
                <a:spcPct val="100000"/>
              </a:lnSpc>
              <a:spcBef>
                <a:spcPts val="470"/>
              </a:spcBef>
              <a:buSzPct val="91000"/>
              <a:buFont typeface="Microsoft JhengHei Light" panose="020B0304030504040204" charset="-120"/>
              <a:buChar char="•"/>
              <a:tabLst>
                <a:tab pos="6667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9036" y="5909835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8284" y="6278047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将电极⽚粘贴在乳房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88256" y="6503597"/>
            <a:ext cx="485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晕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65366" y="589464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853281" y="551403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770541" y="279158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840482" y="2805934"/>
            <a:ext cx="82232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853281" y="377667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373726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82188" y="1392714"/>
            <a:ext cx="39744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促进泌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2500" b="1" spc="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4120131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10393814" y="1398452"/>
            <a:ext cx="40093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乳腺疏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</a:t>
            </a:r>
            <a:r>
              <a:rPr sz="2500" b="1" spc="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610098" y="3119397"/>
            <a:ext cx="1374639" cy="25168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14446" y="3113733"/>
            <a:ext cx="1399096" cy="25233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632455" y="3119397"/>
            <a:ext cx="1374639" cy="25168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136802" y="3113733"/>
            <a:ext cx="1399096" cy="25233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2597152" y="7866965"/>
            <a:ext cx="40576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2113255" y="7865489"/>
            <a:ext cx="39306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9053" y="4561127"/>
            <a:ext cx="1395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⼩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时即可使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9044" y="4788557"/>
            <a:ext cx="1675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1-2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10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-10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5-10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8078" y="6477248"/>
            <a:ext cx="2567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通过低频电刺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可以刺激⼩⾎管扩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57" y="6704679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使⾎流量增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通过刺激乳房局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032" y="6932109"/>
            <a:ext cx="2286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改善局部⾎液循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消除产后涨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奶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5824" y="610342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7175" y="6113105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5824" y="419215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9461" y="420183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5824" y="2723367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05003" y="2737721"/>
            <a:ext cx="259016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丰胸电极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2032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9024" y="5015991"/>
            <a:ext cx="2585720" cy="67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也可以单次进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⾏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好转即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651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46277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0" y="0"/>
                </a:lnTo>
                <a:lnTo>
                  <a:pt x="3249870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46277" y="5909972"/>
            <a:ext cx="324993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27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36912" y="589478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23920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848863" y="6148141"/>
            <a:ext cx="25006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低频脉冲电刺激应⽤于乳汁淤积阶段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48843" y="6375571"/>
            <a:ext cx="2533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有效预防乳腺炎的发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;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腺炎早期应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48821" y="6603005"/>
            <a:ext cx="25006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低频脉冲电刺激治疗与药物治疗⽐较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48801" y="6830435"/>
            <a:ext cx="11887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同样的治愈效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果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770541" y="577431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847492" y="578399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770541" y="427846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847168" y="4288147"/>
            <a:ext cx="166814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43815">
              <a:lnSpc>
                <a:spcPct val="100000"/>
              </a:lnSpc>
              <a:spcBef>
                <a:spcPts val="1390"/>
              </a:spcBef>
            </a:pPr>
            <a:r>
              <a:rPr sz="1100" b="0" spc="-6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1-2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7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天，每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7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30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分钟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；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100" b="0" spc="-9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3-7</a:t>
            </a:r>
            <a:r>
              <a:rPr sz="1100" b="0" spc="-1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/</a:t>
            </a:r>
            <a:r>
              <a:rPr sz="1100" b="0" spc="3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疗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程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；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23920" y="5909972"/>
            <a:ext cx="324993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63855">
              <a:lnSpc>
                <a:spcPct val="100000"/>
              </a:lnSpc>
              <a:spcBef>
                <a:spcPts val="127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65366" y="589478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853281" y="533979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840482" y="3160551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770541" y="279158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846883" y="2805934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853281" y="377667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373726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82188" y="1392714"/>
            <a:ext cx="39744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消除乳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胀</a:t>
            </a:r>
            <a:r>
              <a:rPr sz="2500" b="1" spc="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0100403" y="1398452"/>
            <a:ext cx="43027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缓解乳腺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</a:t>
            </a:r>
            <a:r>
              <a:rPr sz="2500" b="1" spc="6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9610098" y="3119397"/>
            <a:ext cx="1374639" cy="2516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114446" y="3113733"/>
            <a:ext cx="1399096" cy="25233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632455" y="3119397"/>
            <a:ext cx="1374639" cy="25168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136802" y="3113733"/>
            <a:ext cx="1399096" cy="25233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597152" y="7866965"/>
            <a:ext cx="4083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113255" y="7865489"/>
            <a:ext cx="41020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8078" y="6191528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乳腺增⽣患者的疼痛症状在使⽤低频脉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冲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033" y="6359164"/>
            <a:ext cx="265303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电流刺激治疗后具有良好镇痛效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果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过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刺激乳房局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有效改善局部⾎液循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009" y="6873823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善乳腺增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5824" y="581770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7175" y="5827384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5824" y="419215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5824" y="2723367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5003" y="2737721"/>
            <a:ext cx="259016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适⽤电极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丰胸电极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2032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044" y="4201836"/>
            <a:ext cx="258572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5-10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46277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0" y="0"/>
                </a:lnTo>
                <a:lnTo>
                  <a:pt x="3249870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946277" y="5909972"/>
            <a:ext cx="32499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25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36912" y="589478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26011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886934" y="6540539"/>
            <a:ext cx="265303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利⽤电刺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使肌⾁被动的运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烧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脂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消除副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使胸部紧致丰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08640" y="62265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885592" y="623618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808640" y="443404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885274" y="4443728"/>
            <a:ext cx="235648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6040" indent="-53975">
              <a:lnSpc>
                <a:spcPct val="100000"/>
              </a:lnSpc>
              <a:spcBef>
                <a:spcPts val="1390"/>
              </a:spcBef>
              <a:buSzPct val="91000"/>
              <a:buFont typeface="Microsoft JhengHei Light" panose="020B0304030504040204" charset="-120"/>
              <a:buChar char="•"/>
              <a:tabLst>
                <a:tab pos="66675" algn="l"/>
              </a:tabLst>
            </a:pP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，3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6040" indent="-53975">
              <a:lnSpc>
                <a:spcPct val="100000"/>
              </a:lnSpc>
              <a:spcBef>
                <a:spcPts val="470"/>
              </a:spcBef>
              <a:buSzPct val="91000"/>
              <a:buFont typeface="Microsoft JhengHei Light" panose="020B0304030504040204" charset="-120"/>
              <a:buChar char="•"/>
              <a:tabLst>
                <a:tab pos="6667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22048" y="5909972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38376" y="589478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891381" y="566961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808640" y="281526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878581" y="2829618"/>
            <a:ext cx="82232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丰胸电极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91381" y="380035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61294" y="6252261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将电极⽚粘贴在乳房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避开乳头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61266" y="6477807"/>
            <a:ext cx="485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晕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373726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682188" y="1392714"/>
            <a:ext cx="39744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乳腺增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2500" b="1" spc="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05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10395675" y="1398452"/>
            <a:ext cx="40074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胸部塑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r>
              <a:rPr sz="2500" b="1" spc="18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06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9610098" y="3119397"/>
            <a:ext cx="1374639" cy="2516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14446" y="3113733"/>
            <a:ext cx="1399096" cy="25233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632455" y="3119397"/>
            <a:ext cx="1374639" cy="25168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136802" y="3113733"/>
            <a:ext cx="1399096" cy="25233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2597152" y="7866965"/>
            <a:ext cx="34988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2113255" y="7865489"/>
            <a:ext cx="40767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47231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47231" y="5906631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骶尾两侧各贴⼀⽚电极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。</a:t>
            </a:r>
            <a:endParaRPr sz="12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7862" y="589358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7"/>
                </a:lnTo>
                <a:lnTo>
                  <a:pt x="717904" y="234220"/>
                </a:lnTo>
                <a:lnTo>
                  <a:pt x="670565" y="243840"/>
                </a:lnTo>
                <a:lnTo>
                  <a:pt x="121917" y="243840"/>
                </a:lnTo>
                <a:lnTo>
                  <a:pt x="74578" y="234220"/>
                </a:lnTo>
                <a:lnTo>
                  <a:pt x="35812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6737" y="4308818"/>
            <a:ext cx="23558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b="1" dirty="0">
                <a:solidFill>
                  <a:srgbClr val="5E5C5C"/>
                </a:solidFill>
                <a:latin typeface="江城律动黑" panose="020B0800000000000000" charset="-122"/>
                <a:cs typeface="江城律动黑" panose="020B0800000000000000" charset="-122"/>
              </a:rPr>
              <a:t>2</a:t>
            </a:r>
            <a:r>
              <a:rPr sz="11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⼩时后</a:t>
            </a: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或剖宫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b="1" dirty="0">
                <a:solidFill>
                  <a:srgbClr val="5E5C5C"/>
                </a:solidFill>
                <a:latin typeface="江城律动黑" panose="020B0800000000000000" charset="-122"/>
                <a:cs typeface="江城律动黑" panose="020B0800000000000000" charset="-122"/>
              </a:rPr>
              <a:t>6</a:t>
            </a:r>
            <a:r>
              <a:rPr sz="1100" b="1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⼩时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b="1" dirty="0">
                <a:solidFill>
                  <a:srgbClr val="5E5C5C"/>
                </a:solidFill>
                <a:latin typeface="江城律动黑" panose="020B0800000000000000" charset="-122"/>
                <a:cs typeface="江城律动黑" panose="020B0800000000000000" charset="-122"/>
              </a:rPr>
              <a:t>：</a:t>
            </a:r>
            <a:endParaRPr sz="1100">
              <a:latin typeface="江城律动黑" panose="020B0800000000000000" charset="-122"/>
              <a:cs typeface="江城律动黑" panose="020B0800000000000000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737" y="4556930"/>
            <a:ext cx="2433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8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，20-30</a:t>
            </a:r>
            <a:r>
              <a:rPr sz="1100" spc="-7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连续治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37" y="4805041"/>
            <a:ext cx="768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b="1" spc="50" dirty="0">
                <a:solidFill>
                  <a:srgbClr val="5E5C5C"/>
                </a:solidFill>
                <a:latin typeface="江城律动黑" panose="020B0800000000000000" charset="-122"/>
                <a:cs typeface="江城律动黑" panose="020B0800000000000000" charset="-122"/>
              </a:rPr>
              <a:t>4</a:t>
            </a:r>
            <a:r>
              <a:rPr sz="1100" b="1" dirty="0">
                <a:solidFill>
                  <a:srgbClr val="5E5C5C"/>
                </a:solidFill>
                <a:latin typeface="江城律动黑" panose="020B0800000000000000" charset="-122"/>
                <a:cs typeface="江城律动黑" panose="020B0800000000000000" charset="-122"/>
              </a:rPr>
              <a:t>2</a:t>
            </a: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411" y="632683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作⽤于产妇骶尾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通过电刺激促进盆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腔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383" y="6554260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肌⾁收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筋膜张⼒增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强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带动⼦宫韧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带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8366" y="6781690"/>
            <a:ext cx="2583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消除盆腔淤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减少产后出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341" y="7009124"/>
            <a:ext cx="1702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恶露排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出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加速⼦宫复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5547" y="59530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97788" y="596268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5547" y="393984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00074" y="3949527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1845" y="2951469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5547" y="258250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97180" y="2596852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6737" y="5053153"/>
            <a:ext cx="2588895" cy="60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8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，20-30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，7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9050">
              <a:lnSpc>
                <a:spcPct val="100000"/>
              </a:lnSpc>
              <a:spcBef>
                <a:spcPts val="268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3585" y="348850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27728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875767" y="4511771"/>
            <a:ext cx="2150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从⽉经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8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开始直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⾄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LH峰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75749" y="4739201"/>
            <a:ext cx="16357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-8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min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77441" y="6220885"/>
            <a:ext cx="2694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通过输出⼀定幅度的低频电流经⽳位神</a:t>
            </a:r>
            <a:r>
              <a:rPr sz="1100" spc="-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77413" y="6448319"/>
            <a:ext cx="2661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体液经络调节下丘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脑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垂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巢轴功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77386" y="6675749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⽽改善卵巢和⼦宫⾎液循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促进⼦宫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877361" y="6903184"/>
            <a:ext cx="604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膜⽣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⻓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799119" y="584706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69" y="208025"/>
                </a:lnTo>
                <a:lnTo>
                  <a:pt x="717903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19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876069" y="585674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799119" y="41428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878355" y="415248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27728" y="5909914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道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240093" y="589472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875734" y="4966635"/>
            <a:ext cx="2587625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连续治疗三个⽉经周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8415">
              <a:lnSpc>
                <a:spcPct val="100000"/>
              </a:lnSpc>
              <a:spcBef>
                <a:spcPts val="236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799119" y="275850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9"/>
                </a:lnTo>
                <a:lnTo>
                  <a:pt x="959647" y="121918"/>
                </a:lnTo>
                <a:lnTo>
                  <a:pt x="950028" y="169260"/>
                </a:lnTo>
                <a:lnTo>
                  <a:pt x="923836" y="208027"/>
                </a:lnTo>
                <a:lnTo>
                  <a:pt x="885071" y="234220"/>
                </a:lnTo>
                <a:lnTo>
                  <a:pt x="837730" y="243839"/>
                </a:lnTo>
                <a:lnTo>
                  <a:pt x="121917" y="243839"/>
                </a:lnTo>
                <a:lnTo>
                  <a:pt x="74576" y="234220"/>
                </a:lnTo>
                <a:lnTo>
                  <a:pt x="35810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1869060" y="2772857"/>
            <a:ext cx="2594610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373726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82188" y="1392714"/>
            <a:ext cx="39744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⼦宫复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旧</a:t>
            </a:r>
            <a:r>
              <a:rPr sz="2500" b="1" spc="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07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9771788" y="1398452"/>
            <a:ext cx="46310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⼦宫内膜增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厚</a:t>
            </a:r>
            <a:r>
              <a:rPr sz="2500" b="1" spc="204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08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869158" y="3423770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2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29"/>
                </a:lnTo>
                <a:lnTo>
                  <a:pt x="101409" y="809267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7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0"/>
                </a:lnTo>
                <a:lnTo>
                  <a:pt x="155879" y="1431046"/>
                </a:lnTo>
                <a:lnTo>
                  <a:pt x="153128" y="1479260"/>
                </a:lnTo>
                <a:lnTo>
                  <a:pt x="148964" y="1528012"/>
                </a:lnTo>
                <a:lnTo>
                  <a:pt x="143170" y="1577593"/>
                </a:lnTo>
                <a:lnTo>
                  <a:pt x="135528" y="1628292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117151" y="3423770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3" y="192174"/>
                </a:lnTo>
                <a:lnTo>
                  <a:pt x="154053" y="240587"/>
                </a:lnTo>
                <a:lnTo>
                  <a:pt x="157299" y="289729"/>
                </a:lnTo>
                <a:lnTo>
                  <a:pt x="158018" y="339891"/>
                </a:lnTo>
                <a:lnTo>
                  <a:pt x="156090" y="391363"/>
                </a:lnTo>
                <a:lnTo>
                  <a:pt x="146166" y="459542"/>
                </a:lnTo>
                <a:lnTo>
                  <a:pt x="137192" y="500611"/>
                </a:lnTo>
                <a:lnTo>
                  <a:pt x="126166" y="545582"/>
                </a:lnTo>
                <a:lnTo>
                  <a:pt x="113556" y="593892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29"/>
                </a:lnTo>
                <a:lnTo>
                  <a:pt x="56609" y="809267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4" y="1187891"/>
                </a:lnTo>
                <a:lnTo>
                  <a:pt x="889" y="1237767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0"/>
                </a:lnTo>
                <a:lnTo>
                  <a:pt x="2139" y="1431046"/>
                </a:lnTo>
                <a:lnTo>
                  <a:pt x="4890" y="1479260"/>
                </a:lnTo>
                <a:lnTo>
                  <a:pt x="9054" y="1528012"/>
                </a:lnTo>
                <a:lnTo>
                  <a:pt x="14848" y="1577593"/>
                </a:lnTo>
                <a:lnTo>
                  <a:pt x="22490" y="1628292"/>
                </a:lnTo>
                <a:lnTo>
                  <a:pt x="32199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671114" y="3423770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1" y="48402"/>
                </a:lnTo>
                <a:lnTo>
                  <a:pt x="130371" y="96372"/>
                </a:lnTo>
                <a:lnTo>
                  <a:pt x="140468" y="144199"/>
                </a:lnTo>
                <a:lnTo>
                  <a:pt x="148402" y="192174"/>
                </a:lnTo>
                <a:lnTo>
                  <a:pt x="154053" y="240587"/>
                </a:lnTo>
                <a:lnTo>
                  <a:pt x="157298" y="289729"/>
                </a:lnTo>
                <a:lnTo>
                  <a:pt x="158017" y="339891"/>
                </a:lnTo>
                <a:lnTo>
                  <a:pt x="156090" y="391363"/>
                </a:lnTo>
                <a:lnTo>
                  <a:pt x="146166" y="459542"/>
                </a:lnTo>
                <a:lnTo>
                  <a:pt x="137191" y="500611"/>
                </a:lnTo>
                <a:lnTo>
                  <a:pt x="126165" y="545582"/>
                </a:lnTo>
                <a:lnTo>
                  <a:pt x="113555" y="593892"/>
                </a:lnTo>
                <a:lnTo>
                  <a:pt x="99827" y="644979"/>
                </a:lnTo>
                <a:lnTo>
                  <a:pt x="85448" y="698279"/>
                </a:lnTo>
                <a:lnTo>
                  <a:pt x="70886" y="753229"/>
                </a:lnTo>
                <a:lnTo>
                  <a:pt x="56608" y="809267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50" y="978278"/>
                </a:lnTo>
                <a:lnTo>
                  <a:pt x="11679" y="1033037"/>
                </a:lnTo>
                <a:lnTo>
                  <a:pt x="5829" y="1086069"/>
                </a:lnTo>
                <a:lnTo>
                  <a:pt x="3065" y="1136811"/>
                </a:lnTo>
                <a:lnTo>
                  <a:pt x="1926" y="1187891"/>
                </a:lnTo>
                <a:lnTo>
                  <a:pt x="890" y="1237767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0"/>
                </a:lnTo>
                <a:lnTo>
                  <a:pt x="2138" y="1431046"/>
                </a:lnTo>
                <a:lnTo>
                  <a:pt x="4890" y="1479260"/>
                </a:lnTo>
                <a:lnTo>
                  <a:pt x="9053" y="1528012"/>
                </a:lnTo>
                <a:lnTo>
                  <a:pt x="14847" y="1577593"/>
                </a:lnTo>
                <a:lnTo>
                  <a:pt x="22489" y="1628292"/>
                </a:lnTo>
                <a:lnTo>
                  <a:pt x="32199" y="1680401"/>
                </a:lnTo>
                <a:lnTo>
                  <a:pt x="44193" y="1734208"/>
                </a:lnTo>
                <a:lnTo>
                  <a:pt x="58691" y="1790004"/>
                </a:lnTo>
                <a:lnTo>
                  <a:pt x="75911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311705" y="3423770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2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29"/>
                </a:lnTo>
                <a:lnTo>
                  <a:pt x="101409" y="809267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8" y="978278"/>
                </a:lnTo>
                <a:lnTo>
                  <a:pt x="146339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3" y="1187891"/>
                </a:lnTo>
                <a:lnTo>
                  <a:pt x="157128" y="1237767"/>
                </a:lnTo>
                <a:lnTo>
                  <a:pt x="157843" y="1286731"/>
                </a:lnTo>
                <a:lnTo>
                  <a:pt x="158018" y="1335072"/>
                </a:lnTo>
                <a:lnTo>
                  <a:pt x="157436" y="1383080"/>
                </a:lnTo>
                <a:lnTo>
                  <a:pt x="155878" y="1431046"/>
                </a:lnTo>
                <a:lnTo>
                  <a:pt x="153127" y="1479260"/>
                </a:lnTo>
                <a:lnTo>
                  <a:pt x="148963" y="1528012"/>
                </a:lnTo>
                <a:lnTo>
                  <a:pt x="143169" y="1577593"/>
                </a:lnTo>
                <a:lnTo>
                  <a:pt x="135527" y="1628292"/>
                </a:lnTo>
                <a:lnTo>
                  <a:pt x="125818" y="1680401"/>
                </a:lnTo>
                <a:lnTo>
                  <a:pt x="113823" y="1734208"/>
                </a:lnTo>
                <a:lnTo>
                  <a:pt x="99325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286695" y="4565336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7" y="49155"/>
                </a:lnTo>
                <a:lnTo>
                  <a:pt x="59943" y="95928"/>
                </a:lnTo>
                <a:lnTo>
                  <a:pt x="95747" y="138480"/>
                </a:lnTo>
                <a:lnTo>
                  <a:pt x="137279" y="174971"/>
                </a:lnTo>
                <a:lnTo>
                  <a:pt x="177807" y="201197"/>
                </a:lnTo>
                <a:lnTo>
                  <a:pt x="220971" y="222920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871095" y="4565336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80"/>
                </a:lnTo>
                <a:lnTo>
                  <a:pt x="224726" y="174971"/>
                </a:lnTo>
                <a:lnTo>
                  <a:pt x="184198" y="201197"/>
                </a:lnTo>
                <a:lnTo>
                  <a:pt x="141034" y="222920"/>
                </a:lnTo>
                <a:lnTo>
                  <a:pt x="95662" y="240544"/>
                </a:lnTo>
                <a:lnTo>
                  <a:pt x="48508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687110" y="4950990"/>
            <a:ext cx="185420" cy="323215"/>
          </a:xfrm>
          <a:custGeom>
            <a:avLst/>
            <a:gdLst/>
            <a:ahLst/>
            <a:cxnLst/>
            <a:rect l="l" t="t" r="r" b="b"/>
            <a:pathLst>
              <a:path w="185420" h="323214">
                <a:moveTo>
                  <a:pt x="1247" y="322922"/>
                </a:moveTo>
                <a:lnTo>
                  <a:pt x="302" y="279814"/>
                </a:lnTo>
                <a:lnTo>
                  <a:pt x="0" y="229511"/>
                </a:lnTo>
                <a:lnTo>
                  <a:pt x="1644" y="176003"/>
                </a:lnTo>
                <a:lnTo>
                  <a:pt x="6538" y="123279"/>
                </a:lnTo>
                <a:lnTo>
                  <a:pt x="15984" y="75328"/>
                </a:lnTo>
                <a:lnTo>
                  <a:pt x="31287" y="36138"/>
                </a:lnTo>
                <a:lnTo>
                  <a:pt x="84671" y="0"/>
                </a:lnTo>
                <a:lnTo>
                  <a:pt x="111491" y="9703"/>
                </a:lnTo>
                <a:lnTo>
                  <a:pt x="149790" y="75325"/>
                </a:lnTo>
                <a:lnTo>
                  <a:pt x="162509" y="123240"/>
                </a:lnTo>
                <a:lnTo>
                  <a:pt x="171768" y="175887"/>
                </a:lnTo>
                <a:lnTo>
                  <a:pt x="178186" y="229265"/>
                </a:lnTo>
                <a:lnTo>
                  <a:pt x="182384" y="279372"/>
                </a:lnTo>
                <a:lnTo>
                  <a:pt x="184981" y="32220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31838" y="4949879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269" y="0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076476" y="4905245"/>
            <a:ext cx="0" cy="89535"/>
          </a:xfrm>
          <a:custGeom>
            <a:avLst/>
            <a:gdLst/>
            <a:ahLst/>
            <a:cxnLst/>
            <a:rect l="l" t="t" r="r" b="b"/>
            <a:pathLst>
              <a:path h="89535">
                <a:moveTo>
                  <a:pt x="0" y="0"/>
                </a:moveTo>
                <a:lnTo>
                  <a:pt x="0" y="89269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061351" y="4949879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269" y="0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742791" y="3975872"/>
            <a:ext cx="73761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46285" y="4970797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4" y="33682"/>
                </a:lnTo>
                <a:lnTo>
                  <a:pt x="63223" y="65252"/>
                </a:lnTo>
                <a:lnTo>
                  <a:pt x="100972" y="93806"/>
                </a:lnTo>
                <a:lnTo>
                  <a:pt x="141687" y="118440"/>
                </a:lnTo>
                <a:lnTo>
                  <a:pt x="184523" y="138249"/>
                </a:lnTo>
                <a:lnTo>
                  <a:pt x="228635" y="152330"/>
                </a:lnTo>
                <a:lnTo>
                  <a:pt x="277609" y="158779"/>
                </a:lnTo>
                <a:lnTo>
                  <a:pt x="326348" y="155230"/>
                </a:lnTo>
                <a:lnTo>
                  <a:pt x="374722" y="143462"/>
                </a:lnTo>
                <a:lnTo>
                  <a:pt x="422602" y="125252"/>
                </a:lnTo>
                <a:lnTo>
                  <a:pt x="469856" y="102377"/>
                </a:lnTo>
                <a:lnTo>
                  <a:pt x="516355" y="76615"/>
                </a:lnTo>
                <a:lnTo>
                  <a:pt x="559232" y="96610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3"/>
                </a:lnTo>
                <a:lnTo>
                  <a:pt x="767873" y="155578"/>
                </a:lnTo>
                <a:lnTo>
                  <a:pt x="821292" y="155779"/>
                </a:lnTo>
                <a:lnTo>
                  <a:pt x="868554" y="144766"/>
                </a:lnTo>
                <a:lnTo>
                  <a:pt x="911424" y="121313"/>
                </a:lnTo>
                <a:lnTo>
                  <a:pt x="948943" y="87814"/>
                </a:lnTo>
                <a:lnTo>
                  <a:pt x="980153" y="46659"/>
                </a:lnTo>
                <a:lnTo>
                  <a:pt x="1004093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533410" y="42178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533410" y="42178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140282" y="42178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7" y="415442"/>
                </a:lnTo>
                <a:lnTo>
                  <a:pt x="303074" y="399606"/>
                </a:lnTo>
                <a:lnTo>
                  <a:pt x="342158" y="374757"/>
                </a:lnTo>
                <a:lnTo>
                  <a:pt x="374757" y="342158"/>
                </a:lnTo>
                <a:lnTo>
                  <a:pt x="399606" y="303074"/>
                </a:lnTo>
                <a:lnTo>
                  <a:pt x="415442" y="258766"/>
                </a:lnTo>
                <a:lnTo>
                  <a:pt x="421002" y="210499"/>
                </a:lnTo>
                <a:lnTo>
                  <a:pt x="415442" y="162234"/>
                </a:lnTo>
                <a:lnTo>
                  <a:pt x="399606" y="117927"/>
                </a:lnTo>
                <a:lnTo>
                  <a:pt x="374757" y="78843"/>
                </a:lnTo>
                <a:lnTo>
                  <a:pt x="342158" y="46244"/>
                </a:lnTo>
                <a:lnTo>
                  <a:pt x="303074" y="21395"/>
                </a:lnTo>
                <a:lnTo>
                  <a:pt x="258767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140282" y="42178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7" y="5559"/>
                </a:lnTo>
                <a:lnTo>
                  <a:pt x="303074" y="21395"/>
                </a:lnTo>
                <a:lnTo>
                  <a:pt x="342158" y="46244"/>
                </a:lnTo>
                <a:lnTo>
                  <a:pt x="374757" y="78843"/>
                </a:lnTo>
                <a:lnTo>
                  <a:pt x="399606" y="117927"/>
                </a:lnTo>
                <a:lnTo>
                  <a:pt x="415442" y="162234"/>
                </a:lnTo>
                <a:lnTo>
                  <a:pt x="421002" y="210499"/>
                </a:lnTo>
                <a:lnTo>
                  <a:pt x="415442" y="258766"/>
                </a:lnTo>
                <a:lnTo>
                  <a:pt x="399606" y="303074"/>
                </a:lnTo>
                <a:lnTo>
                  <a:pt x="374757" y="342158"/>
                </a:lnTo>
                <a:lnTo>
                  <a:pt x="342158" y="374757"/>
                </a:lnTo>
                <a:lnTo>
                  <a:pt x="303074" y="399606"/>
                </a:lnTo>
                <a:lnTo>
                  <a:pt x="258767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4" y="78843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589738" y="4638201"/>
            <a:ext cx="777240" cy="338455"/>
          </a:xfrm>
          <a:custGeom>
            <a:avLst/>
            <a:gdLst/>
            <a:ahLst/>
            <a:cxnLst/>
            <a:rect l="l" t="t" r="r" b="b"/>
            <a:pathLst>
              <a:path w="777239" h="338454">
                <a:moveTo>
                  <a:pt x="777120" y="0"/>
                </a:moveTo>
                <a:lnTo>
                  <a:pt x="738108" y="52049"/>
                </a:lnTo>
                <a:lnTo>
                  <a:pt x="708049" y="76994"/>
                </a:lnTo>
                <a:lnTo>
                  <a:pt x="669857" y="100049"/>
                </a:lnTo>
                <a:lnTo>
                  <a:pt x="622710" y="120334"/>
                </a:lnTo>
                <a:lnTo>
                  <a:pt x="565787" y="136972"/>
                </a:lnTo>
                <a:lnTo>
                  <a:pt x="498266" y="149084"/>
                </a:lnTo>
                <a:lnTo>
                  <a:pt x="419323" y="155793"/>
                </a:lnTo>
                <a:lnTo>
                  <a:pt x="354864" y="160827"/>
                </a:lnTo>
                <a:lnTo>
                  <a:pt x="297302" y="169896"/>
                </a:lnTo>
                <a:lnTo>
                  <a:pt x="245597" y="182906"/>
                </a:lnTo>
                <a:lnTo>
                  <a:pt x="198706" y="199760"/>
                </a:lnTo>
                <a:lnTo>
                  <a:pt x="155587" y="220364"/>
                </a:lnTo>
                <a:lnTo>
                  <a:pt x="115199" y="244623"/>
                </a:lnTo>
                <a:lnTo>
                  <a:pt x="76500" y="272441"/>
                </a:lnTo>
                <a:lnTo>
                  <a:pt x="38447" y="303723"/>
                </a:lnTo>
                <a:lnTo>
                  <a:pt x="0" y="33837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743914" y="4638874"/>
            <a:ext cx="845819" cy="337820"/>
          </a:xfrm>
          <a:custGeom>
            <a:avLst/>
            <a:gdLst/>
            <a:ahLst/>
            <a:cxnLst/>
            <a:rect l="l" t="t" r="r" b="b"/>
            <a:pathLst>
              <a:path w="845820" h="337820">
                <a:moveTo>
                  <a:pt x="0" y="0"/>
                </a:moveTo>
                <a:lnTo>
                  <a:pt x="6182" y="39870"/>
                </a:lnTo>
                <a:lnTo>
                  <a:pt x="36749" y="105042"/>
                </a:lnTo>
                <a:lnTo>
                  <a:pt x="92323" y="152443"/>
                </a:lnTo>
                <a:lnTo>
                  <a:pt x="129766" y="170102"/>
                </a:lnTo>
                <a:lnTo>
                  <a:pt x="173793" y="184064"/>
                </a:lnTo>
                <a:lnTo>
                  <a:pt x="224515" y="194577"/>
                </a:lnTo>
                <a:lnTo>
                  <a:pt x="282043" y="201891"/>
                </a:lnTo>
                <a:lnTo>
                  <a:pt x="346489" y="206254"/>
                </a:lnTo>
                <a:lnTo>
                  <a:pt x="393744" y="206907"/>
                </a:lnTo>
                <a:lnTo>
                  <a:pt x="440775" y="205412"/>
                </a:lnTo>
                <a:lnTo>
                  <a:pt x="487242" y="202784"/>
                </a:lnTo>
                <a:lnTo>
                  <a:pt x="532803" y="200041"/>
                </a:lnTo>
                <a:lnTo>
                  <a:pt x="577117" y="198197"/>
                </a:lnTo>
                <a:lnTo>
                  <a:pt x="619844" y="198267"/>
                </a:lnTo>
                <a:lnTo>
                  <a:pt x="660641" y="201269"/>
                </a:lnTo>
                <a:lnTo>
                  <a:pt x="699169" y="208216"/>
                </a:lnTo>
                <a:lnTo>
                  <a:pt x="768051" y="238014"/>
                </a:lnTo>
                <a:lnTo>
                  <a:pt x="797722" y="262895"/>
                </a:lnTo>
                <a:lnTo>
                  <a:pt x="823760" y="295786"/>
                </a:lnTo>
                <a:lnTo>
                  <a:pt x="845823" y="33770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566874" y="4967420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3"/>
                </a:lnTo>
                <a:lnTo>
                  <a:pt x="6825" y="6827"/>
                </a:lnTo>
                <a:lnTo>
                  <a:pt x="1833" y="14218"/>
                </a:lnTo>
                <a:lnTo>
                  <a:pt x="0" y="23244"/>
                </a:lnTo>
                <a:lnTo>
                  <a:pt x="0" y="164746"/>
                </a:lnTo>
                <a:lnTo>
                  <a:pt x="1833" y="173773"/>
                </a:lnTo>
                <a:lnTo>
                  <a:pt x="6825" y="181164"/>
                </a:lnTo>
                <a:lnTo>
                  <a:pt x="14216" y="186158"/>
                </a:lnTo>
                <a:lnTo>
                  <a:pt x="23248" y="187991"/>
                </a:lnTo>
                <a:lnTo>
                  <a:pt x="32273" y="186158"/>
                </a:lnTo>
                <a:lnTo>
                  <a:pt x="39664" y="181164"/>
                </a:lnTo>
                <a:lnTo>
                  <a:pt x="44659" y="173773"/>
                </a:lnTo>
                <a:lnTo>
                  <a:pt x="46493" y="164746"/>
                </a:lnTo>
                <a:lnTo>
                  <a:pt x="46493" y="23244"/>
                </a:lnTo>
                <a:lnTo>
                  <a:pt x="44659" y="14218"/>
                </a:lnTo>
                <a:lnTo>
                  <a:pt x="39664" y="6827"/>
                </a:lnTo>
                <a:lnTo>
                  <a:pt x="32273" y="1833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362640" y="483311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295785" y="5083528"/>
            <a:ext cx="22225" cy="180340"/>
          </a:xfrm>
          <a:custGeom>
            <a:avLst/>
            <a:gdLst/>
            <a:ahLst/>
            <a:cxnLst/>
            <a:rect l="l" t="t" r="r" b="b"/>
            <a:pathLst>
              <a:path w="22225" h="180339">
                <a:moveTo>
                  <a:pt x="21667" y="180072"/>
                </a:moveTo>
                <a:lnTo>
                  <a:pt x="20941" y="127229"/>
                </a:lnTo>
                <a:lnTo>
                  <a:pt x="17175" y="73709"/>
                </a:lnTo>
                <a:lnTo>
                  <a:pt x="7695" y="184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404288" y="5076173"/>
            <a:ext cx="22225" cy="184785"/>
          </a:xfrm>
          <a:custGeom>
            <a:avLst/>
            <a:gdLst/>
            <a:ahLst/>
            <a:cxnLst/>
            <a:rect l="l" t="t" r="r" b="b"/>
            <a:pathLst>
              <a:path w="22225" h="184785">
                <a:moveTo>
                  <a:pt x="0" y="184442"/>
                </a:moveTo>
                <a:lnTo>
                  <a:pt x="727" y="131598"/>
                </a:lnTo>
                <a:lnTo>
                  <a:pt x="4491" y="78079"/>
                </a:lnTo>
                <a:lnTo>
                  <a:pt x="10876" y="37499"/>
                </a:lnTo>
                <a:lnTo>
                  <a:pt x="15586" y="17548"/>
                </a:lnTo>
                <a:lnTo>
                  <a:pt x="2171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2597152" y="7866965"/>
            <a:ext cx="41020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1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2100555" y="7865489"/>
            <a:ext cx="48196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50949" y="2399303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7864"/>
                </a:lnTo>
                <a:lnTo>
                  <a:pt x="0" y="497786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8455" y="4647436"/>
            <a:ext cx="7264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b="0" spc="-6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4</a:t>
            </a:r>
            <a:r>
              <a:rPr sz="1100" b="0" spc="-12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129" y="6148141"/>
            <a:ext cx="25006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通过电流刺激盆底神经肌⾁改变⾎管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平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108" y="6375571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滑肌的舒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理论上降低盆底和⼦宫旁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083" y="6603005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管⾎管阻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⼒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间接改善⼦宫内膜⾎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善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0058" y="6830435"/>
            <a:ext cx="8890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内膜容受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性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1805" y="577431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8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8" y="243838"/>
                </a:lnTo>
                <a:lnTo>
                  <a:pt x="74579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9" y="9619"/>
                </a:lnTo>
                <a:lnTo>
                  <a:pt x="121918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8757" y="578399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1805" y="427846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8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8" y="243838"/>
                </a:lnTo>
                <a:lnTo>
                  <a:pt x="74579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9" y="9619"/>
                </a:lnTo>
                <a:lnTo>
                  <a:pt x="121918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8443" y="4288147"/>
            <a:ext cx="191960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z="1100" b="0" spc="-1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1次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/</a:t>
            </a:r>
            <a:r>
              <a:rPr sz="1100" b="0" spc="3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，30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b="0" spc="-1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钟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/</a:t>
            </a:r>
            <a:r>
              <a:rPr sz="1100" b="0" spc="3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2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，10</a:t>
            </a:r>
            <a:r>
              <a:rPr sz="1100" b="0" spc="-1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/</a:t>
            </a:r>
            <a:r>
              <a:rPr sz="1100" b="0" spc="3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疗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程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0949" y="6034223"/>
            <a:ext cx="324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92395" y="601903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4546" y="533979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1805" y="279158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8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8" y="243838"/>
                </a:lnTo>
                <a:lnTo>
                  <a:pt x="74577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7" y="9619"/>
                </a:lnTo>
                <a:lnTo>
                  <a:pt x="121918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88149" y="2805934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4546" y="377667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697459" y="4790029"/>
            <a:ext cx="1063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剖宫产术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8</a:t>
            </a:r>
            <a:r>
              <a:rPr sz="1100" spc="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h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00709" y="6534615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胃肠排⽓电刺激使平滑肌筋膜松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少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00685" y="6762049"/>
            <a:ext cx="1924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疼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促进肠蠕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促进排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⽓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23920" y="5907686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在骶尾部左右各贴⼀⽚电极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14552" y="589464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624529" y="61607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699337" y="6175217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624529" y="442105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697446" y="4435560"/>
            <a:ext cx="2671445" cy="77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直⾄正常排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⽓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696443" y="3279660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597188" y="291069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698729" y="2925043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09749" y="565063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09749" y="387856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10406790" y="1398452"/>
            <a:ext cx="36417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肠胃排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⽓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620618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682188" y="1392714"/>
            <a:ext cx="52216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促进⼦宫内膜⾎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r>
              <a:rPr sz="2500" b="1" spc="8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09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4148457" y="1602146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0307016" y="3118025"/>
            <a:ext cx="220979" cy="2438400"/>
          </a:xfrm>
          <a:custGeom>
            <a:avLst/>
            <a:gdLst/>
            <a:ahLst/>
            <a:cxnLst/>
            <a:rect l="l" t="t" r="r" b="b"/>
            <a:pathLst>
              <a:path w="220979" h="2438400">
                <a:moveTo>
                  <a:pt x="75045" y="0"/>
                </a:moveTo>
                <a:lnTo>
                  <a:pt x="59124" y="51149"/>
                </a:lnTo>
                <a:lnTo>
                  <a:pt x="44898" y="101883"/>
                </a:lnTo>
                <a:lnTo>
                  <a:pt x="32455" y="152399"/>
                </a:lnTo>
                <a:lnTo>
                  <a:pt x="21880" y="202892"/>
                </a:lnTo>
                <a:lnTo>
                  <a:pt x="13260" y="253560"/>
                </a:lnTo>
                <a:lnTo>
                  <a:pt x="6683" y="304597"/>
                </a:lnTo>
                <a:lnTo>
                  <a:pt x="2234" y="356201"/>
                </a:lnTo>
                <a:lnTo>
                  <a:pt x="0" y="408567"/>
                </a:lnTo>
                <a:lnTo>
                  <a:pt x="67" y="461892"/>
                </a:lnTo>
                <a:lnTo>
                  <a:pt x="2523" y="516373"/>
                </a:lnTo>
                <a:lnTo>
                  <a:pt x="11396" y="581399"/>
                </a:lnTo>
                <a:lnTo>
                  <a:pt x="19215" y="619353"/>
                </a:lnTo>
                <a:lnTo>
                  <a:pt x="28921" y="660516"/>
                </a:lnTo>
                <a:lnTo>
                  <a:pt x="40239" y="704575"/>
                </a:lnTo>
                <a:lnTo>
                  <a:pt x="52895" y="751218"/>
                </a:lnTo>
                <a:lnTo>
                  <a:pt x="66612" y="800129"/>
                </a:lnTo>
                <a:lnTo>
                  <a:pt x="81116" y="850997"/>
                </a:lnTo>
                <a:lnTo>
                  <a:pt x="96130" y="903508"/>
                </a:lnTo>
                <a:lnTo>
                  <a:pt x="111381" y="957347"/>
                </a:lnTo>
                <a:lnTo>
                  <a:pt x="126592" y="1012203"/>
                </a:lnTo>
                <a:lnTo>
                  <a:pt x="141488" y="1067762"/>
                </a:lnTo>
                <a:lnTo>
                  <a:pt x="155794" y="1123710"/>
                </a:lnTo>
                <a:lnTo>
                  <a:pt x="169234" y="1179734"/>
                </a:lnTo>
                <a:lnTo>
                  <a:pt x="181534" y="1235521"/>
                </a:lnTo>
                <a:lnTo>
                  <a:pt x="192418" y="1290757"/>
                </a:lnTo>
                <a:lnTo>
                  <a:pt x="201610" y="1345130"/>
                </a:lnTo>
                <a:lnTo>
                  <a:pt x="208836" y="1398325"/>
                </a:lnTo>
                <a:lnTo>
                  <a:pt x="213820" y="1450029"/>
                </a:lnTo>
                <a:lnTo>
                  <a:pt x="216286" y="1499929"/>
                </a:lnTo>
                <a:lnTo>
                  <a:pt x="217459" y="1549759"/>
                </a:lnTo>
                <a:lnTo>
                  <a:pt x="218598" y="1598672"/>
                </a:lnTo>
                <a:lnTo>
                  <a:pt x="219580" y="1646822"/>
                </a:lnTo>
                <a:lnTo>
                  <a:pt x="220285" y="1694361"/>
                </a:lnTo>
                <a:lnTo>
                  <a:pt x="220589" y="1741443"/>
                </a:lnTo>
                <a:lnTo>
                  <a:pt x="220371" y="1788221"/>
                </a:lnTo>
                <a:lnTo>
                  <a:pt x="219509" y="1834849"/>
                </a:lnTo>
                <a:lnTo>
                  <a:pt x="217880" y="1881479"/>
                </a:lnTo>
                <a:lnTo>
                  <a:pt x="215364" y="1928265"/>
                </a:lnTo>
                <a:lnTo>
                  <a:pt x="211838" y="1975359"/>
                </a:lnTo>
                <a:lnTo>
                  <a:pt x="207179" y="2022916"/>
                </a:lnTo>
                <a:lnTo>
                  <a:pt x="201267" y="2071088"/>
                </a:lnTo>
                <a:lnTo>
                  <a:pt x="193979" y="2120028"/>
                </a:lnTo>
                <a:lnTo>
                  <a:pt x="185193" y="2169890"/>
                </a:lnTo>
                <a:lnTo>
                  <a:pt x="174787" y="2220827"/>
                </a:lnTo>
                <a:lnTo>
                  <a:pt x="162639" y="2272992"/>
                </a:lnTo>
                <a:lnTo>
                  <a:pt x="148628" y="2326539"/>
                </a:lnTo>
                <a:lnTo>
                  <a:pt x="132630" y="2381619"/>
                </a:lnTo>
                <a:lnTo>
                  <a:pt x="114525" y="243838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570107" y="3118025"/>
            <a:ext cx="220979" cy="2438400"/>
          </a:xfrm>
          <a:custGeom>
            <a:avLst/>
            <a:gdLst/>
            <a:ahLst/>
            <a:cxnLst/>
            <a:rect l="l" t="t" r="r" b="b"/>
            <a:pathLst>
              <a:path w="220979" h="2438400">
                <a:moveTo>
                  <a:pt x="145543" y="0"/>
                </a:moveTo>
                <a:lnTo>
                  <a:pt x="161464" y="51149"/>
                </a:lnTo>
                <a:lnTo>
                  <a:pt x="175689" y="101883"/>
                </a:lnTo>
                <a:lnTo>
                  <a:pt x="188133" y="152399"/>
                </a:lnTo>
                <a:lnTo>
                  <a:pt x="198707" y="202892"/>
                </a:lnTo>
                <a:lnTo>
                  <a:pt x="207327" y="253560"/>
                </a:lnTo>
                <a:lnTo>
                  <a:pt x="213904" y="304597"/>
                </a:lnTo>
                <a:lnTo>
                  <a:pt x="218354" y="356201"/>
                </a:lnTo>
                <a:lnTo>
                  <a:pt x="220588" y="408567"/>
                </a:lnTo>
                <a:lnTo>
                  <a:pt x="220520" y="461892"/>
                </a:lnTo>
                <a:lnTo>
                  <a:pt x="218065" y="516373"/>
                </a:lnTo>
                <a:lnTo>
                  <a:pt x="209191" y="581399"/>
                </a:lnTo>
                <a:lnTo>
                  <a:pt x="201373" y="619353"/>
                </a:lnTo>
                <a:lnTo>
                  <a:pt x="191666" y="660516"/>
                </a:lnTo>
                <a:lnTo>
                  <a:pt x="180348" y="704575"/>
                </a:lnTo>
                <a:lnTo>
                  <a:pt x="167692" y="751218"/>
                </a:lnTo>
                <a:lnTo>
                  <a:pt x="153975" y="800129"/>
                </a:lnTo>
                <a:lnTo>
                  <a:pt x="139471" y="850997"/>
                </a:lnTo>
                <a:lnTo>
                  <a:pt x="124457" y="903508"/>
                </a:lnTo>
                <a:lnTo>
                  <a:pt x="109206" y="957347"/>
                </a:lnTo>
                <a:lnTo>
                  <a:pt x="93995" y="1012203"/>
                </a:lnTo>
                <a:lnTo>
                  <a:pt x="79099" y="1067762"/>
                </a:lnTo>
                <a:lnTo>
                  <a:pt x="64793" y="1123710"/>
                </a:lnTo>
                <a:lnTo>
                  <a:pt x="51352" y="1179734"/>
                </a:lnTo>
                <a:lnTo>
                  <a:pt x="39053" y="1235521"/>
                </a:lnTo>
                <a:lnTo>
                  <a:pt x="28169" y="1290757"/>
                </a:lnTo>
                <a:lnTo>
                  <a:pt x="18976" y="1345130"/>
                </a:lnTo>
                <a:lnTo>
                  <a:pt x="11750" y="1398325"/>
                </a:lnTo>
                <a:lnTo>
                  <a:pt x="6766" y="1450029"/>
                </a:lnTo>
                <a:lnTo>
                  <a:pt x="4300" y="1499929"/>
                </a:lnTo>
                <a:lnTo>
                  <a:pt x="3127" y="1549759"/>
                </a:lnTo>
                <a:lnTo>
                  <a:pt x="1989" y="1598672"/>
                </a:lnTo>
                <a:lnTo>
                  <a:pt x="1007" y="1646822"/>
                </a:lnTo>
                <a:lnTo>
                  <a:pt x="303" y="1694361"/>
                </a:lnTo>
                <a:lnTo>
                  <a:pt x="0" y="1741443"/>
                </a:lnTo>
                <a:lnTo>
                  <a:pt x="218" y="1788221"/>
                </a:lnTo>
                <a:lnTo>
                  <a:pt x="1080" y="1834849"/>
                </a:lnTo>
                <a:lnTo>
                  <a:pt x="2708" y="1881479"/>
                </a:lnTo>
                <a:lnTo>
                  <a:pt x="5224" y="1928265"/>
                </a:lnTo>
                <a:lnTo>
                  <a:pt x="8751" y="1975359"/>
                </a:lnTo>
                <a:lnTo>
                  <a:pt x="13409" y="2022916"/>
                </a:lnTo>
                <a:lnTo>
                  <a:pt x="19321" y="2071088"/>
                </a:lnTo>
                <a:lnTo>
                  <a:pt x="26609" y="2120028"/>
                </a:lnTo>
                <a:lnTo>
                  <a:pt x="35396" y="2169890"/>
                </a:lnTo>
                <a:lnTo>
                  <a:pt x="45802" y="2220827"/>
                </a:lnTo>
                <a:lnTo>
                  <a:pt x="57950" y="2272992"/>
                </a:lnTo>
                <a:lnTo>
                  <a:pt x="71961" y="2326539"/>
                </a:lnTo>
                <a:lnTo>
                  <a:pt x="87959" y="2381619"/>
                </a:lnTo>
                <a:lnTo>
                  <a:pt x="106065" y="243838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921955" y="4694303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5">
                <a:moveTo>
                  <a:pt x="0" y="0"/>
                </a:moveTo>
                <a:lnTo>
                  <a:pt x="124700" y="0"/>
                </a:lnTo>
              </a:path>
            </a:pathLst>
          </a:custGeom>
          <a:ln w="21247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984311" y="4631955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700"/>
                </a:lnTo>
              </a:path>
            </a:pathLst>
          </a:custGeom>
          <a:ln w="21247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9982482" y="4699307"/>
            <a:ext cx="125095" cy="0"/>
          </a:xfrm>
          <a:custGeom>
            <a:avLst/>
            <a:gdLst/>
            <a:ahLst/>
            <a:cxnLst/>
            <a:rect l="l" t="t" r="r" b="b"/>
            <a:pathLst>
              <a:path w="125095">
                <a:moveTo>
                  <a:pt x="0" y="0"/>
                </a:moveTo>
                <a:lnTo>
                  <a:pt x="124700" y="0"/>
                </a:lnTo>
              </a:path>
            </a:pathLst>
          </a:custGeom>
          <a:ln w="21247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695796" y="5034358"/>
            <a:ext cx="1701164" cy="307340"/>
          </a:xfrm>
          <a:custGeom>
            <a:avLst/>
            <a:gdLst/>
            <a:ahLst/>
            <a:cxnLst/>
            <a:rect l="l" t="t" r="r" b="b"/>
            <a:pathLst>
              <a:path w="1701165" h="307339">
                <a:moveTo>
                  <a:pt x="0" y="5234"/>
                </a:moveTo>
                <a:lnTo>
                  <a:pt x="23779" y="44656"/>
                </a:lnTo>
                <a:lnTo>
                  <a:pt x="51552" y="83411"/>
                </a:lnTo>
                <a:lnTo>
                  <a:pt x="82903" y="120906"/>
                </a:lnTo>
                <a:lnTo>
                  <a:pt x="117417" y="156548"/>
                </a:lnTo>
                <a:lnTo>
                  <a:pt x="154681" y="189743"/>
                </a:lnTo>
                <a:lnTo>
                  <a:pt x="194279" y="219897"/>
                </a:lnTo>
                <a:lnTo>
                  <a:pt x="235798" y="246416"/>
                </a:lnTo>
                <a:lnTo>
                  <a:pt x="278822" y="268707"/>
                </a:lnTo>
                <a:lnTo>
                  <a:pt x="322937" y="286175"/>
                </a:lnTo>
                <a:lnTo>
                  <a:pt x="367728" y="298227"/>
                </a:lnTo>
                <a:lnTo>
                  <a:pt x="417418" y="305092"/>
                </a:lnTo>
                <a:lnTo>
                  <a:pt x="467146" y="305862"/>
                </a:lnTo>
                <a:lnTo>
                  <a:pt x="516780" y="301077"/>
                </a:lnTo>
                <a:lnTo>
                  <a:pt x="566182" y="291275"/>
                </a:lnTo>
                <a:lnTo>
                  <a:pt x="615219" y="276993"/>
                </a:lnTo>
                <a:lnTo>
                  <a:pt x="663755" y="258769"/>
                </a:lnTo>
                <a:lnTo>
                  <a:pt x="711656" y="237142"/>
                </a:lnTo>
                <a:lnTo>
                  <a:pt x="758786" y="212649"/>
                </a:lnTo>
                <a:lnTo>
                  <a:pt x="805010" y="185829"/>
                </a:lnTo>
                <a:lnTo>
                  <a:pt x="850193" y="157219"/>
                </a:lnTo>
                <a:lnTo>
                  <a:pt x="889802" y="181434"/>
                </a:lnTo>
                <a:lnTo>
                  <a:pt x="932132" y="204997"/>
                </a:lnTo>
                <a:lnTo>
                  <a:pt x="976871" y="227375"/>
                </a:lnTo>
                <a:lnTo>
                  <a:pt x="1023710" y="248031"/>
                </a:lnTo>
                <a:lnTo>
                  <a:pt x="1072339" y="266429"/>
                </a:lnTo>
                <a:lnTo>
                  <a:pt x="1122449" y="282036"/>
                </a:lnTo>
                <a:lnTo>
                  <a:pt x="1173728" y="294314"/>
                </a:lnTo>
                <a:lnTo>
                  <a:pt x="1225868" y="302730"/>
                </a:lnTo>
                <a:lnTo>
                  <a:pt x="1278558" y="306747"/>
                </a:lnTo>
                <a:lnTo>
                  <a:pt x="1331488" y="305831"/>
                </a:lnTo>
                <a:lnTo>
                  <a:pt x="1373332" y="300208"/>
                </a:lnTo>
                <a:lnTo>
                  <a:pt x="1415627" y="288941"/>
                </a:lnTo>
                <a:lnTo>
                  <a:pt x="1457797" y="272064"/>
                </a:lnTo>
                <a:lnTo>
                  <a:pt x="1499264" y="249617"/>
                </a:lnTo>
                <a:lnTo>
                  <a:pt x="1539451" y="221635"/>
                </a:lnTo>
                <a:lnTo>
                  <a:pt x="1577782" y="188155"/>
                </a:lnTo>
                <a:lnTo>
                  <a:pt x="1613681" y="149215"/>
                </a:lnTo>
                <a:lnTo>
                  <a:pt x="1646569" y="104851"/>
                </a:lnTo>
                <a:lnTo>
                  <a:pt x="1675871" y="55100"/>
                </a:lnTo>
                <a:lnTo>
                  <a:pt x="170101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9678341" y="3783160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5" h="588645">
                <a:moveTo>
                  <a:pt x="294050" y="0"/>
                </a:moveTo>
                <a:lnTo>
                  <a:pt x="246353" y="3848"/>
                </a:lnTo>
                <a:lnTo>
                  <a:pt x="201106" y="14991"/>
                </a:lnTo>
                <a:lnTo>
                  <a:pt x="158916" y="32821"/>
                </a:lnTo>
                <a:lnTo>
                  <a:pt x="120386" y="56735"/>
                </a:lnTo>
                <a:lnTo>
                  <a:pt x="86124" y="86126"/>
                </a:lnTo>
                <a:lnTo>
                  <a:pt x="56733" y="120388"/>
                </a:lnTo>
                <a:lnTo>
                  <a:pt x="32820" y="158918"/>
                </a:lnTo>
                <a:lnTo>
                  <a:pt x="14990" y="201108"/>
                </a:lnTo>
                <a:lnTo>
                  <a:pt x="3848" y="246355"/>
                </a:lnTo>
                <a:lnTo>
                  <a:pt x="0" y="294051"/>
                </a:lnTo>
                <a:lnTo>
                  <a:pt x="3848" y="341749"/>
                </a:lnTo>
                <a:lnTo>
                  <a:pt x="14990" y="386995"/>
                </a:lnTo>
                <a:lnTo>
                  <a:pt x="32820" y="429186"/>
                </a:lnTo>
                <a:lnTo>
                  <a:pt x="56733" y="467716"/>
                </a:lnTo>
                <a:lnTo>
                  <a:pt x="86124" y="501978"/>
                </a:lnTo>
                <a:lnTo>
                  <a:pt x="120386" y="531369"/>
                </a:lnTo>
                <a:lnTo>
                  <a:pt x="158916" y="555282"/>
                </a:lnTo>
                <a:lnTo>
                  <a:pt x="201106" y="573113"/>
                </a:lnTo>
                <a:lnTo>
                  <a:pt x="246353" y="584255"/>
                </a:lnTo>
                <a:lnTo>
                  <a:pt x="294050" y="588103"/>
                </a:lnTo>
                <a:lnTo>
                  <a:pt x="341747" y="584255"/>
                </a:lnTo>
                <a:lnTo>
                  <a:pt x="386993" y="573113"/>
                </a:lnTo>
                <a:lnTo>
                  <a:pt x="429184" y="555282"/>
                </a:lnTo>
                <a:lnTo>
                  <a:pt x="467713" y="531369"/>
                </a:lnTo>
                <a:lnTo>
                  <a:pt x="501976" y="501978"/>
                </a:lnTo>
                <a:lnTo>
                  <a:pt x="531367" y="467716"/>
                </a:lnTo>
                <a:lnTo>
                  <a:pt x="555281" y="429186"/>
                </a:lnTo>
                <a:lnTo>
                  <a:pt x="573111" y="386995"/>
                </a:lnTo>
                <a:lnTo>
                  <a:pt x="584254" y="341749"/>
                </a:lnTo>
                <a:lnTo>
                  <a:pt x="588102" y="294051"/>
                </a:lnTo>
                <a:lnTo>
                  <a:pt x="584254" y="246355"/>
                </a:lnTo>
                <a:lnTo>
                  <a:pt x="573111" y="201108"/>
                </a:lnTo>
                <a:lnTo>
                  <a:pt x="555281" y="158918"/>
                </a:lnTo>
                <a:lnTo>
                  <a:pt x="531367" y="120388"/>
                </a:lnTo>
                <a:lnTo>
                  <a:pt x="501976" y="86126"/>
                </a:lnTo>
                <a:lnTo>
                  <a:pt x="467713" y="56735"/>
                </a:lnTo>
                <a:lnTo>
                  <a:pt x="429184" y="32821"/>
                </a:lnTo>
                <a:lnTo>
                  <a:pt x="386993" y="14991"/>
                </a:lnTo>
                <a:lnTo>
                  <a:pt x="341747" y="3848"/>
                </a:lnTo>
                <a:lnTo>
                  <a:pt x="29405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896385" y="4366803"/>
            <a:ext cx="280670" cy="486409"/>
          </a:xfrm>
          <a:custGeom>
            <a:avLst/>
            <a:gdLst/>
            <a:ahLst/>
            <a:cxnLst/>
            <a:rect l="l" t="t" r="r" b="b"/>
            <a:pathLst>
              <a:path w="280670" h="486410">
                <a:moveTo>
                  <a:pt x="80456" y="0"/>
                </a:moveTo>
                <a:lnTo>
                  <a:pt x="56237" y="48692"/>
                </a:lnTo>
                <a:lnTo>
                  <a:pt x="34288" y="98028"/>
                </a:lnTo>
                <a:lnTo>
                  <a:pt x="16403" y="147418"/>
                </a:lnTo>
                <a:lnTo>
                  <a:pt x="4376" y="196273"/>
                </a:lnTo>
                <a:lnTo>
                  <a:pt x="0" y="244006"/>
                </a:lnTo>
                <a:lnTo>
                  <a:pt x="5069" y="290027"/>
                </a:lnTo>
                <a:lnTo>
                  <a:pt x="20970" y="336248"/>
                </a:lnTo>
                <a:lnTo>
                  <a:pt x="44466" y="374175"/>
                </a:lnTo>
                <a:lnTo>
                  <a:pt x="74404" y="404852"/>
                </a:lnTo>
                <a:lnTo>
                  <a:pt x="109631" y="429324"/>
                </a:lnTo>
                <a:lnTo>
                  <a:pt x="148997" y="448634"/>
                </a:lnTo>
                <a:lnTo>
                  <a:pt x="191349" y="463829"/>
                </a:lnTo>
                <a:lnTo>
                  <a:pt x="235535" y="475951"/>
                </a:lnTo>
                <a:lnTo>
                  <a:pt x="280403" y="48604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054489" y="4367045"/>
            <a:ext cx="1122680" cy="486409"/>
          </a:xfrm>
          <a:custGeom>
            <a:avLst/>
            <a:gdLst/>
            <a:ahLst/>
            <a:cxnLst/>
            <a:rect l="l" t="t" r="r" b="b"/>
            <a:pathLst>
              <a:path w="1122679" h="486410">
                <a:moveTo>
                  <a:pt x="0" y="0"/>
                </a:moveTo>
                <a:lnTo>
                  <a:pt x="15480" y="48193"/>
                </a:lnTo>
                <a:lnTo>
                  <a:pt x="34148" y="93044"/>
                </a:lnTo>
                <a:lnTo>
                  <a:pt x="55836" y="134675"/>
                </a:lnTo>
                <a:lnTo>
                  <a:pt x="80371" y="173208"/>
                </a:lnTo>
                <a:lnTo>
                  <a:pt x="107586" y="208764"/>
                </a:lnTo>
                <a:lnTo>
                  <a:pt x="137309" y="241466"/>
                </a:lnTo>
                <a:lnTo>
                  <a:pt x="169370" y="271434"/>
                </a:lnTo>
                <a:lnTo>
                  <a:pt x="203600" y="298792"/>
                </a:lnTo>
                <a:lnTo>
                  <a:pt x="239828" y="323659"/>
                </a:lnTo>
                <a:lnTo>
                  <a:pt x="277886" y="346160"/>
                </a:lnTo>
                <a:lnTo>
                  <a:pt x="317601" y="366414"/>
                </a:lnTo>
                <a:lnTo>
                  <a:pt x="358805" y="384545"/>
                </a:lnTo>
                <a:lnTo>
                  <a:pt x="401328" y="400673"/>
                </a:lnTo>
                <a:lnTo>
                  <a:pt x="444999" y="414921"/>
                </a:lnTo>
                <a:lnTo>
                  <a:pt x="489649" y="427410"/>
                </a:lnTo>
                <a:lnTo>
                  <a:pt x="535108" y="438262"/>
                </a:lnTo>
                <a:lnTo>
                  <a:pt x="581205" y="447600"/>
                </a:lnTo>
                <a:lnTo>
                  <a:pt x="627770" y="455544"/>
                </a:lnTo>
                <a:lnTo>
                  <a:pt x="674635" y="462217"/>
                </a:lnTo>
                <a:lnTo>
                  <a:pt x="721627" y="467740"/>
                </a:lnTo>
                <a:lnTo>
                  <a:pt x="768579" y="472235"/>
                </a:lnTo>
                <a:lnTo>
                  <a:pt x="815319" y="475825"/>
                </a:lnTo>
                <a:lnTo>
                  <a:pt x="861677" y="478630"/>
                </a:lnTo>
                <a:lnTo>
                  <a:pt x="907485" y="480772"/>
                </a:lnTo>
                <a:lnTo>
                  <a:pt x="952570" y="482374"/>
                </a:lnTo>
                <a:lnTo>
                  <a:pt x="996765" y="483558"/>
                </a:lnTo>
                <a:lnTo>
                  <a:pt x="1039898" y="484444"/>
                </a:lnTo>
                <a:lnTo>
                  <a:pt x="1081800" y="485155"/>
                </a:lnTo>
                <a:lnTo>
                  <a:pt x="1122300" y="48581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0171496" y="4807962"/>
            <a:ext cx="300990" cy="74930"/>
          </a:xfrm>
          <a:custGeom>
            <a:avLst/>
            <a:gdLst/>
            <a:ahLst/>
            <a:cxnLst/>
            <a:rect l="l" t="t" r="r" b="b"/>
            <a:pathLst>
              <a:path w="300990" h="74929">
                <a:moveTo>
                  <a:pt x="263610" y="0"/>
                </a:moveTo>
                <a:lnTo>
                  <a:pt x="37191" y="0"/>
                </a:lnTo>
                <a:lnTo>
                  <a:pt x="22750" y="2934"/>
                </a:lnTo>
                <a:lnTo>
                  <a:pt x="10925" y="10925"/>
                </a:lnTo>
                <a:lnTo>
                  <a:pt x="2934" y="22753"/>
                </a:lnTo>
                <a:lnTo>
                  <a:pt x="0" y="37202"/>
                </a:lnTo>
                <a:lnTo>
                  <a:pt x="2934" y="51643"/>
                </a:lnTo>
                <a:lnTo>
                  <a:pt x="10925" y="63469"/>
                </a:lnTo>
                <a:lnTo>
                  <a:pt x="22750" y="71459"/>
                </a:lnTo>
                <a:lnTo>
                  <a:pt x="37191" y="74394"/>
                </a:lnTo>
                <a:lnTo>
                  <a:pt x="263610" y="74394"/>
                </a:lnTo>
                <a:lnTo>
                  <a:pt x="278052" y="71459"/>
                </a:lnTo>
                <a:lnTo>
                  <a:pt x="289879" y="63469"/>
                </a:lnTo>
                <a:lnTo>
                  <a:pt x="297870" y="51643"/>
                </a:lnTo>
                <a:lnTo>
                  <a:pt x="300805" y="37195"/>
                </a:lnTo>
                <a:lnTo>
                  <a:pt x="297870" y="22753"/>
                </a:lnTo>
                <a:lnTo>
                  <a:pt x="289879" y="10925"/>
                </a:lnTo>
                <a:lnTo>
                  <a:pt x="278052" y="2934"/>
                </a:lnTo>
                <a:lnTo>
                  <a:pt x="263610" y="0"/>
                </a:lnTo>
                <a:close/>
              </a:path>
            </a:pathLst>
          </a:custGeom>
          <a:solidFill>
            <a:srgbClr val="ED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545987" y="4879966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311612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463791" y="5249240"/>
            <a:ext cx="30480" cy="252095"/>
          </a:xfrm>
          <a:custGeom>
            <a:avLst/>
            <a:gdLst/>
            <a:ahLst/>
            <a:cxnLst/>
            <a:rect l="l" t="t" r="r" b="b"/>
            <a:pathLst>
              <a:path w="30479" h="252095">
                <a:moveTo>
                  <a:pt x="30269" y="251542"/>
                </a:moveTo>
                <a:lnTo>
                  <a:pt x="29253" y="177727"/>
                </a:lnTo>
                <a:lnTo>
                  <a:pt x="23990" y="102966"/>
                </a:lnTo>
                <a:lnTo>
                  <a:pt x="17059" y="51277"/>
                </a:lnTo>
                <a:lnTo>
                  <a:pt x="10750" y="2575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612021" y="5248433"/>
            <a:ext cx="30480" cy="257810"/>
          </a:xfrm>
          <a:custGeom>
            <a:avLst/>
            <a:gdLst/>
            <a:ahLst/>
            <a:cxnLst/>
            <a:rect l="l" t="t" r="r" b="b"/>
            <a:pathLst>
              <a:path w="30479" h="257810">
                <a:moveTo>
                  <a:pt x="0" y="257651"/>
                </a:moveTo>
                <a:lnTo>
                  <a:pt x="1016" y="183832"/>
                </a:lnTo>
                <a:lnTo>
                  <a:pt x="6278" y="109072"/>
                </a:lnTo>
                <a:lnTo>
                  <a:pt x="15193" y="52384"/>
                </a:lnTo>
                <a:lnTo>
                  <a:pt x="21772" y="24513"/>
                </a:lnTo>
                <a:lnTo>
                  <a:pt x="3034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760438" y="3783160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5" h="588645">
                <a:moveTo>
                  <a:pt x="294050" y="0"/>
                </a:moveTo>
                <a:lnTo>
                  <a:pt x="246353" y="3848"/>
                </a:lnTo>
                <a:lnTo>
                  <a:pt x="201106" y="14991"/>
                </a:lnTo>
                <a:lnTo>
                  <a:pt x="158916" y="32821"/>
                </a:lnTo>
                <a:lnTo>
                  <a:pt x="120386" y="56735"/>
                </a:lnTo>
                <a:lnTo>
                  <a:pt x="86124" y="86126"/>
                </a:lnTo>
                <a:lnTo>
                  <a:pt x="56733" y="120388"/>
                </a:lnTo>
                <a:lnTo>
                  <a:pt x="32820" y="158918"/>
                </a:lnTo>
                <a:lnTo>
                  <a:pt x="14990" y="201108"/>
                </a:lnTo>
                <a:lnTo>
                  <a:pt x="3848" y="246355"/>
                </a:lnTo>
                <a:lnTo>
                  <a:pt x="0" y="294051"/>
                </a:lnTo>
                <a:lnTo>
                  <a:pt x="3848" y="341749"/>
                </a:lnTo>
                <a:lnTo>
                  <a:pt x="14990" y="386995"/>
                </a:lnTo>
                <a:lnTo>
                  <a:pt x="32820" y="429186"/>
                </a:lnTo>
                <a:lnTo>
                  <a:pt x="56733" y="467716"/>
                </a:lnTo>
                <a:lnTo>
                  <a:pt x="86124" y="501978"/>
                </a:lnTo>
                <a:lnTo>
                  <a:pt x="120386" y="531369"/>
                </a:lnTo>
                <a:lnTo>
                  <a:pt x="158916" y="555282"/>
                </a:lnTo>
                <a:lnTo>
                  <a:pt x="201106" y="573113"/>
                </a:lnTo>
                <a:lnTo>
                  <a:pt x="246353" y="584255"/>
                </a:lnTo>
                <a:lnTo>
                  <a:pt x="294050" y="588103"/>
                </a:lnTo>
                <a:lnTo>
                  <a:pt x="341747" y="584255"/>
                </a:lnTo>
                <a:lnTo>
                  <a:pt x="386993" y="573113"/>
                </a:lnTo>
                <a:lnTo>
                  <a:pt x="429183" y="555282"/>
                </a:lnTo>
                <a:lnTo>
                  <a:pt x="467712" y="531369"/>
                </a:lnTo>
                <a:lnTo>
                  <a:pt x="501974" y="501978"/>
                </a:lnTo>
                <a:lnTo>
                  <a:pt x="531365" y="467716"/>
                </a:lnTo>
                <a:lnTo>
                  <a:pt x="555278" y="429186"/>
                </a:lnTo>
                <a:lnTo>
                  <a:pt x="573108" y="386995"/>
                </a:lnTo>
                <a:lnTo>
                  <a:pt x="584250" y="341749"/>
                </a:lnTo>
                <a:lnTo>
                  <a:pt x="588098" y="294051"/>
                </a:lnTo>
                <a:lnTo>
                  <a:pt x="584250" y="246355"/>
                </a:lnTo>
                <a:lnTo>
                  <a:pt x="573108" y="201108"/>
                </a:lnTo>
                <a:lnTo>
                  <a:pt x="555278" y="158918"/>
                </a:lnTo>
                <a:lnTo>
                  <a:pt x="531365" y="120388"/>
                </a:lnTo>
                <a:lnTo>
                  <a:pt x="501974" y="86126"/>
                </a:lnTo>
                <a:lnTo>
                  <a:pt x="467712" y="56735"/>
                </a:lnTo>
                <a:lnTo>
                  <a:pt x="429183" y="32821"/>
                </a:lnTo>
                <a:lnTo>
                  <a:pt x="386993" y="14991"/>
                </a:lnTo>
                <a:lnTo>
                  <a:pt x="341747" y="3848"/>
                </a:lnTo>
                <a:lnTo>
                  <a:pt x="29405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2584452" y="7866965"/>
            <a:ext cx="4197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2113255" y="7865489"/>
            <a:ext cx="4432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00668" y="6352907"/>
            <a:ext cx="2637790" cy="70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也可以通过理疗电刺激来促进胃肠蠕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刺激组织器官和⽀配它们的神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加肠道蠕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促进排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便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8224" y="5729544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7470" y="6132931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下腹部膀胱区域和骶尾部各贴⼀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7448" y="6403590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14552" y="57165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24529" y="603887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99337" y="605329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624529" y="429914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697437" y="4313642"/>
            <a:ext cx="1719580" cy="77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剖宫产术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8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597188" y="278877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96438" y="2803126"/>
            <a:ext cx="8185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46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09749" y="552872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09749" y="388921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9826" y="5734853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规律性收缩运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带动膀胱肌⾁节律运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801" y="5962288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解陈膀胱逼尿肌⿇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痹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改善局部⾎液循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772" y="6189718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减轻膀胱充⾎⽔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肿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促进膀胱收缩功能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750" y="6417148"/>
            <a:ext cx="311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9717" y="6584792"/>
            <a:ext cx="251460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活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唤醒盆底神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加快盆底肌张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⼒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和弹性的恢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1537" y="513360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98488" y="5143280"/>
            <a:ext cx="2585720" cy="55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>
              <a:lnSpc>
                <a:spcPct val="100000"/>
              </a:lnSpc>
              <a:spcBef>
                <a:spcPts val="1425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促使腰骶部盆腔肌⾁产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1537" y="360182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342312" y="5732826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81558" y="6136671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下腹部膀胱区域和骶尾部各贴⼀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81534" y="6362218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58641" y="571763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98135" y="3611509"/>
            <a:ext cx="2587625" cy="133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65" dirty="0">
                <a:solidFill>
                  <a:srgbClr val="5E5C5C"/>
                </a:solidFill>
                <a:latin typeface="微软雅黑" panose="020B0503020204020204" charset="-122"/>
                <a:cs typeface="微软雅黑" panose="020B0503020204020204" charset="-122"/>
              </a:rPr>
              <a:t>阴道分</a:t>
            </a:r>
            <a:r>
              <a:rPr sz="1100" dirty="0">
                <a:solidFill>
                  <a:srgbClr val="5E5C5C"/>
                </a:solidFill>
                <a:latin typeface="微软雅黑" panose="020B0503020204020204" charset="-122"/>
                <a:cs typeface="微软雅黑" panose="020B0503020204020204" charset="-122"/>
              </a:rPr>
              <a:t>娩6</a:t>
            </a:r>
            <a:r>
              <a:rPr sz="1100" spc="65" dirty="0">
                <a:solidFill>
                  <a:srgbClr val="5E5C5C"/>
                </a:solidFill>
                <a:latin typeface="微软雅黑" panose="020B0503020204020204" charset="-122"/>
                <a:cs typeface="微软雅黑" panose="020B0503020204020204" charset="-122"/>
              </a:rPr>
              <a:t>小时候</a:t>
            </a:r>
            <a:r>
              <a:rPr sz="1100" dirty="0">
                <a:solidFill>
                  <a:srgbClr val="5E5C5C"/>
                </a:solidFill>
                <a:latin typeface="微软雅黑" panose="020B0503020204020204" charset="-122"/>
                <a:cs typeface="微软雅黑" panose="020B0503020204020204" charset="-122"/>
              </a:rPr>
              <a:t>后：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68580">
              <a:lnSpc>
                <a:spcPts val="1790"/>
              </a:lnSpc>
              <a:spcBef>
                <a:spcPts val="55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spc="-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-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达到疗效即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停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8415">
              <a:lnSpc>
                <a:spcPct val="100000"/>
              </a:lnSpc>
              <a:spcBef>
                <a:spcPts val="20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1537" y="248319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91479" y="2497546"/>
            <a:ext cx="2594610" cy="87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5400">
              <a:lnSpc>
                <a:spcPct val="100000"/>
              </a:lnSpc>
              <a:spcBef>
                <a:spcPts val="202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707588" y="1392714"/>
            <a:ext cx="39363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产后尿潴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留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782903" y="1398452"/>
            <a:ext cx="42627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促进肠道蠕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737211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3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3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779307" y="1602417"/>
            <a:ext cx="21526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13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4143161" y="1602146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868204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4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9"/>
                </a:lnTo>
                <a:lnTo>
                  <a:pt x="99326" y="1790005"/>
                </a:lnTo>
                <a:lnTo>
                  <a:pt x="82106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116197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30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3"/>
                </a:lnTo>
                <a:lnTo>
                  <a:pt x="113556" y="593893"/>
                </a:lnTo>
                <a:lnTo>
                  <a:pt x="99828" y="644980"/>
                </a:lnTo>
                <a:lnTo>
                  <a:pt x="85449" y="698280"/>
                </a:lnTo>
                <a:lnTo>
                  <a:pt x="70887" y="753230"/>
                </a:lnTo>
                <a:lnTo>
                  <a:pt x="56609" y="809269"/>
                </a:lnTo>
                <a:lnTo>
                  <a:pt x="43082" y="865831"/>
                </a:lnTo>
                <a:lnTo>
                  <a:pt x="30773" y="922356"/>
                </a:lnTo>
                <a:lnTo>
                  <a:pt x="20149" y="978279"/>
                </a:lnTo>
                <a:lnTo>
                  <a:pt x="11678" y="1033038"/>
                </a:lnTo>
                <a:lnTo>
                  <a:pt x="5827" y="1086070"/>
                </a:lnTo>
                <a:lnTo>
                  <a:pt x="3062" y="1136812"/>
                </a:lnTo>
                <a:lnTo>
                  <a:pt x="1925" y="1187892"/>
                </a:lnTo>
                <a:lnTo>
                  <a:pt x="889" y="1237768"/>
                </a:lnTo>
                <a:lnTo>
                  <a:pt x="175" y="1286732"/>
                </a:lnTo>
                <a:lnTo>
                  <a:pt x="0" y="1335073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4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9"/>
                </a:lnTo>
                <a:lnTo>
                  <a:pt x="58692" y="1790005"/>
                </a:lnTo>
                <a:lnTo>
                  <a:pt x="75912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670160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1" y="48402"/>
                </a:lnTo>
                <a:lnTo>
                  <a:pt x="130371" y="96372"/>
                </a:lnTo>
                <a:lnTo>
                  <a:pt x="140468" y="144199"/>
                </a:lnTo>
                <a:lnTo>
                  <a:pt x="148402" y="192174"/>
                </a:lnTo>
                <a:lnTo>
                  <a:pt x="154053" y="240587"/>
                </a:lnTo>
                <a:lnTo>
                  <a:pt x="157298" y="289730"/>
                </a:lnTo>
                <a:lnTo>
                  <a:pt x="158017" y="339891"/>
                </a:lnTo>
                <a:lnTo>
                  <a:pt x="156090" y="391363"/>
                </a:lnTo>
                <a:lnTo>
                  <a:pt x="146166" y="459542"/>
                </a:lnTo>
                <a:lnTo>
                  <a:pt x="137191" y="500611"/>
                </a:lnTo>
                <a:lnTo>
                  <a:pt x="126165" y="545583"/>
                </a:lnTo>
                <a:lnTo>
                  <a:pt x="113555" y="593893"/>
                </a:lnTo>
                <a:lnTo>
                  <a:pt x="99827" y="644980"/>
                </a:lnTo>
                <a:lnTo>
                  <a:pt x="85448" y="698280"/>
                </a:lnTo>
                <a:lnTo>
                  <a:pt x="70886" y="753230"/>
                </a:lnTo>
                <a:lnTo>
                  <a:pt x="56608" y="809269"/>
                </a:lnTo>
                <a:lnTo>
                  <a:pt x="43082" y="865831"/>
                </a:lnTo>
                <a:lnTo>
                  <a:pt x="30773" y="922356"/>
                </a:lnTo>
                <a:lnTo>
                  <a:pt x="20150" y="978279"/>
                </a:lnTo>
                <a:lnTo>
                  <a:pt x="11679" y="1033038"/>
                </a:lnTo>
                <a:lnTo>
                  <a:pt x="5829" y="1086070"/>
                </a:lnTo>
                <a:lnTo>
                  <a:pt x="3065" y="1136812"/>
                </a:lnTo>
                <a:lnTo>
                  <a:pt x="1926" y="1187892"/>
                </a:lnTo>
                <a:lnTo>
                  <a:pt x="890" y="1237768"/>
                </a:lnTo>
                <a:lnTo>
                  <a:pt x="175" y="1286732"/>
                </a:lnTo>
                <a:lnTo>
                  <a:pt x="0" y="1335073"/>
                </a:lnTo>
                <a:lnTo>
                  <a:pt x="581" y="1383081"/>
                </a:lnTo>
                <a:lnTo>
                  <a:pt x="2138" y="1431047"/>
                </a:lnTo>
                <a:lnTo>
                  <a:pt x="4890" y="1479261"/>
                </a:lnTo>
                <a:lnTo>
                  <a:pt x="9053" y="1528013"/>
                </a:lnTo>
                <a:lnTo>
                  <a:pt x="14847" y="1577594"/>
                </a:lnTo>
                <a:lnTo>
                  <a:pt x="22489" y="1628293"/>
                </a:lnTo>
                <a:lnTo>
                  <a:pt x="32199" y="1680401"/>
                </a:lnTo>
                <a:lnTo>
                  <a:pt x="44193" y="1734209"/>
                </a:lnTo>
                <a:lnTo>
                  <a:pt x="58691" y="1790005"/>
                </a:lnTo>
                <a:lnTo>
                  <a:pt x="75911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310750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7" y="0"/>
                </a:moveTo>
                <a:lnTo>
                  <a:pt x="39786" y="48402"/>
                </a:lnTo>
                <a:lnTo>
                  <a:pt x="27647" y="96372"/>
                </a:lnTo>
                <a:lnTo>
                  <a:pt x="17549" y="144199"/>
                </a:lnTo>
                <a:lnTo>
                  <a:pt x="9615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3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9" y="1680401"/>
                </a:lnTo>
                <a:lnTo>
                  <a:pt x="113824" y="1734209"/>
                </a:lnTo>
                <a:lnTo>
                  <a:pt x="99327" y="1790005"/>
                </a:lnTo>
                <a:lnTo>
                  <a:pt x="82107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285741" y="4558136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870141" y="4558136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8" y="201196"/>
                </a:lnTo>
                <a:lnTo>
                  <a:pt x="141034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686156" y="4943790"/>
            <a:ext cx="185420" cy="323215"/>
          </a:xfrm>
          <a:custGeom>
            <a:avLst/>
            <a:gdLst/>
            <a:ahLst/>
            <a:cxnLst/>
            <a:rect l="l" t="t" r="r" b="b"/>
            <a:pathLst>
              <a:path w="185420" h="323214">
                <a:moveTo>
                  <a:pt x="1247" y="322924"/>
                </a:moveTo>
                <a:lnTo>
                  <a:pt x="302" y="279815"/>
                </a:lnTo>
                <a:lnTo>
                  <a:pt x="0" y="229512"/>
                </a:lnTo>
                <a:lnTo>
                  <a:pt x="1644" y="176004"/>
                </a:lnTo>
                <a:lnTo>
                  <a:pt x="6537" y="123280"/>
                </a:lnTo>
                <a:lnTo>
                  <a:pt x="15984" y="75328"/>
                </a:lnTo>
                <a:lnTo>
                  <a:pt x="31286" y="36138"/>
                </a:lnTo>
                <a:lnTo>
                  <a:pt x="84670" y="0"/>
                </a:lnTo>
                <a:lnTo>
                  <a:pt x="111490" y="9703"/>
                </a:lnTo>
                <a:lnTo>
                  <a:pt x="149789" y="75325"/>
                </a:lnTo>
                <a:lnTo>
                  <a:pt x="162508" y="123240"/>
                </a:lnTo>
                <a:lnTo>
                  <a:pt x="171767" y="175888"/>
                </a:lnTo>
                <a:lnTo>
                  <a:pt x="178186" y="229266"/>
                </a:lnTo>
                <a:lnTo>
                  <a:pt x="182384" y="279373"/>
                </a:lnTo>
                <a:lnTo>
                  <a:pt x="184981" y="32220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030885" y="4942680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268" y="0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075523" y="4898045"/>
            <a:ext cx="0" cy="89535"/>
          </a:xfrm>
          <a:custGeom>
            <a:avLst/>
            <a:gdLst/>
            <a:ahLst/>
            <a:cxnLst/>
            <a:rect l="l" t="t" r="r" b="b"/>
            <a:pathLst>
              <a:path h="89535">
                <a:moveTo>
                  <a:pt x="0" y="0"/>
                </a:moveTo>
                <a:lnTo>
                  <a:pt x="0" y="89268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060397" y="4942680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269" y="0"/>
                </a:lnTo>
              </a:path>
            </a:pathLst>
          </a:custGeom>
          <a:ln w="1520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741836" y="3968673"/>
            <a:ext cx="73762" cy="69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845331" y="4963598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4" y="33682"/>
                </a:lnTo>
                <a:lnTo>
                  <a:pt x="63223" y="65252"/>
                </a:lnTo>
                <a:lnTo>
                  <a:pt x="100972" y="93806"/>
                </a:lnTo>
                <a:lnTo>
                  <a:pt x="141687" y="118440"/>
                </a:lnTo>
                <a:lnTo>
                  <a:pt x="184523" y="138249"/>
                </a:lnTo>
                <a:lnTo>
                  <a:pt x="228635" y="152330"/>
                </a:lnTo>
                <a:lnTo>
                  <a:pt x="277609" y="158779"/>
                </a:lnTo>
                <a:lnTo>
                  <a:pt x="326348" y="155230"/>
                </a:lnTo>
                <a:lnTo>
                  <a:pt x="374722" y="143462"/>
                </a:lnTo>
                <a:lnTo>
                  <a:pt x="422601" y="125252"/>
                </a:lnTo>
                <a:lnTo>
                  <a:pt x="469855" y="102377"/>
                </a:lnTo>
                <a:lnTo>
                  <a:pt x="516355" y="76615"/>
                </a:lnTo>
                <a:lnTo>
                  <a:pt x="559232" y="96609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2"/>
                </a:lnTo>
                <a:lnTo>
                  <a:pt x="767873" y="155577"/>
                </a:lnTo>
                <a:lnTo>
                  <a:pt x="821292" y="155778"/>
                </a:lnTo>
                <a:lnTo>
                  <a:pt x="868554" y="144765"/>
                </a:lnTo>
                <a:lnTo>
                  <a:pt x="911424" y="121313"/>
                </a:lnTo>
                <a:lnTo>
                  <a:pt x="948943" y="87813"/>
                </a:lnTo>
                <a:lnTo>
                  <a:pt x="980153" y="46659"/>
                </a:lnTo>
                <a:lnTo>
                  <a:pt x="1004093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532457" y="42106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3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8" y="415442"/>
                </a:lnTo>
                <a:lnTo>
                  <a:pt x="303074" y="399606"/>
                </a:lnTo>
                <a:lnTo>
                  <a:pt x="342159" y="374757"/>
                </a:lnTo>
                <a:lnTo>
                  <a:pt x="374757" y="342158"/>
                </a:lnTo>
                <a:lnTo>
                  <a:pt x="399606" y="303073"/>
                </a:lnTo>
                <a:lnTo>
                  <a:pt x="415442" y="258765"/>
                </a:lnTo>
                <a:lnTo>
                  <a:pt x="421002" y="210498"/>
                </a:lnTo>
                <a:lnTo>
                  <a:pt x="415442" y="162233"/>
                </a:lnTo>
                <a:lnTo>
                  <a:pt x="399606" y="117926"/>
                </a:lnTo>
                <a:lnTo>
                  <a:pt x="374757" y="78842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532457" y="42106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2"/>
                </a:lnTo>
                <a:lnTo>
                  <a:pt x="399606" y="117926"/>
                </a:lnTo>
                <a:lnTo>
                  <a:pt x="415442" y="162233"/>
                </a:lnTo>
                <a:lnTo>
                  <a:pt x="421002" y="210498"/>
                </a:lnTo>
                <a:lnTo>
                  <a:pt x="415442" y="258765"/>
                </a:lnTo>
                <a:lnTo>
                  <a:pt x="399606" y="303073"/>
                </a:lnTo>
                <a:lnTo>
                  <a:pt x="374757" y="342158"/>
                </a:lnTo>
                <a:lnTo>
                  <a:pt x="342159" y="374757"/>
                </a:lnTo>
                <a:lnTo>
                  <a:pt x="303074" y="399606"/>
                </a:lnTo>
                <a:lnTo>
                  <a:pt x="258768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3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139328" y="42106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3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7" y="415442"/>
                </a:lnTo>
                <a:lnTo>
                  <a:pt x="303074" y="399606"/>
                </a:lnTo>
                <a:lnTo>
                  <a:pt x="342158" y="374757"/>
                </a:lnTo>
                <a:lnTo>
                  <a:pt x="374756" y="342158"/>
                </a:lnTo>
                <a:lnTo>
                  <a:pt x="399605" y="303073"/>
                </a:lnTo>
                <a:lnTo>
                  <a:pt x="415441" y="258765"/>
                </a:lnTo>
                <a:lnTo>
                  <a:pt x="421001" y="210498"/>
                </a:lnTo>
                <a:lnTo>
                  <a:pt x="415441" y="162233"/>
                </a:lnTo>
                <a:lnTo>
                  <a:pt x="399605" y="117926"/>
                </a:lnTo>
                <a:lnTo>
                  <a:pt x="374756" y="78842"/>
                </a:lnTo>
                <a:lnTo>
                  <a:pt x="342158" y="46244"/>
                </a:lnTo>
                <a:lnTo>
                  <a:pt x="303074" y="21395"/>
                </a:lnTo>
                <a:lnTo>
                  <a:pt x="258767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139328" y="4210603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7" y="5559"/>
                </a:lnTo>
                <a:lnTo>
                  <a:pt x="303074" y="21395"/>
                </a:lnTo>
                <a:lnTo>
                  <a:pt x="342158" y="46244"/>
                </a:lnTo>
                <a:lnTo>
                  <a:pt x="374756" y="78842"/>
                </a:lnTo>
                <a:lnTo>
                  <a:pt x="399605" y="117926"/>
                </a:lnTo>
                <a:lnTo>
                  <a:pt x="415441" y="162233"/>
                </a:lnTo>
                <a:lnTo>
                  <a:pt x="421001" y="210498"/>
                </a:lnTo>
                <a:lnTo>
                  <a:pt x="415441" y="258765"/>
                </a:lnTo>
                <a:lnTo>
                  <a:pt x="399605" y="303073"/>
                </a:lnTo>
                <a:lnTo>
                  <a:pt x="374756" y="342158"/>
                </a:lnTo>
                <a:lnTo>
                  <a:pt x="342158" y="374757"/>
                </a:lnTo>
                <a:lnTo>
                  <a:pt x="303074" y="399606"/>
                </a:lnTo>
                <a:lnTo>
                  <a:pt x="258767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3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588783" y="4631000"/>
            <a:ext cx="777240" cy="338455"/>
          </a:xfrm>
          <a:custGeom>
            <a:avLst/>
            <a:gdLst/>
            <a:ahLst/>
            <a:cxnLst/>
            <a:rect l="l" t="t" r="r" b="b"/>
            <a:pathLst>
              <a:path w="777239" h="338454">
                <a:moveTo>
                  <a:pt x="777121" y="0"/>
                </a:moveTo>
                <a:lnTo>
                  <a:pt x="738110" y="52049"/>
                </a:lnTo>
                <a:lnTo>
                  <a:pt x="708050" y="76994"/>
                </a:lnTo>
                <a:lnTo>
                  <a:pt x="669858" y="100049"/>
                </a:lnTo>
                <a:lnTo>
                  <a:pt x="622712" y="120334"/>
                </a:lnTo>
                <a:lnTo>
                  <a:pt x="565789" y="136973"/>
                </a:lnTo>
                <a:lnTo>
                  <a:pt x="498267" y="149085"/>
                </a:lnTo>
                <a:lnTo>
                  <a:pt x="419324" y="155794"/>
                </a:lnTo>
                <a:lnTo>
                  <a:pt x="354865" y="160828"/>
                </a:lnTo>
                <a:lnTo>
                  <a:pt x="297303" y="169897"/>
                </a:lnTo>
                <a:lnTo>
                  <a:pt x="245597" y="182906"/>
                </a:lnTo>
                <a:lnTo>
                  <a:pt x="198706" y="199761"/>
                </a:lnTo>
                <a:lnTo>
                  <a:pt x="155588" y="220365"/>
                </a:lnTo>
                <a:lnTo>
                  <a:pt x="115200" y="244624"/>
                </a:lnTo>
                <a:lnTo>
                  <a:pt x="76500" y="272442"/>
                </a:lnTo>
                <a:lnTo>
                  <a:pt x="38447" y="303724"/>
                </a:lnTo>
                <a:lnTo>
                  <a:pt x="0" y="33837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742959" y="4631673"/>
            <a:ext cx="845819" cy="337820"/>
          </a:xfrm>
          <a:custGeom>
            <a:avLst/>
            <a:gdLst/>
            <a:ahLst/>
            <a:cxnLst/>
            <a:rect l="l" t="t" r="r" b="b"/>
            <a:pathLst>
              <a:path w="845820" h="337820">
                <a:moveTo>
                  <a:pt x="0" y="0"/>
                </a:moveTo>
                <a:lnTo>
                  <a:pt x="6182" y="39870"/>
                </a:lnTo>
                <a:lnTo>
                  <a:pt x="36750" y="105042"/>
                </a:lnTo>
                <a:lnTo>
                  <a:pt x="92325" y="152444"/>
                </a:lnTo>
                <a:lnTo>
                  <a:pt x="129767" y="170103"/>
                </a:lnTo>
                <a:lnTo>
                  <a:pt x="173794" y="184065"/>
                </a:lnTo>
                <a:lnTo>
                  <a:pt x="224516" y="194579"/>
                </a:lnTo>
                <a:lnTo>
                  <a:pt x="282045" y="201892"/>
                </a:lnTo>
                <a:lnTo>
                  <a:pt x="346490" y="206255"/>
                </a:lnTo>
                <a:lnTo>
                  <a:pt x="393745" y="206908"/>
                </a:lnTo>
                <a:lnTo>
                  <a:pt x="440776" y="205413"/>
                </a:lnTo>
                <a:lnTo>
                  <a:pt x="487243" y="202786"/>
                </a:lnTo>
                <a:lnTo>
                  <a:pt x="532803" y="200042"/>
                </a:lnTo>
                <a:lnTo>
                  <a:pt x="577117" y="198198"/>
                </a:lnTo>
                <a:lnTo>
                  <a:pt x="619844" y="198268"/>
                </a:lnTo>
                <a:lnTo>
                  <a:pt x="660641" y="201270"/>
                </a:lnTo>
                <a:lnTo>
                  <a:pt x="699169" y="208217"/>
                </a:lnTo>
                <a:lnTo>
                  <a:pt x="768051" y="238015"/>
                </a:lnTo>
                <a:lnTo>
                  <a:pt x="797722" y="262896"/>
                </a:lnTo>
                <a:lnTo>
                  <a:pt x="823760" y="295786"/>
                </a:lnTo>
                <a:lnTo>
                  <a:pt x="845823" y="33770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565919" y="4960221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6" y="0"/>
                </a:moveTo>
                <a:lnTo>
                  <a:pt x="14217" y="1833"/>
                </a:lnTo>
                <a:lnTo>
                  <a:pt x="6826" y="6827"/>
                </a:lnTo>
                <a:lnTo>
                  <a:pt x="1833" y="14218"/>
                </a:lnTo>
                <a:lnTo>
                  <a:pt x="0" y="23244"/>
                </a:lnTo>
                <a:lnTo>
                  <a:pt x="0" y="164746"/>
                </a:lnTo>
                <a:lnTo>
                  <a:pt x="1833" y="173773"/>
                </a:lnTo>
                <a:lnTo>
                  <a:pt x="6826" y="181164"/>
                </a:lnTo>
                <a:lnTo>
                  <a:pt x="14217" y="186157"/>
                </a:lnTo>
                <a:lnTo>
                  <a:pt x="23249" y="187991"/>
                </a:lnTo>
                <a:lnTo>
                  <a:pt x="32274" y="186157"/>
                </a:lnTo>
                <a:lnTo>
                  <a:pt x="39665" y="181164"/>
                </a:lnTo>
                <a:lnTo>
                  <a:pt x="44660" y="173773"/>
                </a:lnTo>
                <a:lnTo>
                  <a:pt x="46494" y="164746"/>
                </a:lnTo>
                <a:lnTo>
                  <a:pt x="46494" y="23244"/>
                </a:lnTo>
                <a:lnTo>
                  <a:pt x="44660" y="14218"/>
                </a:lnTo>
                <a:lnTo>
                  <a:pt x="39665" y="6827"/>
                </a:lnTo>
                <a:lnTo>
                  <a:pt x="32274" y="1833"/>
                </a:lnTo>
                <a:lnTo>
                  <a:pt x="2324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361686" y="4825916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294830" y="5076328"/>
            <a:ext cx="22225" cy="180340"/>
          </a:xfrm>
          <a:custGeom>
            <a:avLst/>
            <a:gdLst/>
            <a:ahLst/>
            <a:cxnLst/>
            <a:rect l="l" t="t" r="r" b="b"/>
            <a:pathLst>
              <a:path w="22225" h="180339">
                <a:moveTo>
                  <a:pt x="21668" y="180072"/>
                </a:moveTo>
                <a:lnTo>
                  <a:pt x="20942" y="127229"/>
                </a:lnTo>
                <a:lnTo>
                  <a:pt x="17175" y="73709"/>
                </a:lnTo>
                <a:lnTo>
                  <a:pt x="7696" y="184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403334" y="5068973"/>
            <a:ext cx="22225" cy="184785"/>
          </a:xfrm>
          <a:custGeom>
            <a:avLst/>
            <a:gdLst/>
            <a:ahLst/>
            <a:cxnLst/>
            <a:rect l="l" t="t" r="r" b="b"/>
            <a:pathLst>
              <a:path w="22225" h="184785">
                <a:moveTo>
                  <a:pt x="0" y="184442"/>
                </a:moveTo>
                <a:lnTo>
                  <a:pt x="726" y="131598"/>
                </a:lnTo>
                <a:lnTo>
                  <a:pt x="4491" y="78079"/>
                </a:lnTo>
                <a:lnTo>
                  <a:pt x="10876" y="37499"/>
                </a:lnTo>
                <a:lnTo>
                  <a:pt x="15585" y="17548"/>
                </a:lnTo>
                <a:lnTo>
                  <a:pt x="2171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08375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1" y="0"/>
                </a:moveTo>
                <a:lnTo>
                  <a:pt x="118232" y="48402"/>
                </a:lnTo>
                <a:lnTo>
                  <a:pt x="130371" y="96372"/>
                </a:lnTo>
                <a:lnTo>
                  <a:pt x="140469" y="144199"/>
                </a:lnTo>
                <a:lnTo>
                  <a:pt x="148403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6" y="1086069"/>
                </a:lnTo>
                <a:lnTo>
                  <a:pt x="3062" y="1136811"/>
                </a:lnTo>
                <a:lnTo>
                  <a:pt x="1924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2" y="1383081"/>
                </a:lnTo>
                <a:lnTo>
                  <a:pt x="2139" y="1431047"/>
                </a:lnTo>
                <a:lnTo>
                  <a:pt x="4891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1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352823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4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9"/>
                </a:lnTo>
                <a:lnTo>
                  <a:pt x="99326" y="1790005"/>
                </a:lnTo>
                <a:lnTo>
                  <a:pt x="82106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657274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0855942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4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9"/>
                </a:lnTo>
                <a:lnTo>
                  <a:pt x="99326" y="1790005"/>
                </a:lnTo>
                <a:lnTo>
                  <a:pt x="82106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299720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8" y="415442"/>
                </a:lnTo>
                <a:lnTo>
                  <a:pt x="303074" y="399606"/>
                </a:lnTo>
                <a:lnTo>
                  <a:pt x="342159" y="374757"/>
                </a:lnTo>
                <a:lnTo>
                  <a:pt x="374757" y="342158"/>
                </a:lnTo>
                <a:lnTo>
                  <a:pt x="399606" y="303074"/>
                </a:lnTo>
                <a:lnTo>
                  <a:pt x="415442" y="258766"/>
                </a:lnTo>
                <a:lnTo>
                  <a:pt x="421002" y="210499"/>
                </a:lnTo>
                <a:lnTo>
                  <a:pt x="415442" y="162234"/>
                </a:lnTo>
                <a:lnTo>
                  <a:pt x="399606" y="117927"/>
                </a:lnTo>
                <a:lnTo>
                  <a:pt x="374757" y="78843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299720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3"/>
                </a:lnTo>
                <a:lnTo>
                  <a:pt x="399606" y="117927"/>
                </a:lnTo>
                <a:lnTo>
                  <a:pt x="415442" y="162234"/>
                </a:lnTo>
                <a:lnTo>
                  <a:pt x="421002" y="210499"/>
                </a:lnTo>
                <a:lnTo>
                  <a:pt x="415442" y="258766"/>
                </a:lnTo>
                <a:lnTo>
                  <a:pt x="399606" y="303074"/>
                </a:lnTo>
                <a:lnTo>
                  <a:pt x="374757" y="342158"/>
                </a:lnTo>
                <a:lnTo>
                  <a:pt x="342159" y="374757"/>
                </a:lnTo>
                <a:lnTo>
                  <a:pt x="303074" y="399606"/>
                </a:lnTo>
                <a:lnTo>
                  <a:pt x="258768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4" y="78843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8833122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8" y="415442"/>
                </a:lnTo>
                <a:lnTo>
                  <a:pt x="303074" y="399606"/>
                </a:lnTo>
                <a:lnTo>
                  <a:pt x="342159" y="374757"/>
                </a:lnTo>
                <a:lnTo>
                  <a:pt x="374757" y="342158"/>
                </a:lnTo>
                <a:lnTo>
                  <a:pt x="399606" y="303074"/>
                </a:lnTo>
                <a:lnTo>
                  <a:pt x="415442" y="258766"/>
                </a:lnTo>
                <a:lnTo>
                  <a:pt x="421002" y="210499"/>
                </a:lnTo>
                <a:lnTo>
                  <a:pt x="415442" y="162234"/>
                </a:lnTo>
                <a:lnTo>
                  <a:pt x="399606" y="117927"/>
                </a:lnTo>
                <a:lnTo>
                  <a:pt x="374757" y="78843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8833122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3"/>
                </a:lnTo>
                <a:lnTo>
                  <a:pt x="399606" y="117927"/>
                </a:lnTo>
                <a:lnTo>
                  <a:pt x="415442" y="162234"/>
                </a:lnTo>
                <a:lnTo>
                  <a:pt x="421002" y="210499"/>
                </a:lnTo>
                <a:lnTo>
                  <a:pt x="415442" y="258766"/>
                </a:lnTo>
                <a:lnTo>
                  <a:pt x="399606" y="303074"/>
                </a:lnTo>
                <a:lnTo>
                  <a:pt x="374757" y="342158"/>
                </a:lnTo>
                <a:lnTo>
                  <a:pt x="342159" y="374757"/>
                </a:lnTo>
                <a:lnTo>
                  <a:pt x="303074" y="399606"/>
                </a:lnTo>
                <a:lnTo>
                  <a:pt x="258768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4" y="78843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8745846" y="3879662"/>
            <a:ext cx="73761" cy="69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695457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2" y="117461"/>
                </a:lnTo>
                <a:lnTo>
                  <a:pt x="20425" y="70952"/>
                </a:lnTo>
                <a:lnTo>
                  <a:pt x="35669" y="33703"/>
                </a:lnTo>
                <a:lnTo>
                  <a:pt x="84726" y="0"/>
                </a:lnTo>
                <a:lnTo>
                  <a:pt x="108840" y="8972"/>
                </a:lnTo>
                <a:lnTo>
                  <a:pt x="144730" y="70956"/>
                </a:lnTo>
                <a:lnTo>
                  <a:pt x="157376" y="117439"/>
                </a:lnTo>
                <a:lnTo>
                  <a:pt x="167070" y="169897"/>
                </a:lnTo>
                <a:lnTo>
                  <a:pt x="174248" y="225066"/>
                </a:lnTo>
                <a:lnTo>
                  <a:pt x="179344" y="279682"/>
                </a:lnTo>
                <a:lnTo>
                  <a:pt x="182795" y="330479"/>
                </a:lnTo>
                <a:lnTo>
                  <a:pt x="185036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819453" y="4877517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5" y="33682"/>
                </a:lnTo>
                <a:lnTo>
                  <a:pt x="63224" y="65253"/>
                </a:lnTo>
                <a:lnTo>
                  <a:pt x="100973" y="93807"/>
                </a:lnTo>
                <a:lnTo>
                  <a:pt x="141688" y="118441"/>
                </a:lnTo>
                <a:lnTo>
                  <a:pt x="184524" y="138250"/>
                </a:lnTo>
                <a:lnTo>
                  <a:pt x="228636" y="152331"/>
                </a:lnTo>
                <a:lnTo>
                  <a:pt x="277610" y="158780"/>
                </a:lnTo>
                <a:lnTo>
                  <a:pt x="326349" y="155231"/>
                </a:lnTo>
                <a:lnTo>
                  <a:pt x="374723" y="143463"/>
                </a:lnTo>
                <a:lnTo>
                  <a:pt x="422602" y="125253"/>
                </a:lnTo>
                <a:lnTo>
                  <a:pt x="469856" y="102377"/>
                </a:lnTo>
                <a:lnTo>
                  <a:pt x="516355" y="76615"/>
                </a:lnTo>
                <a:lnTo>
                  <a:pt x="559232" y="96610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3"/>
                </a:lnTo>
                <a:lnTo>
                  <a:pt x="767874" y="155578"/>
                </a:lnTo>
                <a:lnTo>
                  <a:pt x="821293" y="155779"/>
                </a:lnTo>
                <a:lnTo>
                  <a:pt x="868555" y="144766"/>
                </a:lnTo>
                <a:lnTo>
                  <a:pt x="911424" y="121314"/>
                </a:lnTo>
                <a:lnTo>
                  <a:pt x="948943" y="87814"/>
                </a:lnTo>
                <a:lnTo>
                  <a:pt x="980153" y="46659"/>
                </a:lnTo>
                <a:lnTo>
                  <a:pt x="1004093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0335808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0268953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0377457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313069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897468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0070813" y="3986695"/>
            <a:ext cx="171450" cy="1714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0444194" y="3986695"/>
            <a:ext cx="171450" cy="1714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9059774" y="4809928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3"/>
                </a:lnTo>
                <a:lnTo>
                  <a:pt x="11679" y="43336"/>
                </a:lnTo>
                <a:lnTo>
                  <a:pt x="20436" y="46187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4" y="57427"/>
                </a:lnTo>
                <a:lnTo>
                  <a:pt x="183909" y="50655"/>
                </a:lnTo>
                <a:lnTo>
                  <a:pt x="186763" y="41889"/>
                </a:lnTo>
                <a:lnTo>
                  <a:pt x="185971" y="32713"/>
                </a:lnTo>
                <a:lnTo>
                  <a:pt x="181853" y="24801"/>
                </a:lnTo>
                <a:lnTo>
                  <a:pt x="175080" y="18996"/>
                </a:lnTo>
                <a:lnTo>
                  <a:pt x="166323" y="16145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949692" y="4482939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90" h="347979">
                <a:moveTo>
                  <a:pt x="93931" y="0"/>
                </a:moveTo>
                <a:lnTo>
                  <a:pt x="46855" y="53983"/>
                </a:lnTo>
                <a:lnTo>
                  <a:pt x="26588" y="89707"/>
                </a:lnTo>
                <a:lnTo>
                  <a:pt x="10850" y="129034"/>
                </a:lnTo>
                <a:lnTo>
                  <a:pt x="1401" y="170299"/>
                </a:lnTo>
                <a:lnTo>
                  <a:pt x="0" y="211838"/>
                </a:lnTo>
                <a:lnTo>
                  <a:pt x="8407" y="251985"/>
                </a:lnTo>
                <a:lnTo>
                  <a:pt x="28383" y="289076"/>
                </a:lnTo>
                <a:lnTo>
                  <a:pt x="61688" y="321447"/>
                </a:lnTo>
                <a:lnTo>
                  <a:pt x="110082" y="3474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506404" y="4487238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0319015" y="4397522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90" h="188595">
                <a:moveTo>
                  <a:pt x="23244" y="0"/>
                </a:moveTo>
                <a:lnTo>
                  <a:pt x="14216" y="1834"/>
                </a:lnTo>
                <a:lnTo>
                  <a:pt x="6825" y="6829"/>
                </a:lnTo>
                <a:lnTo>
                  <a:pt x="1833" y="14220"/>
                </a:lnTo>
                <a:lnTo>
                  <a:pt x="0" y="23246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9"/>
                </a:lnTo>
                <a:lnTo>
                  <a:pt x="23248" y="187993"/>
                </a:lnTo>
                <a:lnTo>
                  <a:pt x="32273" y="186159"/>
                </a:lnTo>
                <a:lnTo>
                  <a:pt x="39664" y="181165"/>
                </a:lnTo>
                <a:lnTo>
                  <a:pt x="44658" y="173775"/>
                </a:lnTo>
                <a:lnTo>
                  <a:pt x="46493" y="164750"/>
                </a:lnTo>
                <a:lnTo>
                  <a:pt x="46493" y="23246"/>
                </a:lnTo>
                <a:lnTo>
                  <a:pt x="44658" y="14220"/>
                </a:lnTo>
                <a:lnTo>
                  <a:pt x="39664" y="6829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0242263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1"/>
                </a:lnTo>
                <a:lnTo>
                  <a:pt x="73968" y="47231"/>
                </a:lnTo>
                <a:lnTo>
                  <a:pt x="85409" y="87111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0342739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1"/>
                </a:lnTo>
                <a:lnTo>
                  <a:pt x="26032" y="47231"/>
                </a:lnTo>
                <a:lnTo>
                  <a:pt x="14591" y="87111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2596061" y="7869979"/>
            <a:ext cx="45465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2113255" y="7865489"/>
            <a:ext cx="4337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00709" y="6458856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⽳位神经电刺激治疗慢性盆腔炎的疗效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0685" y="6686287"/>
            <a:ext cx="3130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3920" y="5910012"/>
            <a:ext cx="3249930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2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骶尾两侧各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14552" y="589482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24529" y="608503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99337" y="609945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624529" y="43453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697459" y="4359802"/>
            <a:ext cx="161417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术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，20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6443" y="3203902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597188" y="283493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698729" y="2849284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09749" y="5467019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9749" y="379061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98179" y="4322059"/>
            <a:ext cx="25241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20-40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达到疗效即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859" y="5803314"/>
            <a:ext cx="25101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1.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过电刺激尿道括约肌收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主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837" y="6030745"/>
            <a:ext cx="10801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排尿功能的恢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复;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9828" y="6258175"/>
            <a:ext cx="24771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2.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电流还可刺激骶部神经等膀胱的⽀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802" y="6485609"/>
            <a:ext cx="2533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⽽促使神经功能及膀胱肌⾁恢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9777" y="6713039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以达到促进⼿术后膀胱功能的回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9752" y="6940474"/>
            <a:ext cx="1187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防⽌尿潴留的发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1537" y="54294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98488" y="543917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21537" y="372565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59"/>
                </a:lnTo>
                <a:lnTo>
                  <a:pt x="756669" y="208025"/>
                </a:lnTo>
                <a:lnTo>
                  <a:pt x="717903" y="234218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98186" y="3735335"/>
            <a:ext cx="1112520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术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6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⼩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时候后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42312" y="5910012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81558" y="6311930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下腹部膀胱区域和骶尾部各贴⼀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81534" y="6537481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58641" y="589482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98137" y="4549489"/>
            <a:ext cx="2587625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停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8415">
              <a:lnSpc>
                <a:spcPct val="100000"/>
              </a:lnSpc>
              <a:spcBef>
                <a:spcPts val="254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21537" y="2607019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9"/>
                </a:lnTo>
                <a:lnTo>
                  <a:pt x="959647" y="121918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91479" y="2621372"/>
            <a:ext cx="2594610" cy="87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5400">
              <a:lnSpc>
                <a:spcPct val="100000"/>
              </a:lnSpc>
              <a:spcBef>
                <a:spcPts val="202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707588" y="1392714"/>
            <a:ext cx="39363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术后尿潴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留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528153" y="1398452"/>
            <a:ext cx="55054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妇科⼿术后⿇醉致膨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胀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737211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3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3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4759496" y="1602417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14142697" y="1602146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8443765" y="3208543"/>
            <a:ext cx="207645" cy="2428240"/>
          </a:xfrm>
          <a:custGeom>
            <a:avLst/>
            <a:gdLst/>
            <a:ahLst/>
            <a:cxnLst/>
            <a:rect l="l" t="t" r="r" b="b"/>
            <a:pathLst>
              <a:path w="207645" h="2428240">
                <a:moveTo>
                  <a:pt x="136877" y="0"/>
                </a:moveTo>
                <a:lnTo>
                  <a:pt x="151851" y="50929"/>
                </a:lnTo>
                <a:lnTo>
                  <a:pt x="165229" y="101445"/>
                </a:lnTo>
                <a:lnTo>
                  <a:pt x="176932" y="151744"/>
                </a:lnTo>
                <a:lnTo>
                  <a:pt x="186877" y="202020"/>
                </a:lnTo>
                <a:lnTo>
                  <a:pt x="194983" y="252470"/>
                </a:lnTo>
                <a:lnTo>
                  <a:pt x="201170" y="303289"/>
                </a:lnTo>
                <a:lnTo>
                  <a:pt x="205354" y="354671"/>
                </a:lnTo>
                <a:lnTo>
                  <a:pt x="207455" y="406813"/>
                </a:lnTo>
                <a:lnTo>
                  <a:pt x="207392" y="459909"/>
                </a:lnTo>
                <a:lnTo>
                  <a:pt x="205083" y="514155"/>
                </a:lnTo>
                <a:lnTo>
                  <a:pt x="196737" y="578902"/>
                </a:lnTo>
                <a:lnTo>
                  <a:pt x="189384" y="616693"/>
                </a:lnTo>
                <a:lnTo>
                  <a:pt x="180256" y="657680"/>
                </a:lnTo>
                <a:lnTo>
                  <a:pt x="169611" y="701550"/>
                </a:lnTo>
                <a:lnTo>
                  <a:pt x="157709" y="747992"/>
                </a:lnTo>
                <a:lnTo>
                  <a:pt x="144808" y="796693"/>
                </a:lnTo>
                <a:lnTo>
                  <a:pt x="131168" y="847343"/>
                </a:lnTo>
                <a:lnTo>
                  <a:pt x="117047" y="899627"/>
                </a:lnTo>
                <a:lnTo>
                  <a:pt x="102705" y="953236"/>
                </a:lnTo>
                <a:lnTo>
                  <a:pt x="88399" y="1007856"/>
                </a:lnTo>
                <a:lnTo>
                  <a:pt x="74390" y="1063176"/>
                </a:lnTo>
                <a:lnTo>
                  <a:pt x="60936" y="1118883"/>
                </a:lnTo>
                <a:lnTo>
                  <a:pt x="48295" y="1174667"/>
                </a:lnTo>
                <a:lnTo>
                  <a:pt x="36728" y="1230214"/>
                </a:lnTo>
                <a:lnTo>
                  <a:pt x="26492" y="1285212"/>
                </a:lnTo>
                <a:lnTo>
                  <a:pt x="17847" y="1339351"/>
                </a:lnTo>
                <a:lnTo>
                  <a:pt x="11051" y="1392317"/>
                </a:lnTo>
                <a:lnTo>
                  <a:pt x="6364" y="1443799"/>
                </a:lnTo>
                <a:lnTo>
                  <a:pt x="4044" y="1493485"/>
                </a:lnTo>
                <a:lnTo>
                  <a:pt x="2942" y="1543101"/>
                </a:lnTo>
                <a:lnTo>
                  <a:pt x="1871" y="1591805"/>
                </a:lnTo>
                <a:lnTo>
                  <a:pt x="947" y="1639748"/>
                </a:lnTo>
                <a:lnTo>
                  <a:pt x="285" y="1687083"/>
                </a:lnTo>
                <a:lnTo>
                  <a:pt x="0" y="1733963"/>
                </a:lnTo>
                <a:lnTo>
                  <a:pt x="205" y="1780541"/>
                </a:lnTo>
                <a:lnTo>
                  <a:pt x="1015" y="1826968"/>
                </a:lnTo>
                <a:lnTo>
                  <a:pt x="2547" y="1873398"/>
                </a:lnTo>
                <a:lnTo>
                  <a:pt x="4913" y="1919983"/>
                </a:lnTo>
                <a:lnTo>
                  <a:pt x="8229" y="1966875"/>
                </a:lnTo>
                <a:lnTo>
                  <a:pt x="12610" y="2014228"/>
                </a:lnTo>
                <a:lnTo>
                  <a:pt x="18170" y="2062193"/>
                </a:lnTo>
                <a:lnTo>
                  <a:pt x="25024" y="2110923"/>
                </a:lnTo>
                <a:lnTo>
                  <a:pt x="33287" y="2160571"/>
                </a:lnTo>
                <a:lnTo>
                  <a:pt x="43073" y="2211289"/>
                </a:lnTo>
                <a:lnTo>
                  <a:pt x="54497" y="2263230"/>
                </a:lnTo>
                <a:lnTo>
                  <a:pt x="67675" y="2316547"/>
                </a:lnTo>
                <a:lnTo>
                  <a:pt x="82719" y="2371391"/>
                </a:lnTo>
                <a:lnTo>
                  <a:pt x="99746" y="242791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0446491" y="3228724"/>
            <a:ext cx="207645" cy="2428240"/>
          </a:xfrm>
          <a:custGeom>
            <a:avLst/>
            <a:gdLst/>
            <a:ahLst/>
            <a:cxnLst/>
            <a:rect l="l" t="t" r="r" b="b"/>
            <a:pathLst>
              <a:path w="207645" h="2428240">
                <a:moveTo>
                  <a:pt x="70581" y="0"/>
                </a:moveTo>
                <a:lnTo>
                  <a:pt x="55607" y="50929"/>
                </a:lnTo>
                <a:lnTo>
                  <a:pt x="42228" y="101445"/>
                </a:lnTo>
                <a:lnTo>
                  <a:pt x="30524" y="151744"/>
                </a:lnTo>
                <a:lnTo>
                  <a:pt x="20579" y="202020"/>
                </a:lnTo>
                <a:lnTo>
                  <a:pt x="12472" y="252470"/>
                </a:lnTo>
                <a:lnTo>
                  <a:pt x="6286" y="303288"/>
                </a:lnTo>
                <a:lnTo>
                  <a:pt x="2101" y="354670"/>
                </a:lnTo>
                <a:lnTo>
                  <a:pt x="0" y="406811"/>
                </a:lnTo>
                <a:lnTo>
                  <a:pt x="63" y="459906"/>
                </a:lnTo>
                <a:lnTo>
                  <a:pt x="2371" y="514151"/>
                </a:lnTo>
                <a:lnTo>
                  <a:pt x="10717" y="578900"/>
                </a:lnTo>
                <a:lnTo>
                  <a:pt x="18070" y="616691"/>
                </a:lnTo>
                <a:lnTo>
                  <a:pt x="27199" y="657678"/>
                </a:lnTo>
                <a:lnTo>
                  <a:pt x="37844" y="701549"/>
                </a:lnTo>
                <a:lnTo>
                  <a:pt x="49746" y="747991"/>
                </a:lnTo>
                <a:lnTo>
                  <a:pt x="62647" y="796693"/>
                </a:lnTo>
                <a:lnTo>
                  <a:pt x="76288" y="847342"/>
                </a:lnTo>
                <a:lnTo>
                  <a:pt x="90409" y="899627"/>
                </a:lnTo>
                <a:lnTo>
                  <a:pt x="104751" y="953236"/>
                </a:lnTo>
                <a:lnTo>
                  <a:pt x="119057" y="1007856"/>
                </a:lnTo>
                <a:lnTo>
                  <a:pt x="133066" y="1063176"/>
                </a:lnTo>
                <a:lnTo>
                  <a:pt x="146521" y="1118884"/>
                </a:lnTo>
                <a:lnTo>
                  <a:pt x="159161" y="1174667"/>
                </a:lnTo>
                <a:lnTo>
                  <a:pt x="170728" y="1230214"/>
                </a:lnTo>
                <a:lnTo>
                  <a:pt x="180964" y="1285213"/>
                </a:lnTo>
                <a:lnTo>
                  <a:pt x="189609" y="1339351"/>
                </a:lnTo>
                <a:lnTo>
                  <a:pt x="196404" y="1392318"/>
                </a:lnTo>
                <a:lnTo>
                  <a:pt x="201091" y="1443799"/>
                </a:lnTo>
                <a:lnTo>
                  <a:pt x="203410" y="1493485"/>
                </a:lnTo>
                <a:lnTo>
                  <a:pt x="204513" y="1543101"/>
                </a:lnTo>
                <a:lnTo>
                  <a:pt x="205584" y="1591805"/>
                </a:lnTo>
                <a:lnTo>
                  <a:pt x="206509" y="1639748"/>
                </a:lnTo>
                <a:lnTo>
                  <a:pt x="207171" y="1687083"/>
                </a:lnTo>
                <a:lnTo>
                  <a:pt x="207457" y="1733963"/>
                </a:lnTo>
                <a:lnTo>
                  <a:pt x="207253" y="1780541"/>
                </a:lnTo>
                <a:lnTo>
                  <a:pt x="206442" y="1826968"/>
                </a:lnTo>
                <a:lnTo>
                  <a:pt x="204911" y="1873398"/>
                </a:lnTo>
                <a:lnTo>
                  <a:pt x="202544" y="1919983"/>
                </a:lnTo>
                <a:lnTo>
                  <a:pt x="199228" y="1966875"/>
                </a:lnTo>
                <a:lnTo>
                  <a:pt x="194847" y="2014228"/>
                </a:lnTo>
                <a:lnTo>
                  <a:pt x="189287" y="2062193"/>
                </a:lnTo>
                <a:lnTo>
                  <a:pt x="182433" y="2110923"/>
                </a:lnTo>
                <a:lnTo>
                  <a:pt x="174170" y="2160571"/>
                </a:lnTo>
                <a:lnTo>
                  <a:pt x="164383" y="2211289"/>
                </a:lnTo>
                <a:lnTo>
                  <a:pt x="152958" y="2263230"/>
                </a:lnTo>
                <a:lnTo>
                  <a:pt x="139781" y="2316547"/>
                </a:lnTo>
                <a:lnTo>
                  <a:pt x="124735" y="2371391"/>
                </a:lnTo>
                <a:lnTo>
                  <a:pt x="107708" y="242791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874389" y="4368427"/>
            <a:ext cx="553720" cy="553085"/>
          </a:xfrm>
          <a:custGeom>
            <a:avLst/>
            <a:gdLst/>
            <a:ahLst/>
            <a:cxnLst/>
            <a:rect l="l" t="t" r="r" b="b"/>
            <a:pathLst>
              <a:path w="553720" h="553085">
                <a:moveTo>
                  <a:pt x="276545" y="0"/>
                </a:moveTo>
                <a:lnTo>
                  <a:pt x="226835" y="4455"/>
                </a:lnTo>
                <a:lnTo>
                  <a:pt x="180048" y="17301"/>
                </a:lnTo>
                <a:lnTo>
                  <a:pt x="136966" y="37755"/>
                </a:lnTo>
                <a:lnTo>
                  <a:pt x="98369" y="65039"/>
                </a:lnTo>
                <a:lnTo>
                  <a:pt x="65039" y="98369"/>
                </a:lnTo>
                <a:lnTo>
                  <a:pt x="37755" y="136966"/>
                </a:lnTo>
                <a:lnTo>
                  <a:pt x="17301" y="180048"/>
                </a:lnTo>
                <a:lnTo>
                  <a:pt x="4455" y="226835"/>
                </a:lnTo>
                <a:lnTo>
                  <a:pt x="0" y="276545"/>
                </a:lnTo>
                <a:lnTo>
                  <a:pt x="4455" y="326254"/>
                </a:lnTo>
                <a:lnTo>
                  <a:pt x="17301" y="373040"/>
                </a:lnTo>
                <a:lnTo>
                  <a:pt x="37755" y="416122"/>
                </a:lnTo>
                <a:lnTo>
                  <a:pt x="65039" y="454719"/>
                </a:lnTo>
                <a:lnTo>
                  <a:pt x="98369" y="488049"/>
                </a:lnTo>
                <a:lnTo>
                  <a:pt x="136966" y="515332"/>
                </a:lnTo>
                <a:lnTo>
                  <a:pt x="180048" y="535787"/>
                </a:lnTo>
                <a:lnTo>
                  <a:pt x="226835" y="548633"/>
                </a:lnTo>
                <a:lnTo>
                  <a:pt x="276545" y="553088"/>
                </a:lnTo>
                <a:lnTo>
                  <a:pt x="326254" y="548633"/>
                </a:lnTo>
                <a:lnTo>
                  <a:pt x="373041" y="535787"/>
                </a:lnTo>
                <a:lnTo>
                  <a:pt x="416123" y="515332"/>
                </a:lnTo>
                <a:lnTo>
                  <a:pt x="454721" y="488049"/>
                </a:lnTo>
                <a:lnTo>
                  <a:pt x="488052" y="454719"/>
                </a:lnTo>
                <a:lnTo>
                  <a:pt x="515335" y="416122"/>
                </a:lnTo>
                <a:lnTo>
                  <a:pt x="535791" y="373040"/>
                </a:lnTo>
                <a:lnTo>
                  <a:pt x="548637" y="326254"/>
                </a:lnTo>
                <a:lnTo>
                  <a:pt x="553092" y="276545"/>
                </a:lnTo>
                <a:lnTo>
                  <a:pt x="548637" y="226835"/>
                </a:lnTo>
                <a:lnTo>
                  <a:pt x="535791" y="180048"/>
                </a:lnTo>
                <a:lnTo>
                  <a:pt x="515335" y="136966"/>
                </a:lnTo>
                <a:lnTo>
                  <a:pt x="488052" y="98369"/>
                </a:lnTo>
                <a:lnTo>
                  <a:pt x="454721" y="65039"/>
                </a:lnTo>
                <a:lnTo>
                  <a:pt x="416123" y="37755"/>
                </a:lnTo>
                <a:lnTo>
                  <a:pt x="373041" y="17301"/>
                </a:lnTo>
                <a:lnTo>
                  <a:pt x="326254" y="4455"/>
                </a:lnTo>
                <a:lnTo>
                  <a:pt x="27654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9681961" y="4368427"/>
            <a:ext cx="553085" cy="553085"/>
          </a:xfrm>
          <a:custGeom>
            <a:avLst/>
            <a:gdLst/>
            <a:ahLst/>
            <a:cxnLst/>
            <a:rect l="l" t="t" r="r" b="b"/>
            <a:pathLst>
              <a:path w="553084" h="553085">
                <a:moveTo>
                  <a:pt x="276545" y="0"/>
                </a:moveTo>
                <a:lnTo>
                  <a:pt x="226835" y="4455"/>
                </a:lnTo>
                <a:lnTo>
                  <a:pt x="180049" y="17301"/>
                </a:lnTo>
                <a:lnTo>
                  <a:pt x="136966" y="37755"/>
                </a:lnTo>
                <a:lnTo>
                  <a:pt x="98370" y="65039"/>
                </a:lnTo>
                <a:lnTo>
                  <a:pt x="65039" y="98369"/>
                </a:lnTo>
                <a:lnTo>
                  <a:pt x="37756" y="136966"/>
                </a:lnTo>
                <a:lnTo>
                  <a:pt x="17301" y="180048"/>
                </a:lnTo>
                <a:lnTo>
                  <a:pt x="4455" y="226835"/>
                </a:lnTo>
                <a:lnTo>
                  <a:pt x="0" y="276545"/>
                </a:lnTo>
                <a:lnTo>
                  <a:pt x="4455" y="326254"/>
                </a:lnTo>
                <a:lnTo>
                  <a:pt x="17301" y="373040"/>
                </a:lnTo>
                <a:lnTo>
                  <a:pt x="37756" y="416122"/>
                </a:lnTo>
                <a:lnTo>
                  <a:pt x="65039" y="454719"/>
                </a:lnTo>
                <a:lnTo>
                  <a:pt x="98370" y="488049"/>
                </a:lnTo>
                <a:lnTo>
                  <a:pt x="136966" y="515332"/>
                </a:lnTo>
                <a:lnTo>
                  <a:pt x="180049" y="535787"/>
                </a:lnTo>
                <a:lnTo>
                  <a:pt x="226835" y="548633"/>
                </a:lnTo>
                <a:lnTo>
                  <a:pt x="276545" y="553088"/>
                </a:lnTo>
                <a:lnTo>
                  <a:pt x="326254" y="548633"/>
                </a:lnTo>
                <a:lnTo>
                  <a:pt x="373041" y="535787"/>
                </a:lnTo>
                <a:lnTo>
                  <a:pt x="416123" y="515332"/>
                </a:lnTo>
                <a:lnTo>
                  <a:pt x="454720" y="488049"/>
                </a:lnTo>
                <a:lnTo>
                  <a:pt x="488050" y="454719"/>
                </a:lnTo>
                <a:lnTo>
                  <a:pt x="515334" y="416122"/>
                </a:lnTo>
                <a:lnTo>
                  <a:pt x="535789" y="373040"/>
                </a:lnTo>
                <a:lnTo>
                  <a:pt x="548634" y="326254"/>
                </a:lnTo>
                <a:lnTo>
                  <a:pt x="553090" y="276545"/>
                </a:lnTo>
                <a:lnTo>
                  <a:pt x="548634" y="226835"/>
                </a:lnTo>
                <a:lnTo>
                  <a:pt x="535789" y="180048"/>
                </a:lnTo>
                <a:lnTo>
                  <a:pt x="515334" y="136966"/>
                </a:lnTo>
                <a:lnTo>
                  <a:pt x="488050" y="98369"/>
                </a:lnTo>
                <a:lnTo>
                  <a:pt x="454720" y="65039"/>
                </a:lnTo>
                <a:lnTo>
                  <a:pt x="416123" y="37755"/>
                </a:lnTo>
                <a:lnTo>
                  <a:pt x="373041" y="17301"/>
                </a:lnTo>
                <a:lnTo>
                  <a:pt x="326254" y="4455"/>
                </a:lnTo>
                <a:lnTo>
                  <a:pt x="27654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503250" y="3902530"/>
            <a:ext cx="92921" cy="866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428432" y="5197392"/>
            <a:ext cx="243204" cy="443230"/>
          </a:xfrm>
          <a:custGeom>
            <a:avLst/>
            <a:gdLst/>
            <a:ahLst/>
            <a:cxnLst/>
            <a:rect l="l" t="t" r="r" b="b"/>
            <a:pathLst>
              <a:path w="243204" h="443229">
                <a:moveTo>
                  <a:pt x="1631" y="442991"/>
                </a:moveTo>
                <a:lnTo>
                  <a:pt x="715" y="401191"/>
                </a:lnTo>
                <a:lnTo>
                  <a:pt x="0" y="353381"/>
                </a:lnTo>
                <a:lnTo>
                  <a:pt x="143" y="301668"/>
                </a:lnTo>
                <a:lnTo>
                  <a:pt x="1803" y="248155"/>
                </a:lnTo>
                <a:lnTo>
                  <a:pt x="5639" y="194947"/>
                </a:lnTo>
                <a:lnTo>
                  <a:pt x="12309" y="144151"/>
                </a:lnTo>
                <a:lnTo>
                  <a:pt x="22472" y="97870"/>
                </a:lnTo>
                <a:lnTo>
                  <a:pt x="36787" y="58209"/>
                </a:lnTo>
                <a:lnTo>
                  <a:pt x="80505" y="7169"/>
                </a:lnTo>
                <a:lnTo>
                  <a:pt x="111226" y="0"/>
                </a:lnTo>
                <a:lnTo>
                  <a:pt x="137578" y="7172"/>
                </a:lnTo>
                <a:lnTo>
                  <a:pt x="179153" y="58219"/>
                </a:lnTo>
                <a:lnTo>
                  <a:pt x="195003" y="97869"/>
                </a:lnTo>
                <a:lnTo>
                  <a:pt x="207978" y="144121"/>
                </a:lnTo>
                <a:lnTo>
                  <a:pt x="218392" y="194863"/>
                </a:lnTo>
                <a:lnTo>
                  <a:pt x="226558" y="247983"/>
                </a:lnTo>
                <a:lnTo>
                  <a:pt x="232789" y="301369"/>
                </a:lnTo>
                <a:lnTo>
                  <a:pt x="237399" y="352910"/>
                </a:lnTo>
                <a:lnTo>
                  <a:pt x="240700" y="400494"/>
                </a:lnTo>
                <a:lnTo>
                  <a:pt x="243007" y="44200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814325" y="4846861"/>
            <a:ext cx="549910" cy="216535"/>
          </a:xfrm>
          <a:custGeom>
            <a:avLst/>
            <a:gdLst/>
            <a:ahLst/>
            <a:cxnLst/>
            <a:rect l="l" t="t" r="r" b="b"/>
            <a:pathLst>
              <a:path w="549909" h="216535">
                <a:moveTo>
                  <a:pt x="0" y="0"/>
                </a:moveTo>
                <a:lnTo>
                  <a:pt x="34969" y="35436"/>
                </a:lnTo>
                <a:lnTo>
                  <a:pt x="71086" y="69495"/>
                </a:lnTo>
                <a:lnTo>
                  <a:pt x="108684" y="101347"/>
                </a:lnTo>
                <a:lnTo>
                  <a:pt x="148096" y="130161"/>
                </a:lnTo>
                <a:lnTo>
                  <a:pt x="189656" y="155107"/>
                </a:lnTo>
                <a:lnTo>
                  <a:pt x="233697" y="175355"/>
                </a:lnTo>
                <a:lnTo>
                  <a:pt x="283849" y="192081"/>
                </a:lnTo>
                <a:lnTo>
                  <a:pt x="335308" y="204142"/>
                </a:lnTo>
                <a:lnTo>
                  <a:pt x="387839" y="211916"/>
                </a:lnTo>
                <a:lnTo>
                  <a:pt x="441208" y="215785"/>
                </a:lnTo>
                <a:lnTo>
                  <a:pt x="495181" y="216129"/>
                </a:lnTo>
                <a:lnTo>
                  <a:pt x="549522" y="2133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744807" y="4846861"/>
            <a:ext cx="549910" cy="216535"/>
          </a:xfrm>
          <a:custGeom>
            <a:avLst/>
            <a:gdLst/>
            <a:ahLst/>
            <a:cxnLst/>
            <a:rect l="l" t="t" r="r" b="b"/>
            <a:pathLst>
              <a:path w="549909" h="216535">
                <a:moveTo>
                  <a:pt x="549521" y="0"/>
                </a:moveTo>
                <a:lnTo>
                  <a:pt x="514552" y="35436"/>
                </a:lnTo>
                <a:lnTo>
                  <a:pt x="478435" y="69496"/>
                </a:lnTo>
                <a:lnTo>
                  <a:pt x="440837" y="101348"/>
                </a:lnTo>
                <a:lnTo>
                  <a:pt x="401425" y="130163"/>
                </a:lnTo>
                <a:lnTo>
                  <a:pt x="359864" y="155108"/>
                </a:lnTo>
                <a:lnTo>
                  <a:pt x="315823" y="175355"/>
                </a:lnTo>
                <a:lnTo>
                  <a:pt x="265671" y="192082"/>
                </a:lnTo>
                <a:lnTo>
                  <a:pt x="214212" y="204142"/>
                </a:lnTo>
                <a:lnTo>
                  <a:pt x="161682" y="211918"/>
                </a:lnTo>
                <a:lnTo>
                  <a:pt x="108313" y="215788"/>
                </a:lnTo>
                <a:lnTo>
                  <a:pt x="54341" y="216132"/>
                </a:lnTo>
                <a:lnTo>
                  <a:pt x="0" y="2133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727181" y="4141631"/>
            <a:ext cx="454064" cy="2595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974155" y="4170350"/>
            <a:ext cx="991869" cy="217804"/>
          </a:xfrm>
          <a:custGeom>
            <a:avLst/>
            <a:gdLst/>
            <a:ahLst/>
            <a:cxnLst/>
            <a:rect l="l" t="t" r="r" b="b"/>
            <a:pathLst>
              <a:path w="991870" h="217804">
                <a:moveTo>
                  <a:pt x="991558" y="217178"/>
                </a:moveTo>
                <a:lnTo>
                  <a:pt x="961744" y="157580"/>
                </a:lnTo>
                <a:lnTo>
                  <a:pt x="907993" y="109877"/>
                </a:lnTo>
                <a:lnTo>
                  <a:pt x="873443" y="90081"/>
                </a:lnTo>
                <a:lnTo>
                  <a:pt x="834471" y="72772"/>
                </a:lnTo>
                <a:lnTo>
                  <a:pt x="791598" y="57788"/>
                </a:lnTo>
                <a:lnTo>
                  <a:pt x="745344" y="44967"/>
                </a:lnTo>
                <a:lnTo>
                  <a:pt x="696231" y="34146"/>
                </a:lnTo>
                <a:lnTo>
                  <a:pt x="644778" y="25163"/>
                </a:lnTo>
                <a:lnTo>
                  <a:pt x="591508" y="17856"/>
                </a:lnTo>
                <a:lnTo>
                  <a:pt x="536940" y="12063"/>
                </a:lnTo>
                <a:lnTo>
                  <a:pt x="481596" y="7621"/>
                </a:lnTo>
                <a:lnTo>
                  <a:pt x="425995" y="4368"/>
                </a:lnTo>
                <a:lnTo>
                  <a:pt x="370660" y="2141"/>
                </a:lnTo>
                <a:lnTo>
                  <a:pt x="316110" y="779"/>
                </a:lnTo>
                <a:lnTo>
                  <a:pt x="262866" y="119"/>
                </a:lnTo>
                <a:lnTo>
                  <a:pt x="211449" y="0"/>
                </a:lnTo>
                <a:lnTo>
                  <a:pt x="162381" y="257"/>
                </a:lnTo>
                <a:lnTo>
                  <a:pt x="116181" y="730"/>
                </a:lnTo>
                <a:lnTo>
                  <a:pt x="73370" y="1257"/>
                </a:lnTo>
                <a:lnTo>
                  <a:pt x="34469" y="1674"/>
                </a:lnTo>
                <a:lnTo>
                  <a:pt x="0" y="181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874389" y="3296906"/>
            <a:ext cx="553720" cy="553720"/>
          </a:xfrm>
          <a:custGeom>
            <a:avLst/>
            <a:gdLst/>
            <a:ahLst/>
            <a:cxnLst/>
            <a:rect l="l" t="t" r="r" b="b"/>
            <a:pathLst>
              <a:path w="553720" h="553720">
                <a:moveTo>
                  <a:pt x="276545" y="0"/>
                </a:moveTo>
                <a:lnTo>
                  <a:pt x="226835" y="4455"/>
                </a:lnTo>
                <a:lnTo>
                  <a:pt x="180048" y="17301"/>
                </a:lnTo>
                <a:lnTo>
                  <a:pt x="136966" y="37756"/>
                </a:lnTo>
                <a:lnTo>
                  <a:pt x="98369" y="65040"/>
                </a:lnTo>
                <a:lnTo>
                  <a:pt x="65039" y="98371"/>
                </a:lnTo>
                <a:lnTo>
                  <a:pt x="37755" y="136968"/>
                </a:lnTo>
                <a:lnTo>
                  <a:pt x="17301" y="180051"/>
                </a:lnTo>
                <a:lnTo>
                  <a:pt x="4455" y="226837"/>
                </a:lnTo>
                <a:lnTo>
                  <a:pt x="0" y="276547"/>
                </a:lnTo>
                <a:lnTo>
                  <a:pt x="4455" y="326256"/>
                </a:lnTo>
                <a:lnTo>
                  <a:pt x="17301" y="373042"/>
                </a:lnTo>
                <a:lnTo>
                  <a:pt x="37755" y="416124"/>
                </a:lnTo>
                <a:lnTo>
                  <a:pt x="65039" y="454721"/>
                </a:lnTo>
                <a:lnTo>
                  <a:pt x="98369" y="488052"/>
                </a:lnTo>
                <a:lnTo>
                  <a:pt x="136966" y="515335"/>
                </a:lnTo>
                <a:lnTo>
                  <a:pt x="180048" y="535791"/>
                </a:lnTo>
                <a:lnTo>
                  <a:pt x="226835" y="548637"/>
                </a:lnTo>
                <a:lnTo>
                  <a:pt x="276545" y="553092"/>
                </a:lnTo>
                <a:lnTo>
                  <a:pt x="326254" y="548637"/>
                </a:lnTo>
                <a:lnTo>
                  <a:pt x="373041" y="535791"/>
                </a:lnTo>
                <a:lnTo>
                  <a:pt x="416123" y="515335"/>
                </a:lnTo>
                <a:lnTo>
                  <a:pt x="454721" y="488052"/>
                </a:lnTo>
                <a:lnTo>
                  <a:pt x="488052" y="454721"/>
                </a:lnTo>
                <a:lnTo>
                  <a:pt x="515335" y="416124"/>
                </a:lnTo>
                <a:lnTo>
                  <a:pt x="535791" y="373042"/>
                </a:lnTo>
                <a:lnTo>
                  <a:pt x="548637" y="326256"/>
                </a:lnTo>
                <a:lnTo>
                  <a:pt x="553092" y="276547"/>
                </a:lnTo>
                <a:lnTo>
                  <a:pt x="548637" y="226837"/>
                </a:lnTo>
                <a:lnTo>
                  <a:pt x="535791" y="180051"/>
                </a:lnTo>
                <a:lnTo>
                  <a:pt x="515335" y="136968"/>
                </a:lnTo>
                <a:lnTo>
                  <a:pt x="488052" y="98371"/>
                </a:lnTo>
                <a:lnTo>
                  <a:pt x="454721" y="65040"/>
                </a:lnTo>
                <a:lnTo>
                  <a:pt x="416123" y="37756"/>
                </a:lnTo>
                <a:lnTo>
                  <a:pt x="373041" y="17301"/>
                </a:lnTo>
                <a:lnTo>
                  <a:pt x="326254" y="4455"/>
                </a:lnTo>
                <a:lnTo>
                  <a:pt x="27654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681961" y="3296906"/>
            <a:ext cx="553085" cy="553720"/>
          </a:xfrm>
          <a:custGeom>
            <a:avLst/>
            <a:gdLst/>
            <a:ahLst/>
            <a:cxnLst/>
            <a:rect l="l" t="t" r="r" b="b"/>
            <a:pathLst>
              <a:path w="553084" h="553720">
                <a:moveTo>
                  <a:pt x="276545" y="0"/>
                </a:moveTo>
                <a:lnTo>
                  <a:pt x="226835" y="4455"/>
                </a:lnTo>
                <a:lnTo>
                  <a:pt x="180049" y="17301"/>
                </a:lnTo>
                <a:lnTo>
                  <a:pt x="136966" y="37756"/>
                </a:lnTo>
                <a:lnTo>
                  <a:pt x="98370" y="65040"/>
                </a:lnTo>
                <a:lnTo>
                  <a:pt x="65039" y="98371"/>
                </a:lnTo>
                <a:lnTo>
                  <a:pt x="37756" y="136968"/>
                </a:lnTo>
                <a:lnTo>
                  <a:pt x="17301" y="180051"/>
                </a:lnTo>
                <a:lnTo>
                  <a:pt x="4455" y="226837"/>
                </a:lnTo>
                <a:lnTo>
                  <a:pt x="0" y="276547"/>
                </a:lnTo>
                <a:lnTo>
                  <a:pt x="4455" y="326256"/>
                </a:lnTo>
                <a:lnTo>
                  <a:pt x="17301" y="373042"/>
                </a:lnTo>
                <a:lnTo>
                  <a:pt x="37756" y="416124"/>
                </a:lnTo>
                <a:lnTo>
                  <a:pt x="65039" y="454721"/>
                </a:lnTo>
                <a:lnTo>
                  <a:pt x="98370" y="488052"/>
                </a:lnTo>
                <a:lnTo>
                  <a:pt x="136966" y="515335"/>
                </a:lnTo>
                <a:lnTo>
                  <a:pt x="180049" y="535791"/>
                </a:lnTo>
                <a:lnTo>
                  <a:pt x="226835" y="548637"/>
                </a:lnTo>
                <a:lnTo>
                  <a:pt x="276545" y="553092"/>
                </a:lnTo>
                <a:lnTo>
                  <a:pt x="326254" y="548637"/>
                </a:lnTo>
                <a:lnTo>
                  <a:pt x="373041" y="535791"/>
                </a:lnTo>
                <a:lnTo>
                  <a:pt x="416123" y="515335"/>
                </a:lnTo>
                <a:lnTo>
                  <a:pt x="454720" y="488052"/>
                </a:lnTo>
                <a:lnTo>
                  <a:pt x="488050" y="454721"/>
                </a:lnTo>
                <a:lnTo>
                  <a:pt x="515334" y="416124"/>
                </a:lnTo>
                <a:lnTo>
                  <a:pt x="535789" y="373042"/>
                </a:lnTo>
                <a:lnTo>
                  <a:pt x="548634" y="326256"/>
                </a:lnTo>
                <a:lnTo>
                  <a:pt x="553090" y="276547"/>
                </a:lnTo>
                <a:lnTo>
                  <a:pt x="548634" y="226837"/>
                </a:lnTo>
                <a:lnTo>
                  <a:pt x="535789" y="180051"/>
                </a:lnTo>
                <a:lnTo>
                  <a:pt x="515334" y="136968"/>
                </a:lnTo>
                <a:lnTo>
                  <a:pt x="488050" y="98371"/>
                </a:lnTo>
                <a:lnTo>
                  <a:pt x="454720" y="65040"/>
                </a:lnTo>
                <a:lnTo>
                  <a:pt x="416123" y="37756"/>
                </a:lnTo>
                <a:lnTo>
                  <a:pt x="373041" y="17301"/>
                </a:lnTo>
                <a:lnTo>
                  <a:pt x="326254" y="4455"/>
                </a:lnTo>
                <a:lnTo>
                  <a:pt x="27654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927111" y="3831138"/>
            <a:ext cx="436467" cy="2612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148010" y="3842489"/>
            <a:ext cx="969010" cy="224154"/>
          </a:xfrm>
          <a:custGeom>
            <a:avLst/>
            <a:gdLst/>
            <a:ahLst/>
            <a:cxnLst/>
            <a:rect l="l" t="t" r="r" b="b"/>
            <a:pathLst>
              <a:path w="969009" h="224154">
                <a:moveTo>
                  <a:pt x="0" y="0"/>
                </a:moveTo>
                <a:lnTo>
                  <a:pt x="19296" y="34177"/>
                </a:lnTo>
                <a:lnTo>
                  <a:pt x="43479" y="64764"/>
                </a:lnTo>
                <a:lnTo>
                  <a:pt x="72147" y="91953"/>
                </a:lnTo>
                <a:lnTo>
                  <a:pt x="104898" y="115939"/>
                </a:lnTo>
                <a:lnTo>
                  <a:pt x="141331" y="136912"/>
                </a:lnTo>
                <a:lnTo>
                  <a:pt x="181044" y="155067"/>
                </a:lnTo>
                <a:lnTo>
                  <a:pt x="223634" y="170595"/>
                </a:lnTo>
                <a:lnTo>
                  <a:pt x="268701" y="183691"/>
                </a:lnTo>
                <a:lnTo>
                  <a:pt x="315842" y="194547"/>
                </a:lnTo>
                <a:lnTo>
                  <a:pt x="364655" y="203356"/>
                </a:lnTo>
                <a:lnTo>
                  <a:pt x="414739" y="210310"/>
                </a:lnTo>
                <a:lnTo>
                  <a:pt x="465691" y="215604"/>
                </a:lnTo>
                <a:lnTo>
                  <a:pt x="517111" y="219428"/>
                </a:lnTo>
                <a:lnTo>
                  <a:pt x="568596" y="221977"/>
                </a:lnTo>
                <a:lnTo>
                  <a:pt x="619744" y="223444"/>
                </a:lnTo>
                <a:lnTo>
                  <a:pt x="670154" y="224021"/>
                </a:lnTo>
                <a:lnTo>
                  <a:pt x="719423" y="223900"/>
                </a:lnTo>
                <a:lnTo>
                  <a:pt x="767151" y="223276"/>
                </a:lnTo>
                <a:lnTo>
                  <a:pt x="812934" y="222341"/>
                </a:lnTo>
                <a:lnTo>
                  <a:pt x="856372" y="221288"/>
                </a:lnTo>
                <a:lnTo>
                  <a:pt x="897063" y="220309"/>
                </a:lnTo>
                <a:lnTo>
                  <a:pt x="934604" y="219598"/>
                </a:lnTo>
                <a:lnTo>
                  <a:pt x="968594" y="21934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375180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4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9"/>
                </a:lnTo>
                <a:lnTo>
                  <a:pt x="99326" y="1790005"/>
                </a:lnTo>
                <a:lnTo>
                  <a:pt x="82106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878298" y="3416569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30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3"/>
                </a:lnTo>
                <a:lnTo>
                  <a:pt x="44462" y="593893"/>
                </a:lnTo>
                <a:lnTo>
                  <a:pt x="58190" y="644980"/>
                </a:lnTo>
                <a:lnTo>
                  <a:pt x="72569" y="698280"/>
                </a:lnTo>
                <a:lnTo>
                  <a:pt x="87131" y="753230"/>
                </a:lnTo>
                <a:lnTo>
                  <a:pt x="101409" y="809269"/>
                </a:lnTo>
                <a:lnTo>
                  <a:pt x="114936" y="865831"/>
                </a:lnTo>
                <a:lnTo>
                  <a:pt x="127245" y="922356"/>
                </a:lnTo>
                <a:lnTo>
                  <a:pt x="137869" y="978279"/>
                </a:lnTo>
                <a:lnTo>
                  <a:pt x="146340" y="1033038"/>
                </a:lnTo>
                <a:lnTo>
                  <a:pt x="152191" y="1086070"/>
                </a:lnTo>
                <a:lnTo>
                  <a:pt x="154956" y="1136812"/>
                </a:lnTo>
                <a:lnTo>
                  <a:pt x="156094" y="1187892"/>
                </a:lnTo>
                <a:lnTo>
                  <a:pt x="157129" y="1237768"/>
                </a:lnTo>
                <a:lnTo>
                  <a:pt x="157843" y="1286732"/>
                </a:lnTo>
                <a:lnTo>
                  <a:pt x="158019" y="1335073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4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9"/>
                </a:lnTo>
                <a:lnTo>
                  <a:pt x="99326" y="1790005"/>
                </a:lnTo>
                <a:lnTo>
                  <a:pt x="82106" y="18480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841809" y="4877517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5" y="33682"/>
                </a:lnTo>
                <a:lnTo>
                  <a:pt x="63224" y="65253"/>
                </a:lnTo>
                <a:lnTo>
                  <a:pt x="100973" y="93807"/>
                </a:lnTo>
                <a:lnTo>
                  <a:pt x="141688" y="118441"/>
                </a:lnTo>
                <a:lnTo>
                  <a:pt x="184524" y="138250"/>
                </a:lnTo>
                <a:lnTo>
                  <a:pt x="228636" y="152331"/>
                </a:lnTo>
                <a:lnTo>
                  <a:pt x="277610" y="158780"/>
                </a:lnTo>
                <a:lnTo>
                  <a:pt x="326349" y="155231"/>
                </a:lnTo>
                <a:lnTo>
                  <a:pt x="374723" y="143463"/>
                </a:lnTo>
                <a:lnTo>
                  <a:pt x="422602" y="125253"/>
                </a:lnTo>
                <a:lnTo>
                  <a:pt x="469856" y="102377"/>
                </a:lnTo>
                <a:lnTo>
                  <a:pt x="516355" y="76615"/>
                </a:lnTo>
                <a:lnTo>
                  <a:pt x="559232" y="96610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3"/>
                </a:lnTo>
                <a:lnTo>
                  <a:pt x="767874" y="155578"/>
                </a:lnTo>
                <a:lnTo>
                  <a:pt x="821293" y="155779"/>
                </a:lnTo>
                <a:lnTo>
                  <a:pt x="868555" y="144766"/>
                </a:lnTo>
                <a:lnTo>
                  <a:pt x="911425" y="121314"/>
                </a:lnTo>
                <a:lnTo>
                  <a:pt x="948944" y="87814"/>
                </a:lnTo>
                <a:lnTo>
                  <a:pt x="980154" y="46659"/>
                </a:lnTo>
                <a:lnTo>
                  <a:pt x="1004095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093169" y="3986695"/>
            <a:ext cx="171450" cy="171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466550" y="3986695"/>
            <a:ext cx="171449" cy="171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082130" y="4809928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3"/>
                </a:lnTo>
                <a:lnTo>
                  <a:pt x="11679" y="43336"/>
                </a:lnTo>
                <a:lnTo>
                  <a:pt x="20436" y="46187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3"/>
                </a:lnTo>
                <a:lnTo>
                  <a:pt x="181853" y="24801"/>
                </a:lnTo>
                <a:lnTo>
                  <a:pt x="175080" y="18996"/>
                </a:lnTo>
                <a:lnTo>
                  <a:pt x="166323" y="16145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972048" y="4482939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3"/>
                </a:lnTo>
                <a:lnTo>
                  <a:pt x="26589" y="89707"/>
                </a:lnTo>
                <a:lnTo>
                  <a:pt x="10851" y="129034"/>
                </a:lnTo>
                <a:lnTo>
                  <a:pt x="1401" y="170299"/>
                </a:lnTo>
                <a:lnTo>
                  <a:pt x="0" y="211838"/>
                </a:lnTo>
                <a:lnTo>
                  <a:pt x="8407" y="251985"/>
                </a:lnTo>
                <a:lnTo>
                  <a:pt x="28383" y="289076"/>
                </a:lnTo>
                <a:lnTo>
                  <a:pt x="61688" y="321447"/>
                </a:lnTo>
                <a:lnTo>
                  <a:pt x="110082" y="3474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528760" y="4487238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341371" y="4397522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9"/>
                </a:lnTo>
                <a:lnTo>
                  <a:pt x="1833" y="14220"/>
                </a:lnTo>
                <a:lnTo>
                  <a:pt x="0" y="23246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9"/>
                </a:lnTo>
                <a:lnTo>
                  <a:pt x="23248" y="187993"/>
                </a:lnTo>
                <a:lnTo>
                  <a:pt x="32273" y="186159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6"/>
                </a:lnTo>
                <a:lnTo>
                  <a:pt x="44659" y="14220"/>
                </a:lnTo>
                <a:lnTo>
                  <a:pt x="39664" y="6829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264619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1"/>
                </a:lnTo>
                <a:lnTo>
                  <a:pt x="73968" y="47231"/>
                </a:lnTo>
                <a:lnTo>
                  <a:pt x="85409" y="87111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365095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1"/>
                </a:lnTo>
                <a:lnTo>
                  <a:pt x="26032" y="47231"/>
                </a:lnTo>
                <a:lnTo>
                  <a:pt x="14591" y="87111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2597152" y="7866965"/>
            <a:ext cx="45720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2113255" y="7865489"/>
            <a:ext cx="4591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00709" y="6258833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低频脉冲电刺激在促进⾎液循环和神经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0685" y="6486267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液调节的同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⼜刺激机体释放⽌痛物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0643" y="6653903"/>
            <a:ext cx="271399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内啡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肽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在两者协同作⽤下起到镇痛效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果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既镇痛⼜促进⼦宫收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8224" y="5909188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7470" y="6272723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在脐下左右各贴⼀⽚圆形电极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7443" y="6543381"/>
            <a:ext cx="1924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激关</a:t>
            </a:r>
            <a:r>
              <a:rPr sz="12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元</a:t>
            </a:r>
            <a:r>
              <a:rPr sz="1200" spc="-5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中</a:t>
            </a:r>
            <a:r>
              <a:rPr sz="12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</a:t>
            </a:r>
            <a:r>
              <a:rPr sz="1200" spc="-5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⼦宫等⽳位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14552" y="589400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624529" y="588501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699337" y="589943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24529" y="43453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97459" y="4359802"/>
            <a:ext cx="242570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，5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97188" y="283493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96443" y="2849284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9749" y="535417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09749" y="379061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99834" y="6357124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括约肌和盆底的神经反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射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使异常的神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813" y="6584559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反射重新到达平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从⽽安全⽽有效地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控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9791" y="6811988"/>
            <a:ext cx="1626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制排尿功能障碍的症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状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1537" y="575587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98488" y="576555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1537" y="420190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9"/>
                </a:lnTo>
                <a:lnTo>
                  <a:pt x="792481" y="121918"/>
                </a:lnTo>
                <a:lnTo>
                  <a:pt x="782861" y="169260"/>
                </a:lnTo>
                <a:lnTo>
                  <a:pt x="756669" y="208027"/>
                </a:lnTo>
                <a:lnTo>
                  <a:pt x="717903" y="234220"/>
                </a:lnTo>
                <a:lnTo>
                  <a:pt x="670563" y="243839"/>
                </a:lnTo>
                <a:lnTo>
                  <a:pt x="121917" y="243839"/>
                </a:lnTo>
                <a:lnTo>
                  <a:pt x="74578" y="234220"/>
                </a:lnTo>
                <a:lnTo>
                  <a:pt x="35812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99859" y="5868141"/>
            <a:ext cx="4185285" cy="45465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2030">
              <a:lnSpc>
                <a:spcPct val="100000"/>
              </a:lnSpc>
              <a:spcBef>
                <a:spcPts val="42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通过刺激骶神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调节与排尿相关的膀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胱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81558" y="6272723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下腹部膀胱区域和骶尾部各贴⼀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81534" y="6498270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58641" y="589400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98144" y="4211586"/>
            <a:ext cx="258762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68580">
              <a:lnSpc>
                <a:spcPct val="136000"/>
              </a:lnSpc>
              <a:spcBef>
                <a:spcPts val="915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20-40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达到疗效即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停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841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1537" y="2654648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91476" y="2669000"/>
            <a:ext cx="2594610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5400">
              <a:lnSpc>
                <a:spcPct val="100000"/>
              </a:lnSpc>
              <a:spcBef>
                <a:spcPts val="263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707588" y="1392714"/>
            <a:ext cx="36258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排尿困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难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409550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431370" y="1602417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0083905" y="1398452"/>
            <a:ext cx="43129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0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产后宫缩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14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16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37518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878298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41809" y="4877517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5" y="33682"/>
                </a:lnTo>
                <a:lnTo>
                  <a:pt x="63224" y="65253"/>
                </a:lnTo>
                <a:lnTo>
                  <a:pt x="100973" y="93807"/>
                </a:lnTo>
                <a:lnTo>
                  <a:pt x="141688" y="118441"/>
                </a:lnTo>
                <a:lnTo>
                  <a:pt x="184524" y="138250"/>
                </a:lnTo>
                <a:lnTo>
                  <a:pt x="228636" y="152331"/>
                </a:lnTo>
                <a:lnTo>
                  <a:pt x="277610" y="158780"/>
                </a:lnTo>
                <a:lnTo>
                  <a:pt x="326349" y="155231"/>
                </a:lnTo>
                <a:lnTo>
                  <a:pt x="374723" y="143463"/>
                </a:lnTo>
                <a:lnTo>
                  <a:pt x="422602" y="125253"/>
                </a:lnTo>
                <a:lnTo>
                  <a:pt x="469856" y="102377"/>
                </a:lnTo>
                <a:lnTo>
                  <a:pt x="516355" y="76615"/>
                </a:lnTo>
                <a:lnTo>
                  <a:pt x="559232" y="96610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3"/>
                </a:lnTo>
                <a:lnTo>
                  <a:pt x="767874" y="155578"/>
                </a:lnTo>
                <a:lnTo>
                  <a:pt x="821293" y="155779"/>
                </a:lnTo>
                <a:lnTo>
                  <a:pt x="868555" y="144766"/>
                </a:lnTo>
                <a:lnTo>
                  <a:pt x="911425" y="121314"/>
                </a:lnTo>
                <a:lnTo>
                  <a:pt x="948944" y="87814"/>
                </a:lnTo>
                <a:lnTo>
                  <a:pt x="980154" y="46659"/>
                </a:lnTo>
                <a:lnTo>
                  <a:pt x="1004095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093169" y="3986695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466550" y="3986695"/>
            <a:ext cx="171449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082130" y="4809928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3"/>
                </a:lnTo>
                <a:lnTo>
                  <a:pt x="11679" y="43336"/>
                </a:lnTo>
                <a:lnTo>
                  <a:pt x="20436" y="46187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3"/>
                </a:lnTo>
                <a:lnTo>
                  <a:pt x="181853" y="24801"/>
                </a:lnTo>
                <a:lnTo>
                  <a:pt x="175080" y="18996"/>
                </a:lnTo>
                <a:lnTo>
                  <a:pt x="166323" y="16145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972048" y="4482939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3"/>
                </a:lnTo>
                <a:lnTo>
                  <a:pt x="26589" y="89707"/>
                </a:lnTo>
                <a:lnTo>
                  <a:pt x="10851" y="129034"/>
                </a:lnTo>
                <a:lnTo>
                  <a:pt x="1401" y="170299"/>
                </a:lnTo>
                <a:lnTo>
                  <a:pt x="0" y="211838"/>
                </a:lnTo>
                <a:lnTo>
                  <a:pt x="8407" y="251985"/>
                </a:lnTo>
                <a:lnTo>
                  <a:pt x="28383" y="289076"/>
                </a:lnTo>
                <a:lnTo>
                  <a:pt x="61688" y="321447"/>
                </a:lnTo>
                <a:lnTo>
                  <a:pt x="110082" y="3474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528760" y="4487238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341371" y="4397522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9"/>
                </a:lnTo>
                <a:lnTo>
                  <a:pt x="1833" y="14220"/>
                </a:lnTo>
                <a:lnTo>
                  <a:pt x="0" y="23246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9"/>
                </a:lnTo>
                <a:lnTo>
                  <a:pt x="23248" y="187993"/>
                </a:lnTo>
                <a:lnTo>
                  <a:pt x="32273" y="186159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6"/>
                </a:lnTo>
                <a:lnTo>
                  <a:pt x="44659" y="14220"/>
                </a:lnTo>
                <a:lnTo>
                  <a:pt x="39664" y="6829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264619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1"/>
                </a:lnTo>
                <a:lnTo>
                  <a:pt x="73968" y="47231"/>
                </a:lnTo>
                <a:lnTo>
                  <a:pt x="85409" y="87111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365095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1"/>
                </a:lnTo>
                <a:lnTo>
                  <a:pt x="26032" y="47231"/>
                </a:lnTo>
                <a:lnTo>
                  <a:pt x="14591" y="87111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539363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5" y="0"/>
                </a:moveTo>
                <a:lnTo>
                  <a:pt x="156258" y="50306"/>
                </a:lnTo>
                <a:lnTo>
                  <a:pt x="171093" y="100182"/>
                </a:lnTo>
                <a:lnTo>
                  <a:pt x="183798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7" y="300158"/>
                </a:lnTo>
                <a:lnTo>
                  <a:pt x="211029" y="351462"/>
                </a:lnTo>
                <a:lnTo>
                  <a:pt x="211371" y="403767"/>
                </a:lnTo>
                <a:lnTo>
                  <a:pt x="208899" y="457311"/>
                </a:lnTo>
                <a:lnTo>
                  <a:pt x="198902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1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6" y="1279167"/>
                </a:lnTo>
                <a:lnTo>
                  <a:pt x="4066" y="1328374"/>
                </a:lnTo>
                <a:lnTo>
                  <a:pt x="2810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5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357179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2" y="0"/>
                </a:moveTo>
                <a:lnTo>
                  <a:pt x="55109" y="50306"/>
                </a:lnTo>
                <a:lnTo>
                  <a:pt x="40274" y="100182"/>
                </a:lnTo>
                <a:lnTo>
                  <a:pt x="27570" y="149867"/>
                </a:lnTo>
                <a:lnTo>
                  <a:pt x="17111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1" y="602010"/>
                </a:lnTo>
                <a:lnTo>
                  <a:pt x="45207" y="646672"/>
                </a:lnTo>
                <a:lnTo>
                  <a:pt x="59404" y="693968"/>
                </a:lnTo>
                <a:lnTo>
                  <a:pt x="74640" y="743516"/>
                </a:lnTo>
                <a:lnTo>
                  <a:pt x="90552" y="794937"/>
                </a:lnTo>
                <a:lnTo>
                  <a:pt x="106780" y="847850"/>
                </a:lnTo>
                <a:lnTo>
                  <a:pt x="122961" y="901873"/>
                </a:lnTo>
                <a:lnTo>
                  <a:pt x="138733" y="956627"/>
                </a:lnTo>
                <a:lnTo>
                  <a:pt x="153735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5" y="1425913"/>
                </a:lnTo>
                <a:lnTo>
                  <a:pt x="210732" y="1473380"/>
                </a:lnTo>
                <a:lnTo>
                  <a:pt x="211324" y="1520233"/>
                </a:lnTo>
                <a:lnTo>
                  <a:pt x="211369" y="1566659"/>
                </a:lnTo>
                <a:lnTo>
                  <a:pt x="210703" y="1612848"/>
                </a:lnTo>
                <a:lnTo>
                  <a:pt x="209162" y="1658991"/>
                </a:lnTo>
                <a:lnTo>
                  <a:pt x="206585" y="1705276"/>
                </a:lnTo>
                <a:lnTo>
                  <a:pt x="202807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2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884414" y="3970171"/>
            <a:ext cx="563880" cy="563880"/>
          </a:xfrm>
          <a:custGeom>
            <a:avLst/>
            <a:gdLst/>
            <a:ahLst/>
            <a:cxnLst/>
            <a:rect l="l" t="t" r="r" b="b"/>
            <a:pathLst>
              <a:path w="563879" h="563879">
                <a:moveTo>
                  <a:pt x="281764" y="0"/>
                </a:moveTo>
                <a:lnTo>
                  <a:pt x="236061" y="3687"/>
                </a:lnTo>
                <a:lnTo>
                  <a:pt x="192705" y="14364"/>
                </a:lnTo>
                <a:lnTo>
                  <a:pt x="152278" y="31449"/>
                </a:lnTo>
                <a:lnTo>
                  <a:pt x="115358" y="54362"/>
                </a:lnTo>
                <a:lnTo>
                  <a:pt x="82527" y="82525"/>
                </a:lnTo>
                <a:lnTo>
                  <a:pt x="54364" y="115355"/>
                </a:lnTo>
                <a:lnTo>
                  <a:pt x="31450" y="152274"/>
                </a:lnTo>
                <a:lnTo>
                  <a:pt x="14364" y="192701"/>
                </a:lnTo>
                <a:lnTo>
                  <a:pt x="3687" y="236057"/>
                </a:lnTo>
                <a:lnTo>
                  <a:pt x="0" y="281760"/>
                </a:lnTo>
                <a:lnTo>
                  <a:pt x="3687" y="327465"/>
                </a:lnTo>
                <a:lnTo>
                  <a:pt x="14364" y="370821"/>
                </a:lnTo>
                <a:lnTo>
                  <a:pt x="31450" y="411249"/>
                </a:lnTo>
                <a:lnTo>
                  <a:pt x="54364" y="448168"/>
                </a:lnTo>
                <a:lnTo>
                  <a:pt x="82527" y="480999"/>
                </a:lnTo>
                <a:lnTo>
                  <a:pt x="115358" y="509162"/>
                </a:lnTo>
                <a:lnTo>
                  <a:pt x="152278" y="532076"/>
                </a:lnTo>
                <a:lnTo>
                  <a:pt x="192705" y="549161"/>
                </a:lnTo>
                <a:lnTo>
                  <a:pt x="236061" y="559837"/>
                </a:lnTo>
                <a:lnTo>
                  <a:pt x="281764" y="563525"/>
                </a:lnTo>
                <a:lnTo>
                  <a:pt x="327469" y="559837"/>
                </a:lnTo>
                <a:lnTo>
                  <a:pt x="370825" y="549161"/>
                </a:lnTo>
                <a:lnTo>
                  <a:pt x="411252" y="532076"/>
                </a:lnTo>
                <a:lnTo>
                  <a:pt x="448172" y="509162"/>
                </a:lnTo>
                <a:lnTo>
                  <a:pt x="481003" y="480999"/>
                </a:lnTo>
                <a:lnTo>
                  <a:pt x="509165" y="448168"/>
                </a:lnTo>
                <a:lnTo>
                  <a:pt x="532079" y="411249"/>
                </a:lnTo>
                <a:lnTo>
                  <a:pt x="549165" y="370821"/>
                </a:lnTo>
                <a:lnTo>
                  <a:pt x="559841" y="327465"/>
                </a:lnTo>
                <a:lnTo>
                  <a:pt x="563529" y="281760"/>
                </a:lnTo>
                <a:lnTo>
                  <a:pt x="559841" y="236057"/>
                </a:lnTo>
                <a:lnTo>
                  <a:pt x="549165" y="192701"/>
                </a:lnTo>
                <a:lnTo>
                  <a:pt x="532079" y="152274"/>
                </a:lnTo>
                <a:lnTo>
                  <a:pt x="509165" y="115355"/>
                </a:lnTo>
                <a:lnTo>
                  <a:pt x="481003" y="82525"/>
                </a:lnTo>
                <a:lnTo>
                  <a:pt x="448172" y="54362"/>
                </a:lnTo>
                <a:lnTo>
                  <a:pt x="411252" y="31449"/>
                </a:lnTo>
                <a:lnTo>
                  <a:pt x="370825" y="14364"/>
                </a:lnTo>
                <a:lnTo>
                  <a:pt x="327469" y="3687"/>
                </a:lnTo>
                <a:lnTo>
                  <a:pt x="2817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884414" y="3970171"/>
            <a:ext cx="563880" cy="563880"/>
          </a:xfrm>
          <a:custGeom>
            <a:avLst/>
            <a:gdLst/>
            <a:ahLst/>
            <a:cxnLst/>
            <a:rect l="l" t="t" r="r" b="b"/>
            <a:pathLst>
              <a:path w="563879" h="563879">
                <a:moveTo>
                  <a:pt x="281764" y="0"/>
                </a:moveTo>
                <a:lnTo>
                  <a:pt x="327469" y="3687"/>
                </a:lnTo>
                <a:lnTo>
                  <a:pt x="370825" y="14364"/>
                </a:lnTo>
                <a:lnTo>
                  <a:pt x="411252" y="31449"/>
                </a:lnTo>
                <a:lnTo>
                  <a:pt x="448172" y="54362"/>
                </a:lnTo>
                <a:lnTo>
                  <a:pt x="481003" y="82525"/>
                </a:lnTo>
                <a:lnTo>
                  <a:pt x="509165" y="115355"/>
                </a:lnTo>
                <a:lnTo>
                  <a:pt x="532079" y="152274"/>
                </a:lnTo>
                <a:lnTo>
                  <a:pt x="549165" y="192701"/>
                </a:lnTo>
                <a:lnTo>
                  <a:pt x="559841" y="236057"/>
                </a:lnTo>
                <a:lnTo>
                  <a:pt x="563529" y="281760"/>
                </a:lnTo>
                <a:lnTo>
                  <a:pt x="559841" y="327465"/>
                </a:lnTo>
                <a:lnTo>
                  <a:pt x="549165" y="370821"/>
                </a:lnTo>
                <a:lnTo>
                  <a:pt x="532079" y="411249"/>
                </a:lnTo>
                <a:lnTo>
                  <a:pt x="509165" y="448168"/>
                </a:lnTo>
                <a:lnTo>
                  <a:pt x="481003" y="480999"/>
                </a:lnTo>
                <a:lnTo>
                  <a:pt x="448172" y="509162"/>
                </a:lnTo>
                <a:lnTo>
                  <a:pt x="411252" y="532076"/>
                </a:lnTo>
                <a:lnTo>
                  <a:pt x="370825" y="549161"/>
                </a:lnTo>
                <a:lnTo>
                  <a:pt x="327469" y="559837"/>
                </a:lnTo>
                <a:lnTo>
                  <a:pt x="281764" y="563525"/>
                </a:lnTo>
                <a:lnTo>
                  <a:pt x="236061" y="559837"/>
                </a:lnTo>
                <a:lnTo>
                  <a:pt x="192705" y="549161"/>
                </a:lnTo>
                <a:lnTo>
                  <a:pt x="152278" y="532076"/>
                </a:lnTo>
                <a:lnTo>
                  <a:pt x="115358" y="509162"/>
                </a:lnTo>
                <a:lnTo>
                  <a:pt x="82527" y="480999"/>
                </a:lnTo>
                <a:lnTo>
                  <a:pt x="54364" y="448168"/>
                </a:lnTo>
                <a:lnTo>
                  <a:pt x="31450" y="411249"/>
                </a:lnTo>
                <a:lnTo>
                  <a:pt x="14364" y="370821"/>
                </a:lnTo>
                <a:lnTo>
                  <a:pt x="3687" y="327465"/>
                </a:lnTo>
                <a:lnTo>
                  <a:pt x="0" y="281760"/>
                </a:lnTo>
                <a:lnTo>
                  <a:pt x="3687" y="236057"/>
                </a:lnTo>
                <a:lnTo>
                  <a:pt x="14364" y="192701"/>
                </a:lnTo>
                <a:lnTo>
                  <a:pt x="31450" y="152274"/>
                </a:lnTo>
                <a:lnTo>
                  <a:pt x="54364" y="115355"/>
                </a:lnTo>
                <a:lnTo>
                  <a:pt x="82527" y="82525"/>
                </a:lnTo>
                <a:lnTo>
                  <a:pt x="115358" y="54362"/>
                </a:lnTo>
                <a:lnTo>
                  <a:pt x="152278" y="31449"/>
                </a:lnTo>
                <a:lnTo>
                  <a:pt x="192705" y="14364"/>
                </a:lnTo>
                <a:lnTo>
                  <a:pt x="236061" y="3687"/>
                </a:lnTo>
                <a:lnTo>
                  <a:pt x="281764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598395" y="3970171"/>
            <a:ext cx="563880" cy="563880"/>
          </a:xfrm>
          <a:custGeom>
            <a:avLst/>
            <a:gdLst/>
            <a:ahLst/>
            <a:cxnLst/>
            <a:rect l="l" t="t" r="r" b="b"/>
            <a:pathLst>
              <a:path w="563879" h="563879">
                <a:moveTo>
                  <a:pt x="281764" y="0"/>
                </a:moveTo>
                <a:lnTo>
                  <a:pt x="236060" y="3687"/>
                </a:lnTo>
                <a:lnTo>
                  <a:pt x="192704" y="14364"/>
                </a:lnTo>
                <a:lnTo>
                  <a:pt x="152276" y="31449"/>
                </a:lnTo>
                <a:lnTo>
                  <a:pt x="115357" y="54362"/>
                </a:lnTo>
                <a:lnTo>
                  <a:pt x="82526" y="82525"/>
                </a:lnTo>
                <a:lnTo>
                  <a:pt x="54363" y="115355"/>
                </a:lnTo>
                <a:lnTo>
                  <a:pt x="31449" y="152274"/>
                </a:lnTo>
                <a:lnTo>
                  <a:pt x="14364" y="192701"/>
                </a:lnTo>
                <a:lnTo>
                  <a:pt x="3687" y="236057"/>
                </a:lnTo>
                <a:lnTo>
                  <a:pt x="0" y="281760"/>
                </a:lnTo>
                <a:lnTo>
                  <a:pt x="3687" y="327465"/>
                </a:lnTo>
                <a:lnTo>
                  <a:pt x="14364" y="370821"/>
                </a:lnTo>
                <a:lnTo>
                  <a:pt x="31449" y="411249"/>
                </a:lnTo>
                <a:lnTo>
                  <a:pt x="54363" y="448168"/>
                </a:lnTo>
                <a:lnTo>
                  <a:pt x="82526" y="480999"/>
                </a:lnTo>
                <a:lnTo>
                  <a:pt x="115357" y="509162"/>
                </a:lnTo>
                <a:lnTo>
                  <a:pt x="152276" y="532076"/>
                </a:lnTo>
                <a:lnTo>
                  <a:pt x="192704" y="549161"/>
                </a:lnTo>
                <a:lnTo>
                  <a:pt x="236060" y="559837"/>
                </a:lnTo>
                <a:lnTo>
                  <a:pt x="281764" y="563525"/>
                </a:lnTo>
                <a:lnTo>
                  <a:pt x="327468" y="559837"/>
                </a:lnTo>
                <a:lnTo>
                  <a:pt x="370823" y="549161"/>
                </a:lnTo>
                <a:lnTo>
                  <a:pt x="411250" y="532076"/>
                </a:lnTo>
                <a:lnTo>
                  <a:pt x="448169" y="509162"/>
                </a:lnTo>
                <a:lnTo>
                  <a:pt x="481000" y="480999"/>
                </a:lnTo>
                <a:lnTo>
                  <a:pt x="509162" y="448168"/>
                </a:lnTo>
                <a:lnTo>
                  <a:pt x="532076" y="411249"/>
                </a:lnTo>
                <a:lnTo>
                  <a:pt x="549161" y="370821"/>
                </a:lnTo>
                <a:lnTo>
                  <a:pt x="559837" y="327465"/>
                </a:lnTo>
                <a:lnTo>
                  <a:pt x="563525" y="281760"/>
                </a:lnTo>
                <a:lnTo>
                  <a:pt x="559837" y="236057"/>
                </a:lnTo>
                <a:lnTo>
                  <a:pt x="549161" y="192701"/>
                </a:lnTo>
                <a:lnTo>
                  <a:pt x="532076" y="152274"/>
                </a:lnTo>
                <a:lnTo>
                  <a:pt x="509162" y="115355"/>
                </a:lnTo>
                <a:lnTo>
                  <a:pt x="481000" y="82525"/>
                </a:lnTo>
                <a:lnTo>
                  <a:pt x="448169" y="54362"/>
                </a:lnTo>
                <a:lnTo>
                  <a:pt x="411250" y="31449"/>
                </a:lnTo>
                <a:lnTo>
                  <a:pt x="370823" y="14364"/>
                </a:lnTo>
                <a:lnTo>
                  <a:pt x="327468" y="3687"/>
                </a:lnTo>
                <a:lnTo>
                  <a:pt x="28176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598395" y="3970171"/>
            <a:ext cx="563880" cy="563880"/>
          </a:xfrm>
          <a:custGeom>
            <a:avLst/>
            <a:gdLst/>
            <a:ahLst/>
            <a:cxnLst/>
            <a:rect l="l" t="t" r="r" b="b"/>
            <a:pathLst>
              <a:path w="563879" h="563879">
                <a:moveTo>
                  <a:pt x="281764" y="0"/>
                </a:moveTo>
                <a:lnTo>
                  <a:pt x="327468" y="3687"/>
                </a:lnTo>
                <a:lnTo>
                  <a:pt x="370823" y="14364"/>
                </a:lnTo>
                <a:lnTo>
                  <a:pt x="411250" y="31449"/>
                </a:lnTo>
                <a:lnTo>
                  <a:pt x="448169" y="54362"/>
                </a:lnTo>
                <a:lnTo>
                  <a:pt x="481000" y="82525"/>
                </a:lnTo>
                <a:lnTo>
                  <a:pt x="509162" y="115355"/>
                </a:lnTo>
                <a:lnTo>
                  <a:pt x="532076" y="152274"/>
                </a:lnTo>
                <a:lnTo>
                  <a:pt x="549161" y="192701"/>
                </a:lnTo>
                <a:lnTo>
                  <a:pt x="559837" y="236057"/>
                </a:lnTo>
                <a:lnTo>
                  <a:pt x="563525" y="281760"/>
                </a:lnTo>
                <a:lnTo>
                  <a:pt x="559837" y="327465"/>
                </a:lnTo>
                <a:lnTo>
                  <a:pt x="549161" y="370821"/>
                </a:lnTo>
                <a:lnTo>
                  <a:pt x="532076" y="411249"/>
                </a:lnTo>
                <a:lnTo>
                  <a:pt x="509162" y="448168"/>
                </a:lnTo>
                <a:lnTo>
                  <a:pt x="481000" y="480999"/>
                </a:lnTo>
                <a:lnTo>
                  <a:pt x="448169" y="509162"/>
                </a:lnTo>
                <a:lnTo>
                  <a:pt x="411250" y="532076"/>
                </a:lnTo>
                <a:lnTo>
                  <a:pt x="370823" y="549161"/>
                </a:lnTo>
                <a:lnTo>
                  <a:pt x="327468" y="559837"/>
                </a:lnTo>
                <a:lnTo>
                  <a:pt x="281764" y="563525"/>
                </a:lnTo>
                <a:lnTo>
                  <a:pt x="236060" y="559837"/>
                </a:lnTo>
                <a:lnTo>
                  <a:pt x="192704" y="549161"/>
                </a:lnTo>
                <a:lnTo>
                  <a:pt x="152276" y="532076"/>
                </a:lnTo>
                <a:lnTo>
                  <a:pt x="115357" y="509162"/>
                </a:lnTo>
                <a:lnTo>
                  <a:pt x="82526" y="480999"/>
                </a:lnTo>
                <a:lnTo>
                  <a:pt x="54363" y="448168"/>
                </a:lnTo>
                <a:lnTo>
                  <a:pt x="31449" y="411249"/>
                </a:lnTo>
                <a:lnTo>
                  <a:pt x="14364" y="370821"/>
                </a:lnTo>
                <a:lnTo>
                  <a:pt x="3687" y="327465"/>
                </a:lnTo>
                <a:lnTo>
                  <a:pt x="0" y="281760"/>
                </a:lnTo>
                <a:lnTo>
                  <a:pt x="3687" y="236057"/>
                </a:lnTo>
                <a:lnTo>
                  <a:pt x="14364" y="192701"/>
                </a:lnTo>
                <a:lnTo>
                  <a:pt x="31449" y="152274"/>
                </a:lnTo>
                <a:lnTo>
                  <a:pt x="54363" y="115355"/>
                </a:lnTo>
                <a:lnTo>
                  <a:pt x="82526" y="82525"/>
                </a:lnTo>
                <a:lnTo>
                  <a:pt x="115357" y="54362"/>
                </a:lnTo>
                <a:lnTo>
                  <a:pt x="152276" y="31449"/>
                </a:lnTo>
                <a:lnTo>
                  <a:pt x="192704" y="14364"/>
                </a:lnTo>
                <a:lnTo>
                  <a:pt x="236060" y="3687"/>
                </a:lnTo>
                <a:lnTo>
                  <a:pt x="281764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494524" y="3728329"/>
            <a:ext cx="94432" cy="880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418166" y="4969461"/>
            <a:ext cx="247650" cy="438784"/>
          </a:xfrm>
          <a:custGeom>
            <a:avLst/>
            <a:gdLst/>
            <a:ahLst/>
            <a:cxnLst/>
            <a:rect l="l" t="t" r="r" b="b"/>
            <a:pathLst>
              <a:path w="247650" h="438785">
                <a:moveTo>
                  <a:pt x="1661" y="438224"/>
                </a:moveTo>
                <a:lnTo>
                  <a:pt x="729" y="396874"/>
                </a:lnTo>
                <a:lnTo>
                  <a:pt x="0" y="349579"/>
                </a:lnTo>
                <a:lnTo>
                  <a:pt x="145" y="298421"/>
                </a:lnTo>
                <a:lnTo>
                  <a:pt x="1837" y="245484"/>
                </a:lnTo>
                <a:lnTo>
                  <a:pt x="5746" y="192849"/>
                </a:lnTo>
                <a:lnTo>
                  <a:pt x="12542" y="142599"/>
                </a:lnTo>
                <a:lnTo>
                  <a:pt x="22897" y="96816"/>
                </a:lnTo>
                <a:lnTo>
                  <a:pt x="37482" y="57582"/>
                </a:lnTo>
                <a:lnTo>
                  <a:pt x="82026" y="7092"/>
                </a:lnTo>
                <a:lnTo>
                  <a:pt x="113326" y="0"/>
                </a:lnTo>
                <a:lnTo>
                  <a:pt x="140175" y="7095"/>
                </a:lnTo>
                <a:lnTo>
                  <a:pt x="182535" y="57592"/>
                </a:lnTo>
                <a:lnTo>
                  <a:pt x="198683" y="96816"/>
                </a:lnTo>
                <a:lnTo>
                  <a:pt x="211903" y="142570"/>
                </a:lnTo>
                <a:lnTo>
                  <a:pt x="222513" y="192766"/>
                </a:lnTo>
                <a:lnTo>
                  <a:pt x="230833" y="245315"/>
                </a:lnTo>
                <a:lnTo>
                  <a:pt x="237182" y="298127"/>
                </a:lnTo>
                <a:lnTo>
                  <a:pt x="241880" y="349114"/>
                </a:lnTo>
                <a:lnTo>
                  <a:pt x="245244" y="396185"/>
                </a:lnTo>
                <a:lnTo>
                  <a:pt x="247596" y="4372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883381" y="4585360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40" h="354964">
                <a:moveTo>
                  <a:pt x="0" y="0"/>
                </a:moveTo>
                <a:lnTo>
                  <a:pt x="25069" y="44097"/>
                </a:lnTo>
                <a:lnTo>
                  <a:pt x="51632" y="87142"/>
                </a:lnTo>
                <a:lnTo>
                  <a:pt x="80234" y="128404"/>
                </a:lnTo>
                <a:lnTo>
                  <a:pt x="111424" y="167155"/>
                </a:lnTo>
                <a:lnTo>
                  <a:pt x="145747" y="202665"/>
                </a:lnTo>
                <a:lnTo>
                  <a:pt x="183751" y="234204"/>
                </a:lnTo>
                <a:lnTo>
                  <a:pt x="228697" y="263892"/>
                </a:lnTo>
                <a:lnTo>
                  <a:pt x="276160" y="289331"/>
                </a:lnTo>
                <a:lnTo>
                  <a:pt x="325808" y="310835"/>
                </a:lnTo>
                <a:lnTo>
                  <a:pt x="377311" y="328717"/>
                </a:lnTo>
                <a:lnTo>
                  <a:pt x="430337" y="343288"/>
                </a:lnTo>
                <a:lnTo>
                  <a:pt x="484555" y="3548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678060" y="4558219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40" h="354964">
                <a:moveTo>
                  <a:pt x="484555" y="0"/>
                </a:moveTo>
                <a:lnTo>
                  <a:pt x="459486" y="44097"/>
                </a:lnTo>
                <a:lnTo>
                  <a:pt x="432923" y="87142"/>
                </a:lnTo>
                <a:lnTo>
                  <a:pt x="404321" y="128405"/>
                </a:lnTo>
                <a:lnTo>
                  <a:pt x="373131" y="167156"/>
                </a:lnTo>
                <a:lnTo>
                  <a:pt x="338808" y="202666"/>
                </a:lnTo>
                <a:lnTo>
                  <a:pt x="300804" y="234205"/>
                </a:lnTo>
                <a:lnTo>
                  <a:pt x="255857" y="263893"/>
                </a:lnTo>
                <a:lnTo>
                  <a:pt x="208394" y="289332"/>
                </a:lnTo>
                <a:lnTo>
                  <a:pt x="158746" y="310837"/>
                </a:lnTo>
                <a:lnTo>
                  <a:pt x="107243" y="328718"/>
                </a:lnTo>
                <a:lnTo>
                  <a:pt x="54217" y="343289"/>
                </a:lnTo>
                <a:lnTo>
                  <a:pt x="0" y="354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974581" y="4949478"/>
            <a:ext cx="249990" cy="834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9802885" y="4533347"/>
            <a:ext cx="172085" cy="443865"/>
          </a:xfrm>
          <a:custGeom>
            <a:avLst/>
            <a:gdLst/>
            <a:ahLst/>
            <a:cxnLst/>
            <a:rect l="l" t="t" r="r" b="b"/>
            <a:pathLst>
              <a:path w="172084" h="443864">
                <a:moveTo>
                  <a:pt x="96383" y="0"/>
                </a:moveTo>
                <a:lnTo>
                  <a:pt x="50703" y="51057"/>
                </a:lnTo>
                <a:lnTo>
                  <a:pt x="16498" y="119115"/>
                </a:lnTo>
                <a:lnTo>
                  <a:pt x="5646" y="157279"/>
                </a:lnTo>
                <a:lnTo>
                  <a:pt x="0" y="197004"/>
                </a:lnTo>
                <a:lnTo>
                  <a:pt x="339" y="237393"/>
                </a:lnTo>
                <a:lnTo>
                  <a:pt x="7442" y="277551"/>
                </a:lnTo>
                <a:lnTo>
                  <a:pt x="22088" y="316580"/>
                </a:lnTo>
                <a:lnTo>
                  <a:pt x="45058" y="353586"/>
                </a:lnTo>
                <a:lnTo>
                  <a:pt x="77129" y="387670"/>
                </a:lnTo>
                <a:lnTo>
                  <a:pt x="119080" y="417937"/>
                </a:lnTo>
                <a:lnTo>
                  <a:pt x="171692" y="4434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9180179" y="4535500"/>
            <a:ext cx="795020" cy="441959"/>
          </a:xfrm>
          <a:custGeom>
            <a:avLst/>
            <a:gdLst/>
            <a:ahLst/>
            <a:cxnLst/>
            <a:rect l="l" t="t" r="r" b="b"/>
            <a:pathLst>
              <a:path w="795020" h="441960">
                <a:moveTo>
                  <a:pt x="0" y="0"/>
                </a:moveTo>
                <a:lnTo>
                  <a:pt x="6526" y="44257"/>
                </a:lnTo>
                <a:lnTo>
                  <a:pt x="18737" y="85292"/>
                </a:lnTo>
                <a:lnTo>
                  <a:pt x="36204" y="123242"/>
                </a:lnTo>
                <a:lnTo>
                  <a:pt x="58495" y="158245"/>
                </a:lnTo>
                <a:lnTo>
                  <a:pt x="85182" y="190439"/>
                </a:lnTo>
                <a:lnTo>
                  <a:pt x="115833" y="219961"/>
                </a:lnTo>
                <a:lnTo>
                  <a:pt x="150018" y="246949"/>
                </a:lnTo>
                <a:lnTo>
                  <a:pt x="187308" y="271540"/>
                </a:lnTo>
                <a:lnTo>
                  <a:pt x="227271" y="293874"/>
                </a:lnTo>
                <a:lnTo>
                  <a:pt x="269479" y="314086"/>
                </a:lnTo>
                <a:lnTo>
                  <a:pt x="313500" y="332316"/>
                </a:lnTo>
                <a:lnTo>
                  <a:pt x="358904" y="348700"/>
                </a:lnTo>
                <a:lnTo>
                  <a:pt x="405262" y="363376"/>
                </a:lnTo>
                <a:lnTo>
                  <a:pt x="452143" y="376483"/>
                </a:lnTo>
                <a:lnTo>
                  <a:pt x="499117" y="388157"/>
                </a:lnTo>
                <a:lnTo>
                  <a:pt x="545753" y="398537"/>
                </a:lnTo>
                <a:lnTo>
                  <a:pt x="591622" y="407760"/>
                </a:lnTo>
                <a:lnTo>
                  <a:pt x="636293" y="415964"/>
                </a:lnTo>
                <a:lnTo>
                  <a:pt x="679337" y="423287"/>
                </a:lnTo>
                <a:lnTo>
                  <a:pt x="720322" y="429866"/>
                </a:lnTo>
                <a:lnTo>
                  <a:pt x="758819" y="435840"/>
                </a:lnTo>
                <a:lnTo>
                  <a:pt x="794397" y="4413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 txBox="1"/>
          <p:nvPr/>
        </p:nvSpPr>
        <p:spPr>
          <a:xfrm>
            <a:off x="2597152" y="7866965"/>
            <a:ext cx="39878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2113255" y="7865489"/>
            <a:ext cx="4559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9834" y="6393756"/>
            <a:ext cx="263779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通过⼀定强度的电刺激作⽤于疼痛区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能够抑制痛觉的上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1537" y="607972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8488" y="608940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1537" y="452575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98186" y="4535437"/>
            <a:ext cx="2425700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⼀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，5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6277" y="5909947"/>
            <a:ext cx="3249930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6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疼痛区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域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避开伤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⼝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58641" y="589475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4277" y="5544671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1537" y="2978500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91479" y="2992852"/>
            <a:ext cx="2594610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923920" y="5909947"/>
            <a:ext cx="3249930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6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将电极⽚贴于疼痛区域脊髓两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14552" y="589475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804566" y="5943512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主要采⽤⾼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频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低强度电刺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⼀般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80-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04534" y="6170946"/>
            <a:ext cx="2561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110HZ，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波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宽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0.1-0.2秒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可兴</a:t>
            </a:r>
            <a:r>
              <a:rPr sz="1100" spc="-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A</a:t>
            </a:r>
            <a:r>
              <a:rPr sz="1100" dirty="0">
                <a:solidFill>
                  <a:srgbClr val="5E5C5C"/>
                </a:solidFill>
                <a:latin typeface="Arial" panose="020B0604020202020204"/>
                <a:cs typeface="Arial" panose="020B0604020202020204"/>
              </a:rPr>
              <a:t>β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纤</a:t>
            </a:r>
            <a:r>
              <a:rPr sz="1100" spc="-4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传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04492" y="6398376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导外周触觉和压⼒感觉的粗纤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spc="-48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04444" y="6566013"/>
            <a:ext cx="2743835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兴奋能抑制传导痛觉和温度觉的细纤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(  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C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纤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spc="-4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上传兴奋信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号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以达到镇痛的⽬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731700" y="556969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803943" y="557937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31700" y="407468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802891" y="4084369"/>
            <a:ext cx="2425700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，5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731700" y="2717341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798000" y="2731695"/>
            <a:ext cx="82169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09732" y="507287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09732" y="362334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699415" y="15926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682188" y="1392714"/>
            <a:ext cx="42945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产后伤⼝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12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17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4120131" y="15924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11005925" y="1376648"/>
            <a:ext cx="33909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3500" b="1" spc="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3750" b="1" spc="-735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3750" b="1" spc="-82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镇</a:t>
            </a:r>
            <a:r>
              <a:rPr sz="3750" b="1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3750" b="1" spc="337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0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18</a:t>
            </a:r>
            <a:endParaRPr sz="2175" baseline="1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556618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4" y="0"/>
                </a:moveTo>
                <a:lnTo>
                  <a:pt x="156257" y="50306"/>
                </a:lnTo>
                <a:lnTo>
                  <a:pt x="171093" y="100182"/>
                </a:lnTo>
                <a:lnTo>
                  <a:pt x="183797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7" y="300158"/>
                </a:lnTo>
                <a:lnTo>
                  <a:pt x="211029" y="351462"/>
                </a:lnTo>
                <a:lnTo>
                  <a:pt x="211371" y="403767"/>
                </a:lnTo>
                <a:lnTo>
                  <a:pt x="208899" y="457311"/>
                </a:lnTo>
                <a:lnTo>
                  <a:pt x="198901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0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7" y="1279167"/>
                </a:lnTo>
                <a:lnTo>
                  <a:pt x="4067" y="1328374"/>
                </a:lnTo>
                <a:lnTo>
                  <a:pt x="2811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6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374434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3" y="0"/>
                </a:moveTo>
                <a:lnTo>
                  <a:pt x="55110" y="50306"/>
                </a:lnTo>
                <a:lnTo>
                  <a:pt x="40275" y="100182"/>
                </a:lnTo>
                <a:lnTo>
                  <a:pt x="27571" y="149867"/>
                </a:lnTo>
                <a:lnTo>
                  <a:pt x="17112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1" y="602010"/>
                </a:lnTo>
                <a:lnTo>
                  <a:pt x="45208" y="646672"/>
                </a:lnTo>
                <a:lnTo>
                  <a:pt x="59405" y="693968"/>
                </a:lnTo>
                <a:lnTo>
                  <a:pt x="74640" y="743516"/>
                </a:lnTo>
                <a:lnTo>
                  <a:pt x="90553" y="794937"/>
                </a:lnTo>
                <a:lnTo>
                  <a:pt x="106781" y="847850"/>
                </a:lnTo>
                <a:lnTo>
                  <a:pt x="122962" y="901873"/>
                </a:lnTo>
                <a:lnTo>
                  <a:pt x="138734" y="956627"/>
                </a:lnTo>
                <a:lnTo>
                  <a:pt x="153736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6" y="1425913"/>
                </a:lnTo>
                <a:lnTo>
                  <a:pt x="210733" y="1473380"/>
                </a:lnTo>
                <a:lnTo>
                  <a:pt x="211325" y="1520233"/>
                </a:lnTo>
                <a:lnTo>
                  <a:pt x="211370" y="1566659"/>
                </a:lnTo>
                <a:lnTo>
                  <a:pt x="210703" y="1612848"/>
                </a:lnTo>
                <a:lnTo>
                  <a:pt x="209163" y="1658991"/>
                </a:lnTo>
                <a:lnTo>
                  <a:pt x="206585" y="1705276"/>
                </a:lnTo>
                <a:lnTo>
                  <a:pt x="202807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1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511780" y="3728329"/>
            <a:ext cx="94431" cy="88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435422" y="4969461"/>
            <a:ext cx="247650" cy="438784"/>
          </a:xfrm>
          <a:custGeom>
            <a:avLst/>
            <a:gdLst/>
            <a:ahLst/>
            <a:cxnLst/>
            <a:rect l="l" t="t" r="r" b="b"/>
            <a:pathLst>
              <a:path w="247650" h="438785">
                <a:moveTo>
                  <a:pt x="1661" y="438224"/>
                </a:moveTo>
                <a:lnTo>
                  <a:pt x="728" y="396874"/>
                </a:lnTo>
                <a:lnTo>
                  <a:pt x="0" y="349579"/>
                </a:lnTo>
                <a:lnTo>
                  <a:pt x="145" y="298421"/>
                </a:lnTo>
                <a:lnTo>
                  <a:pt x="1837" y="245484"/>
                </a:lnTo>
                <a:lnTo>
                  <a:pt x="5746" y="192849"/>
                </a:lnTo>
                <a:lnTo>
                  <a:pt x="12542" y="142599"/>
                </a:lnTo>
                <a:lnTo>
                  <a:pt x="22897" y="96816"/>
                </a:lnTo>
                <a:lnTo>
                  <a:pt x="37482" y="57582"/>
                </a:lnTo>
                <a:lnTo>
                  <a:pt x="82025" y="7092"/>
                </a:lnTo>
                <a:lnTo>
                  <a:pt x="113326" y="0"/>
                </a:lnTo>
                <a:lnTo>
                  <a:pt x="140175" y="7095"/>
                </a:lnTo>
                <a:lnTo>
                  <a:pt x="182534" y="57592"/>
                </a:lnTo>
                <a:lnTo>
                  <a:pt x="198683" y="96816"/>
                </a:lnTo>
                <a:lnTo>
                  <a:pt x="211903" y="142570"/>
                </a:lnTo>
                <a:lnTo>
                  <a:pt x="222513" y="192766"/>
                </a:lnTo>
                <a:lnTo>
                  <a:pt x="230833" y="245315"/>
                </a:lnTo>
                <a:lnTo>
                  <a:pt x="237182" y="298127"/>
                </a:lnTo>
                <a:lnTo>
                  <a:pt x="241880" y="349114"/>
                </a:lnTo>
                <a:lnTo>
                  <a:pt x="245244" y="396185"/>
                </a:lnTo>
                <a:lnTo>
                  <a:pt x="247595" y="4372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900636" y="4585360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0" y="0"/>
                </a:moveTo>
                <a:lnTo>
                  <a:pt x="25069" y="44097"/>
                </a:lnTo>
                <a:lnTo>
                  <a:pt x="51632" y="87142"/>
                </a:lnTo>
                <a:lnTo>
                  <a:pt x="80234" y="128404"/>
                </a:lnTo>
                <a:lnTo>
                  <a:pt x="111424" y="167155"/>
                </a:lnTo>
                <a:lnTo>
                  <a:pt x="145747" y="202665"/>
                </a:lnTo>
                <a:lnTo>
                  <a:pt x="183751" y="234204"/>
                </a:lnTo>
                <a:lnTo>
                  <a:pt x="228697" y="263892"/>
                </a:lnTo>
                <a:lnTo>
                  <a:pt x="276161" y="289331"/>
                </a:lnTo>
                <a:lnTo>
                  <a:pt x="325809" y="310835"/>
                </a:lnTo>
                <a:lnTo>
                  <a:pt x="377312" y="328717"/>
                </a:lnTo>
                <a:lnTo>
                  <a:pt x="430338" y="343288"/>
                </a:lnTo>
                <a:lnTo>
                  <a:pt x="484557" y="3548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695315" y="4558219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484557" y="0"/>
                </a:moveTo>
                <a:lnTo>
                  <a:pt x="459487" y="44097"/>
                </a:lnTo>
                <a:lnTo>
                  <a:pt x="432924" y="87142"/>
                </a:lnTo>
                <a:lnTo>
                  <a:pt x="404322" y="128405"/>
                </a:lnTo>
                <a:lnTo>
                  <a:pt x="373133" y="167156"/>
                </a:lnTo>
                <a:lnTo>
                  <a:pt x="338809" y="202666"/>
                </a:lnTo>
                <a:lnTo>
                  <a:pt x="300805" y="234205"/>
                </a:lnTo>
                <a:lnTo>
                  <a:pt x="255859" y="263893"/>
                </a:lnTo>
                <a:lnTo>
                  <a:pt x="208395" y="289332"/>
                </a:lnTo>
                <a:lnTo>
                  <a:pt x="158747" y="310837"/>
                </a:lnTo>
                <a:lnTo>
                  <a:pt x="107244" y="328718"/>
                </a:lnTo>
                <a:lnTo>
                  <a:pt x="54218" y="343289"/>
                </a:lnTo>
                <a:lnTo>
                  <a:pt x="0" y="354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379776" y="4775605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33" y="0"/>
                </a:moveTo>
                <a:lnTo>
                  <a:pt x="13042" y="1682"/>
                </a:lnTo>
                <a:lnTo>
                  <a:pt x="6261" y="6263"/>
                </a:lnTo>
                <a:lnTo>
                  <a:pt x="1681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1" y="159448"/>
                </a:lnTo>
                <a:lnTo>
                  <a:pt x="6261" y="166230"/>
                </a:lnTo>
                <a:lnTo>
                  <a:pt x="13042" y="170811"/>
                </a:lnTo>
                <a:lnTo>
                  <a:pt x="21325" y="172493"/>
                </a:lnTo>
                <a:lnTo>
                  <a:pt x="29615" y="170811"/>
                </a:lnTo>
                <a:lnTo>
                  <a:pt x="36395" y="166230"/>
                </a:lnTo>
                <a:lnTo>
                  <a:pt x="40976" y="159448"/>
                </a:lnTo>
                <a:lnTo>
                  <a:pt x="42659" y="151164"/>
                </a:lnTo>
                <a:lnTo>
                  <a:pt x="42659" y="21327"/>
                </a:lnTo>
                <a:lnTo>
                  <a:pt x="40976" y="13045"/>
                </a:lnTo>
                <a:lnTo>
                  <a:pt x="36395" y="6263"/>
                </a:lnTo>
                <a:lnTo>
                  <a:pt x="29615" y="1682"/>
                </a:lnTo>
                <a:lnTo>
                  <a:pt x="2133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074643" y="4489405"/>
            <a:ext cx="327025" cy="295275"/>
          </a:xfrm>
          <a:custGeom>
            <a:avLst/>
            <a:gdLst/>
            <a:ahLst/>
            <a:cxnLst/>
            <a:rect l="l" t="t" r="r" b="b"/>
            <a:pathLst>
              <a:path w="327025" h="295275">
                <a:moveTo>
                  <a:pt x="0" y="0"/>
                </a:moveTo>
                <a:lnTo>
                  <a:pt x="44218" y="155"/>
                </a:lnTo>
                <a:lnTo>
                  <a:pt x="85720" y="4182"/>
                </a:lnTo>
                <a:lnTo>
                  <a:pt x="124441" y="12570"/>
                </a:lnTo>
                <a:lnTo>
                  <a:pt x="160319" y="25806"/>
                </a:lnTo>
                <a:lnTo>
                  <a:pt x="223285" y="68779"/>
                </a:lnTo>
                <a:lnTo>
                  <a:pt x="250247" y="99491"/>
                </a:lnTo>
                <a:lnTo>
                  <a:pt x="274109" y="137006"/>
                </a:lnTo>
                <a:lnTo>
                  <a:pt x="294807" y="181811"/>
                </a:lnTo>
                <a:lnTo>
                  <a:pt x="312278" y="234395"/>
                </a:lnTo>
                <a:lnTo>
                  <a:pt x="326458" y="2952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074643" y="4098884"/>
            <a:ext cx="327025" cy="685800"/>
          </a:xfrm>
          <a:custGeom>
            <a:avLst/>
            <a:gdLst/>
            <a:ahLst/>
            <a:cxnLst/>
            <a:rect l="l" t="t" r="r" b="b"/>
            <a:pathLst>
              <a:path w="327025" h="685800">
                <a:moveTo>
                  <a:pt x="0" y="0"/>
                </a:moveTo>
                <a:lnTo>
                  <a:pt x="47860" y="6670"/>
                </a:lnTo>
                <a:lnTo>
                  <a:pt x="90628" y="18628"/>
                </a:lnTo>
                <a:lnTo>
                  <a:pt x="128597" y="35477"/>
                </a:lnTo>
                <a:lnTo>
                  <a:pt x="162064" y="56821"/>
                </a:lnTo>
                <a:lnTo>
                  <a:pt x="191324" y="82262"/>
                </a:lnTo>
                <a:lnTo>
                  <a:pt x="216674" y="111404"/>
                </a:lnTo>
                <a:lnTo>
                  <a:pt x="238407" y="143849"/>
                </a:lnTo>
                <a:lnTo>
                  <a:pt x="256822" y="179202"/>
                </a:lnTo>
                <a:lnTo>
                  <a:pt x="272212" y="217066"/>
                </a:lnTo>
                <a:lnTo>
                  <a:pt x="284873" y="257043"/>
                </a:lnTo>
                <a:lnTo>
                  <a:pt x="295102" y="298737"/>
                </a:lnTo>
                <a:lnTo>
                  <a:pt x="303193" y="341751"/>
                </a:lnTo>
                <a:lnTo>
                  <a:pt x="309443" y="385688"/>
                </a:lnTo>
                <a:lnTo>
                  <a:pt x="314146" y="430151"/>
                </a:lnTo>
                <a:lnTo>
                  <a:pt x="317600" y="474744"/>
                </a:lnTo>
                <a:lnTo>
                  <a:pt x="320098" y="519070"/>
                </a:lnTo>
                <a:lnTo>
                  <a:pt x="321938" y="562733"/>
                </a:lnTo>
                <a:lnTo>
                  <a:pt x="323414" y="605334"/>
                </a:lnTo>
                <a:lnTo>
                  <a:pt x="324822" y="646478"/>
                </a:lnTo>
                <a:lnTo>
                  <a:pt x="326458" y="6857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851757" y="3987439"/>
            <a:ext cx="222886" cy="2228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131663" y="3987439"/>
            <a:ext cx="222886" cy="2228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851757" y="4377964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131663" y="4377964"/>
            <a:ext cx="222886" cy="2228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783870" y="4775605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27" y="0"/>
                </a:moveTo>
                <a:lnTo>
                  <a:pt x="13045" y="1682"/>
                </a:lnTo>
                <a:lnTo>
                  <a:pt x="6263" y="6263"/>
                </a:lnTo>
                <a:lnTo>
                  <a:pt x="1682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2" y="159448"/>
                </a:lnTo>
                <a:lnTo>
                  <a:pt x="6263" y="166230"/>
                </a:lnTo>
                <a:lnTo>
                  <a:pt x="13045" y="170811"/>
                </a:lnTo>
                <a:lnTo>
                  <a:pt x="21334" y="172493"/>
                </a:lnTo>
                <a:lnTo>
                  <a:pt x="29617" y="170811"/>
                </a:lnTo>
                <a:lnTo>
                  <a:pt x="36398" y="166230"/>
                </a:lnTo>
                <a:lnTo>
                  <a:pt x="40978" y="159448"/>
                </a:lnTo>
                <a:lnTo>
                  <a:pt x="42660" y="151164"/>
                </a:lnTo>
                <a:lnTo>
                  <a:pt x="42660" y="21327"/>
                </a:lnTo>
                <a:lnTo>
                  <a:pt x="40978" y="13045"/>
                </a:lnTo>
                <a:lnTo>
                  <a:pt x="36398" y="6263"/>
                </a:lnTo>
                <a:lnTo>
                  <a:pt x="29617" y="1682"/>
                </a:lnTo>
                <a:lnTo>
                  <a:pt x="2132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805205" y="4489405"/>
            <a:ext cx="327025" cy="295275"/>
          </a:xfrm>
          <a:custGeom>
            <a:avLst/>
            <a:gdLst/>
            <a:ahLst/>
            <a:cxnLst/>
            <a:rect l="l" t="t" r="r" b="b"/>
            <a:pathLst>
              <a:path w="327025" h="295275">
                <a:moveTo>
                  <a:pt x="326458" y="0"/>
                </a:moveTo>
                <a:lnTo>
                  <a:pt x="282240" y="155"/>
                </a:lnTo>
                <a:lnTo>
                  <a:pt x="240738" y="4182"/>
                </a:lnTo>
                <a:lnTo>
                  <a:pt x="202016" y="12570"/>
                </a:lnTo>
                <a:lnTo>
                  <a:pt x="166139" y="25806"/>
                </a:lnTo>
                <a:lnTo>
                  <a:pt x="103172" y="68779"/>
                </a:lnTo>
                <a:lnTo>
                  <a:pt x="76211" y="99491"/>
                </a:lnTo>
                <a:lnTo>
                  <a:pt x="52349" y="137006"/>
                </a:lnTo>
                <a:lnTo>
                  <a:pt x="31651" y="181811"/>
                </a:lnTo>
                <a:lnTo>
                  <a:pt x="14179" y="234395"/>
                </a:lnTo>
                <a:lnTo>
                  <a:pt x="0" y="2952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805205" y="4098884"/>
            <a:ext cx="327025" cy="685800"/>
          </a:xfrm>
          <a:custGeom>
            <a:avLst/>
            <a:gdLst/>
            <a:ahLst/>
            <a:cxnLst/>
            <a:rect l="l" t="t" r="r" b="b"/>
            <a:pathLst>
              <a:path w="327025" h="685800">
                <a:moveTo>
                  <a:pt x="326458" y="0"/>
                </a:moveTo>
                <a:lnTo>
                  <a:pt x="278597" y="6670"/>
                </a:lnTo>
                <a:lnTo>
                  <a:pt x="235830" y="18628"/>
                </a:lnTo>
                <a:lnTo>
                  <a:pt x="197860" y="35477"/>
                </a:lnTo>
                <a:lnTo>
                  <a:pt x="164393" y="56821"/>
                </a:lnTo>
                <a:lnTo>
                  <a:pt x="135133" y="82262"/>
                </a:lnTo>
                <a:lnTo>
                  <a:pt x="109783" y="111404"/>
                </a:lnTo>
                <a:lnTo>
                  <a:pt x="88050" y="143849"/>
                </a:lnTo>
                <a:lnTo>
                  <a:pt x="69635" y="179202"/>
                </a:lnTo>
                <a:lnTo>
                  <a:pt x="54245" y="217066"/>
                </a:lnTo>
                <a:lnTo>
                  <a:pt x="41584" y="257043"/>
                </a:lnTo>
                <a:lnTo>
                  <a:pt x="31356" y="298737"/>
                </a:lnTo>
                <a:lnTo>
                  <a:pt x="23264" y="341751"/>
                </a:lnTo>
                <a:lnTo>
                  <a:pt x="17015" y="385688"/>
                </a:lnTo>
                <a:lnTo>
                  <a:pt x="12311" y="430151"/>
                </a:lnTo>
                <a:lnTo>
                  <a:pt x="8858" y="474744"/>
                </a:lnTo>
                <a:lnTo>
                  <a:pt x="6359" y="519070"/>
                </a:lnTo>
                <a:lnTo>
                  <a:pt x="4520" y="562733"/>
                </a:lnTo>
                <a:lnTo>
                  <a:pt x="3044" y="605334"/>
                </a:lnTo>
                <a:lnTo>
                  <a:pt x="1635" y="646478"/>
                </a:lnTo>
                <a:lnTo>
                  <a:pt x="0" y="6857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146001" y="4243816"/>
            <a:ext cx="929640" cy="69850"/>
          </a:xfrm>
          <a:custGeom>
            <a:avLst/>
            <a:gdLst/>
            <a:ahLst/>
            <a:cxnLst/>
            <a:rect l="l" t="t" r="r" b="b"/>
            <a:pathLst>
              <a:path w="929639" h="69850">
                <a:moveTo>
                  <a:pt x="0" y="0"/>
                </a:moveTo>
                <a:lnTo>
                  <a:pt x="51297" y="16055"/>
                </a:lnTo>
                <a:lnTo>
                  <a:pt x="101964" y="29794"/>
                </a:lnTo>
                <a:lnTo>
                  <a:pt x="152064" y="41315"/>
                </a:lnTo>
                <a:lnTo>
                  <a:pt x="201662" y="50714"/>
                </a:lnTo>
                <a:lnTo>
                  <a:pt x="250824" y="58090"/>
                </a:lnTo>
                <a:lnTo>
                  <a:pt x="299614" y="63540"/>
                </a:lnTo>
                <a:lnTo>
                  <a:pt x="348098" y="67160"/>
                </a:lnTo>
                <a:lnTo>
                  <a:pt x="396340" y="69049"/>
                </a:lnTo>
                <a:lnTo>
                  <a:pt x="444406" y="69304"/>
                </a:lnTo>
                <a:lnTo>
                  <a:pt x="492360" y="68022"/>
                </a:lnTo>
                <a:lnTo>
                  <a:pt x="540267" y="65300"/>
                </a:lnTo>
                <a:lnTo>
                  <a:pt x="588192" y="61236"/>
                </a:lnTo>
                <a:lnTo>
                  <a:pt x="636201" y="55928"/>
                </a:lnTo>
                <a:lnTo>
                  <a:pt x="684358" y="49472"/>
                </a:lnTo>
                <a:lnTo>
                  <a:pt x="732729" y="41967"/>
                </a:lnTo>
                <a:lnTo>
                  <a:pt x="781377" y="33508"/>
                </a:lnTo>
                <a:lnTo>
                  <a:pt x="830369" y="24195"/>
                </a:lnTo>
                <a:lnTo>
                  <a:pt x="879769" y="14123"/>
                </a:lnTo>
                <a:lnTo>
                  <a:pt x="929642" y="339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254489" y="4237527"/>
            <a:ext cx="25400" cy="97155"/>
          </a:xfrm>
          <a:custGeom>
            <a:avLst/>
            <a:gdLst/>
            <a:ahLst/>
            <a:cxnLst/>
            <a:rect l="l" t="t" r="r" b="b"/>
            <a:pathLst>
              <a:path w="25400" h="97154">
                <a:moveTo>
                  <a:pt x="25069" y="0"/>
                </a:moveTo>
                <a:lnTo>
                  <a:pt x="9748" y="23231"/>
                </a:lnTo>
                <a:lnTo>
                  <a:pt x="1793" y="46196"/>
                </a:lnTo>
                <a:lnTo>
                  <a:pt x="0" y="70233"/>
                </a:lnTo>
                <a:lnTo>
                  <a:pt x="3163" y="966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335827" y="4256733"/>
            <a:ext cx="25400" cy="97155"/>
          </a:xfrm>
          <a:custGeom>
            <a:avLst/>
            <a:gdLst/>
            <a:ahLst/>
            <a:cxnLst/>
            <a:rect l="l" t="t" r="r" b="b"/>
            <a:pathLst>
              <a:path w="25400" h="97154">
                <a:moveTo>
                  <a:pt x="25069" y="0"/>
                </a:moveTo>
                <a:lnTo>
                  <a:pt x="9748" y="23231"/>
                </a:lnTo>
                <a:lnTo>
                  <a:pt x="1793" y="46195"/>
                </a:lnTo>
                <a:lnTo>
                  <a:pt x="0" y="70232"/>
                </a:lnTo>
                <a:lnTo>
                  <a:pt x="3163" y="966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426974" y="4262220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17402" y="0"/>
                </a:moveTo>
                <a:lnTo>
                  <a:pt x="5063" y="24942"/>
                </a:lnTo>
                <a:lnTo>
                  <a:pt x="0" y="48712"/>
                </a:lnTo>
                <a:lnTo>
                  <a:pt x="1182" y="72786"/>
                </a:lnTo>
                <a:lnTo>
                  <a:pt x="7582" y="9864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518683" y="4261305"/>
            <a:ext cx="18415" cy="99060"/>
          </a:xfrm>
          <a:custGeom>
            <a:avLst/>
            <a:gdLst/>
            <a:ahLst/>
            <a:cxnLst/>
            <a:rect l="l" t="t" r="r" b="b"/>
            <a:pathLst>
              <a:path w="18414" h="99060">
                <a:moveTo>
                  <a:pt x="17849" y="0"/>
                </a:moveTo>
                <a:lnTo>
                  <a:pt x="5281" y="24829"/>
                </a:lnTo>
                <a:lnTo>
                  <a:pt x="0" y="48551"/>
                </a:lnTo>
                <a:lnTo>
                  <a:pt x="962" y="72636"/>
                </a:lnTo>
                <a:lnTo>
                  <a:pt x="7125" y="985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604372" y="4267559"/>
            <a:ext cx="13970" cy="99695"/>
          </a:xfrm>
          <a:custGeom>
            <a:avLst/>
            <a:gdLst/>
            <a:ahLst/>
            <a:cxnLst/>
            <a:rect l="l" t="t" r="r" b="b"/>
            <a:pathLst>
              <a:path w="13970" h="99695">
                <a:moveTo>
                  <a:pt x="13639" y="0"/>
                </a:moveTo>
                <a:lnTo>
                  <a:pt x="3236" y="25810"/>
                </a:lnTo>
                <a:lnTo>
                  <a:pt x="0" y="49896"/>
                </a:lnTo>
                <a:lnTo>
                  <a:pt x="3015" y="73810"/>
                </a:lnTo>
                <a:lnTo>
                  <a:pt x="11367" y="991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694158" y="4267524"/>
            <a:ext cx="13970" cy="99695"/>
          </a:xfrm>
          <a:custGeom>
            <a:avLst/>
            <a:gdLst/>
            <a:ahLst/>
            <a:cxnLst/>
            <a:rect l="l" t="t" r="r" b="b"/>
            <a:pathLst>
              <a:path w="13970" h="99695">
                <a:moveTo>
                  <a:pt x="13565" y="0"/>
                </a:moveTo>
                <a:lnTo>
                  <a:pt x="3201" y="25825"/>
                </a:lnTo>
                <a:lnTo>
                  <a:pt x="0" y="49916"/>
                </a:lnTo>
                <a:lnTo>
                  <a:pt x="3049" y="73826"/>
                </a:lnTo>
                <a:lnTo>
                  <a:pt x="11438" y="9910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817358" y="4252464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7423" y="0"/>
                </a:moveTo>
                <a:lnTo>
                  <a:pt x="261" y="26891"/>
                </a:lnTo>
                <a:lnTo>
                  <a:pt x="0" y="51194"/>
                </a:lnTo>
                <a:lnTo>
                  <a:pt x="5921" y="74560"/>
                </a:lnTo>
                <a:lnTo>
                  <a:pt x="17308" y="9864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904834" y="4236591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7063" y="0"/>
                </a:moveTo>
                <a:lnTo>
                  <a:pt x="90" y="26940"/>
                </a:lnTo>
                <a:lnTo>
                  <a:pt x="0" y="51244"/>
                </a:lnTo>
                <a:lnTo>
                  <a:pt x="6086" y="74567"/>
                </a:lnTo>
                <a:lnTo>
                  <a:pt x="17644" y="985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534262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4" y="0"/>
                </a:moveTo>
                <a:lnTo>
                  <a:pt x="156257" y="50306"/>
                </a:lnTo>
                <a:lnTo>
                  <a:pt x="171093" y="100182"/>
                </a:lnTo>
                <a:lnTo>
                  <a:pt x="183797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6" y="300158"/>
                </a:lnTo>
                <a:lnTo>
                  <a:pt x="211028" y="351462"/>
                </a:lnTo>
                <a:lnTo>
                  <a:pt x="211370" y="403767"/>
                </a:lnTo>
                <a:lnTo>
                  <a:pt x="208899" y="457311"/>
                </a:lnTo>
                <a:lnTo>
                  <a:pt x="198901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0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7" y="1279167"/>
                </a:lnTo>
                <a:lnTo>
                  <a:pt x="4067" y="1328374"/>
                </a:lnTo>
                <a:lnTo>
                  <a:pt x="2811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6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0352078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2" y="0"/>
                </a:moveTo>
                <a:lnTo>
                  <a:pt x="55109" y="50306"/>
                </a:lnTo>
                <a:lnTo>
                  <a:pt x="40274" y="100182"/>
                </a:lnTo>
                <a:lnTo>
                  <a:pt x="27570" y="149867"/>
                </a:lnTo>
                <a:lnTo>
                  <a:pt x="17111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2" y="602010"/>
                </a:lnTo>
                <a:lnTo>
                  <a:pt x="45208" y="646672"/>
                </a:lnTo>
                <a:lnTo>
                  <a:pt x="59405" y="693968"/>
                </a:lnTo>
                <a:lnTo>
                  <a:pt x="74640" y="743516"/>
                </a:lnTo>
                <a:lnTo>
                  <a:pt x="90553" y="794937"/>
                </a:lnTo>
                <a:lnTo>
                  <a:pt x="106781" y="847850"/>
                </a:lnTo>
                <a:lnTo>
                  <a:pt x="122962" y="901873"/>
                </a:lnTo>
                <a:lnTo>
                  <a:pt x="138734" y="956627"/>
                </a:lnTo>
                <a:lnTo>
                  <a:pt x="153736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6" y="1425913"/>
                </a:lnTo>
                <a:lnTo>
                  <a:pt x="210733" y="1473380"/>
                </a:lnTo>
                <a:lnTo>
                  <a:pt x="211325" y="1520233"/>
                </a:lnTo>
                <a:lnTo>
                  <a:pt x="211370" y="1566659"/>
                </a:lnTo>
                <a:lnTo>
                  <a:pt x="210703" y="1612848"/>
                </a:lnTo>
                <a:lnTo>
                  <a:pt x="209163" y="1658991"/>
                </a:lnTo>
                <a:lnTo>
                  <a:pt x="206585" y="1705276"/>
                </a:lnTo>
                <a:lnTo>
                  <a:pt x="202808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2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013172" y="4838547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33" y="0"/>
                </a:moveTo>
                <a:lnTo>
                  <a:pt x="13043" y="1682"/>
                </a:lnTo>
                <a:lnTo>
                  <a:pt x="6262" y="6263"/>
                </a:lnTo>
                <a:lnTo>
                  <a:pt x="1681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1" y="159448"/>
                </a:lnTo>
                <a:lnTo>
                  <a:pt x="6262" y="166230"/>
                </a:lnTo>
                <a:lnTo>
                  <a:pt x="13043" y="170811"/>
                </a:lnTo>
                <a:lnTo>
                  <a:pt x="21327" y="172493"/>
                </a:lnTo>
                <a:lnTo>
                  <a:pt x="29615" y="170811"/>
                </a:lnTo>
                <a:lnTo>
                  <a:pt x="36397" y="166230"/>
                </a:lnTo>
                <a:lnTo>
                  <a:pt x="40978" y="159448"/>
                </a:lnTo>
                <a:lnTo>
                  <a:pt x="42660" y="151164"/>
                </a:lnTo>
                <a:lnTo>
                  <a:pt x="42660" y="21327"/>
                </a:lnTo>
                <a:lnTo>
                  <a:pt x="40978" y="13045"/>
                </a:lnTo>
                <a:lnTo>
                  <a:pt x="36397" y="6263"/>
                </a:lnTo>
                <a:lnTo>
                  <a:pt x="29615" y="1682"/>
                </a:lnTo>
                <a:lnTo>
                  <a:pt x="2133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9931636" y="4189770"/>
            <a:ext cx="160655" cy="658495"/>
          </a:xfrm>
          <a:custGeom>
            <a:avLst/>
            <a:gdLst/>
            <a:ahLst/>
            <a:cxnLst/>
            <a:rect l="l" t="t" r="r" b="b"/>
            <a:pathLst>
              <a:path w="160654" h="658495">
                <a:moveTo>
                  <a:pt x="0" y="0"/>
                </a:moveTo>
                <a:lnTo>
                  <a:pt x="66957" y="7925"/>
                </a:lnTo>
                <a:lnTo>
                  <a:pt x="113791" y="39818"/>
                </a:lnTo>
                <a:lnTo>
                  <a:pt x="143154" y="92394"/>
                </a:lnTo>
                <a:lnTo>
                  <a:pt x="157700" y="162372"/>
                </a:lnTo>
                <a:lnTo>
                  <a:pt x="160245" y="202860"/>
                </a:lnTo>
                <a:lnTo>
                  <a:pt x="160082" y="246468"/>
                </a:lnTo>
                <a:lnTo>
                  <a:pt x="157540" y="292785"/>
                </a:lnTo>
                <a:lnTo>
                  <a:pt x="152952" y="341400"/>
                </a:lnTo>
                <a:lnTo>
                  <a:pt x="146651" y="391903"/>
                </a:lnTo>
                <a:lnTo>
                  <a:pt x="138966" y="443884"/>
                </a:lnTo>
                <a:lnTo>
                  <a:pt x="130230" y="496933"/>
                </a:lnTo>
                <a:lnTo>
                  <a:pt x="120776" y="550639"/>
                </a:lnTo>
                <a:lnTo>
                  <a:pt x="110933" y="604592"/>
                </a:lnTo>
                <a:lnTo>
                  <a:pt x="101034" y="6583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931636" y="3799249"/>
            <a:ext cx="223520" cy="1049020"/>
          </a:xfrm>
          <a:custGeom>
            <a:avLst/>
            <a:gdLst/>
            <a:ahLst/>
            <a:cxnLst/>
            <a:rect l="l" t="t" r="r" b="b"/>
            <a:pathLst>
              <a:path w="223520" h="1049020">
                <a:moveTo>
                  <a:pt x="0" y="0"/>
                </a:moveTo>
                <a:lnTo>
                  <a:pt x="71235" y="10908"/>
                </a:lnTo>
                <a:lnTo>
                  <a:pt x="126879" y="41680"/>
                </a:lnTo>
                <a:lnTo>
                  <a:pt x="168389" y="89733"/>
                </a:lnTo>
                <a:lnTo>
                  <a:pt x="197221" y="152483"/>
                </a:lnTo>
                <a:lnTo>
                  <a:pt x="214832" y="227346"/>
                </a:lnTo>
                <a:lnTo>
                  <a:pt x="219885" y="268514"/>
                </a:lnTo>
                <a:lnTo>
                  <a:pt x="222679" y="311741"/>
                </a:lnTo>
                <a:lnTo>
                  <a:pt x="223397" y="356706"/>
                </a:lnTo>
                <a:lnTo>
                  <a:pt x="222220" y="403084"/>
                </a:lnTo>
                <a:lnTo>
                  <a:pt x="219330" y="450554"/>
                </a:lnTo>
                <a:lnTo>
                  <a:pt x="214909" y="498793"/>
                </a:lnTo>
                <a:lnTo>
                  <a:pt x="209141" y="547476"/>
                </a:lnTo>
                <a:lnTo>
                  <a:pt x="202206" y="596283"/>
                </a:lnTo>
                <a:lnTo>
                  <a:pt x="194287" y="644889"/>
                </a:lnTo>
                <a:lnTo>
                  <a:pt x="185566" y="692972"/>
                </a:lnTo>
                <a:lnTo>
                  <a:pt x="176225" y="740209"/>
                </a:lnTo>
                <a:lnTo>
                  <a:pt x="166446" y="786277"/>
                </a:lnTo>
                <a:lnTo>
                  <a:pt x="156412" y="830853"/>
                </a:lnTo>
                <a:lnTo>
                  <a:pt x="146304" y="873615"/>
                </a:lnTo>
                <a:lnTo>
                  <a:pt x="136305" y="914239"/>
                </a:lnTo>
                <a:lnTo>
                  <a:pt x="126596" y="952403"/>
                </a:lnTo>
                <a:lnTo>
                  <a:pt x="108779" y="1020057"/>
                </a:lnTo>
                <a:lnTo>
                  <a:pt x="101034" y="104890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708750" y="3687804"/>
            <a:ext cx="222886" cy="2228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9225195" y="3677875"/>
            <a:ext cx="222886" cy="2228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9708750" y="4078329"/>
            <a:ext cx="222886" cy="2228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225195" y="4068400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8900752" y="4942361"/>
            <a:ext cx="1287145" cy="161290"/>
          </a:xfrm>
          <a:custGeom>
            <a:avLst/>
            <a:gdLst/>
            <a:ahLst/>
            <a:cxnLst/>
            <a:rect l="l" t="t" r="r" b="b"/>
            <a:pathLst>
              <a:path w="1287145" h="161289">
                <a:moveTo>
                  <a:pt x="0" y="0"/>
                </a:moveTo>
                <a:lnTo>
                  <a:pt x="31193" y="33850"/>
                </a:lnTo>
                <a:lnTo>
                  <a:pt x="67711" y="62965"/>
                </a:lnTo>
                <a:lnTo>
                  <a:pt x="108497" y="87817"/>
                </a:lnTo>
                <a:lnTo>
                  <a:pt x="152495" y="108881"/>
                </a:lnTo>
                <a:lnTo>
                  <a:pt x="198648" y="126632"/>
                </a:lnTo>
                <a:lnTo>
                  <a:pt x="245900" y="141543"/>
                </a:lnTo>
                <a:lnTo>
                  <a:pt x="293194" y="154090"/>
                </a:lnTo>
                <a:lnTo>
                  <a:pt x="338476" y="161285"/>
                </a:lnTo>
                <a:lnTo>
                  <a:pt x="383620" y="161244"/>
                </a:lnTo>
                <a:lnTo>
                  <a:pt x="428558" y="154892"/>
                </a:lnTo>
                <a:lnTo>
                  <a:pt x="473222" y="143153"/>
                </a:lnTo>
                <a:lnTo>
                  <a:pt x="517544" y="126948"/>
                </a:lnTo>
                <a:lnTo>
                  <a:pt x="561455" y="107203"/>
                </a:lnTo>
                <a:lnTo>
                  <a:pt x="604887" y="84839"/>
                </a:lnTo>
                <a:lnTo>
                  <a:pt x="647772" y="60782"/>
                </a:lnTo>
                <a:lnTo>
                  <a:pt x="686711" y="79201"/>
                </a:lnTo>
                <a:lnTo>
                  <a:pt x="729615" y="97774"/>
                </a:lnTo>
                <a:lnTo>
                  <a:pt x="775649" y="115534"/>
                </a:lnTo>
                <a:lnTo>
                  <a:pt x="823979" y="131515"/>
                </a:lnTo>
                <a:lnTo>
                  <a:pt x="873771" y="144753"/>
                </a:lnTo>
                <a:lnTo>
                  <a:pt x="924190" y="154280"/>
                </a:lnTo>
                <a:lnTo>
                  <a:pt x="974402" y="159132"/>
                </a:lnTo>
                <a:lnTo>
                  <a:pt x="1023573" y="158342"/>
                </a:lnTo>
                <a:lnTo>
                  <a:pt x="1067787" y="152276"/>
                </a:lnTo>
                <a:lnTo>
                  <a:pt x="1112744" y="141013"/>
                </a:lnTo>
                <a:lnTo>
                  <a:pt x="1156681" y="124406"/>
                </a:lnTo>
                <a:lnTo>
                  <a:pt x="1197834" y="102306"/>
                </a:lnTo>
                <a:lnTo>
                  <a:pt x="1234440" y="74567"/>
                </a:lnTo>
                <a:lnTo>
                  <a:pt x="1264734" y="41042"/>
                </a:lnTo>
                <a:lnTo>
                  <a:pt x="1286953" y="158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548524" y="4739048"/>
            <a:ext cx="0" cy="264160"/>
          </a:xfrm>
          <a:custGeom>
            <a:avLst/>
            <a:gdLst/>
            <a:ahLst/>
            <a:cxnLst/>
            <a:rect l="l" t="t" r="r" b="b"/>
            <a:pathLst>
              <a:path h="264160">
                <a:moveTo>
                  <a:pt x="0" y="264095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460929" y="5050185"/>
            <a:ext cx="32384" cy="440690"/>
          </a:xfrm>
          <a:custGeom>
            <a:avLst/>
            <a:gdLst/>
            <a:ahLst/>
            <a:cxnLst/>
            <a:rect l="l" t="t" r="r" b="b"/>
            <a:pathLst>
              <a:path w="32384" h="440689">
                <a:moveTo>
                  <a:pt x="31906" y="440171"/>
                </a:moveTo>
                <a:lnTo>
                  <a:pt x="31545" y="389521"/>
                </a:lnTo>
                <a:lnTo>
                  <a:pt x="31263" y="339076"/>
                </a:lnTo>
                <a:lnTo>
                  <a:pt x="30607" y="288528"/>
                </a:lnTo>
                <a:lnTo>
                  <a:pt x="29127" y="237565"/>
                </a:lnTo>
                <a:lnTo>
                  <a:pt x="26370" y="185878"/>
                </a:lnTo>
                <a:lnTo>
                  <a:pt x="22774" y="139771"/>
                </a:lnTo>
                <a:lnTo>
                  <a:pt x="17653" y="92590"/>
                </a:lnTo>
                <a:lnTo>
                  <a:pt x="10298" y="45584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599853" y="5042250"/>
            <a:ext cx="27305" cy="441325"/>
          </a:xfrm>
          <a:custGeom>
            <a:avLst/>
            <a:gdLst/>
            <a:ahLst/>
            <a:cxnLst/>
            <a:rect l="l" t="t" r="r" b="b"/>
            <a:pathLst>
              <a:path w="27304" h="441325">
                <a:moveTo>
                  <a:pt x="0" y="440970"/>
                </a:moveTo>
                <a:lnTo>
                  <a:pt x="360" y="390319"/>
                </a:lnTo>
                <a:lnTo>
                  <a:pt x="643" y="339874"/>
                </a:lnTo>
                <a:lnTo>
                  <a:pt x="1298" y="289324"/>
                </a:lnTo>
                <a:lnTo>
                  <a:pt x="2779" y="238362"/>
                </a:lnTo>
                <a:lnTo>
                  <a:pt x="5537" y="186678"/>
                </a:lnTo>
                <a:lnTo>
                  <a:pt x="8974" y="139197"/>
                </a:lnTo>
                <a:lnTo>
                  <a:pt x="13403" y="89655"/>
                </a:lnTo>
                <a:lnTo>
                  <a:pt x="19206" y="41954"/>
                </a:lnTo>
                <a:lnTo>
                  <a:pt x="26762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038447" y="4838547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27" y="0"/>
                </a:moveTo>
                <a:lnTo>
                  <a:pt x="13045" y="1682"/>
                </a:lnTo>
                <a:lnTo>
                  <a:pt x="6263" y="6263"/>
                </a:lnTo>
                <a:lnTo>
                  <a:pt x="1682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2" y="159448"/>
                </a:lnTo>
                <a:lnTo>
                  <a:pt x="6263" y="166230"/>
                </a:lnTo>
                <a:lnTo>
                  <a:pt x="13045" y="170811"/>
                </a:lnTo>
                <a:lnTo>
                  <a:pt x="21333" y="172493"/>
                </a:lnTo>
                <a:lnTo>
                  <a:pt x="29616" y="170811"/>
                </a:lnTo>
                <a:lnTo>
                  <a:pt x="36398" y="166230"/>
                </a:lnTo>
                <a:lnTo>
                  <a:pt x="40978" y="159448"/>
                </a:lnTo>
                <a:lnTo>
                  <a:pt x="42660" y="151164"/>
                </a:lnTo>
                <a:lnTo>
                  <a:pt x="42660" y="21327"/>
                </a:lnTo>
                <a:lnTo>
                  <a:pt x="40978" y="13045"/>
                </a:lnTo>
                <a:lnTo>
                  <a:pt x="36398" y="6263"/>
                </a:lnTo>
                <a:lnTo>
                  <a:pt x="29616" y="1682"/>
                </a:lnTo>
                <a:lnTo>
                  <a:pt x="2132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024615" y="4179841"/>
            <a:ext cx="200660" cy="668655"/>
          </a:xfrm>
          <a:custGeom>
            <a:avLst/>
            <a:gdLst/>
            <a:ahLst/>
            <a:cxnLst/>
            <a:rect l="l" t="t" r="r" b="b"/>
            <a:pathLst>
              <a:path w="200659" h="668654">
                <a:moveTo>
                  <a:pt x="200579" y="0"/>
                </a:moveTo>
                <a:lnTo>
                  <a:pt x="131416" y="8267"/>
                </a:lnTo>
                <a:lnTo>
                  <a:pt x="78673" y="41073"/>
                </a:lnTo>
                <a:lnTo>
                  <a:pt x="40755" y="94970"/>
                </a:lnTo>
                <a:lnTo>
                  <a:pt x="16067" y="166514"/>
                </a:lnTo>
                <a:lnTo>
                  <a:pt x="8185" y="207826"/>
                </a:lnTo>
                <a:lnTo>
                  <a:pt x="3013" y="252258"/>
                </a:lnTo>
                <a:lnTo>
                  <a:pt x="351" y="299378"/>
                </a:lnTo>
                <a:lnTo>
                  <a:pt x="0" y="348755"/>
                </a:lnTo>
                <a:lnTo>
                  <a:pt x="1759" y="399960"/>
                </a:lnTo>
                <a:lnTo>
                  <a:pt x="5431" y="452561"/>
                </a:lnTo>
                <a:lnTo>
                  <a:pt x="10815" y="506127"/>
                </a:lnTo>
                <a:lnTo>
                  <a:pt x="17712" y="560228"/>
                </a:lnTo>
                <a:lnTo>
                  <a:pt x="25923" y="614432"/>
                </a:lnTo>
                <a:lnTo>
                  <a:pt x="35248" y="66831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971953" y="3789320"/>
            <a:ext cx="253365" cy="1070610"/>
          </a:xfrm>
          <a:custGeom>
            <a:avLst/>
            <a:gdLst/>
            <a:ahLst/>
            <a:cxnLst/>
            <a:rect l="l" t="t" r="r" b="b"/>
            <a:pathLst>
              <a:path w="253365" h="1070610">
                <a:moveTo>
                  <a:pt x="253240" y="0"/>
                </a:moveTo>
                <a:lnTo>
                  <a:pt x="181127" y="11203"/>
                </a:lnTo>
                <a:lnTo>
                  <a:pt x="123018" y="42802"/>
                </a:lnTo>
                <a:lnTo>
                  <a:pt x="77711" y="92129"/>
                </a:lnTo>
                <a:lnTo>
                  <a:pt x="44004" y="156516"/>
                </a:lnTo>
                <a:lnTo>
                  <a:pt x="31124" y="193522"/>
                </a:lnTo>
                <a:lnTo>
                  <a:pt x="20692" y="233293"/>
                </a:lnTo>
                <a:lnTo>
                  <a:pt x="12559" y="275495"/>
                </a:lnTo>
                <a:lnTo>
                  <a:pt x="6573" y="319793"/>
                </a:lnTo>
                <a:lnTo>
                  <a:pt x="2585" y="365856"/>
                </a:lnTo>
                <a:lnTo>
                  <a:pt x="444" y="413348"/>
                </a:lnTo>
                <a:lnTo>
                  <a:pt x="0" y="461938"/>
                </a:lnTo>
                <a:lnTo>
                  <a:pt x="1101" y="511290"/>
                </a:lnTo>
                <a:lnTo>
                  <a:pt x="3599" y="561072"/>
                </a:lnTo>
                <a:lnTo>
                  <a:pt x="7343" y="610949"/>
                </a:lnTo>
                <a:lnTo>
                  <a:pt x="12181" y="660590"/>
                </a:lnTo>
                <a:lnTo>
                  <a:pt x="17965" y="709659"/>
                </a:lnTo>
                <a:lnTo>
                  <a:pt x="24543" y="757824"/>
                </a:lnTo>
                <a:lnTo>
                  <a:pt x="31765" y="804750"/>
                </a:lnTo>
                <a:lnTo>
                  <a:pt x="39480" y="850105"/>
                </a:lnTo>
                <a:lnTo>
                  <a:pt x="47539" y="893555"/>
                </a:lnTo>
                <a:lnTo>
                  <a:pt x="55790" y="934766"/>
                </a:lnTo>
                <a:lnTo>
                  <a:pt x="64085" y="973405"/>
                </a:lnTo>
                <a:lnTo>
                  <a:pt x="80199" y="1041633"/>
                </a:lnTo>
                <a:lnTo>
                  <a:pt x="87719" y="107055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2597152" y="7866965"/>
            <a:ext cx="4591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2100555" y="7865489"/>
            <a:ext cx="49339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98224" y="5909986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7470" y="6250655"/>
            <a:ext cx="2318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骶尾处贴⼀⽚电极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右侧腹股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沟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7444" y="6476202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缘</a:t>
            </a:r>
            <a:r>
              <a:rPr sz="1200" spc="5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2～3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横指处贴⼀⽚电极⽚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7414" y="6701749"/>
            <a:ext cx="1438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右⼩腿上下各⼀⽚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14552" y="589479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804566" y="6267364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脉冲电流刺激坐⻣神经产⽣异样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这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04538" y="6494798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感觉易耐且可取代疼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从⽽有效缓解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04518" y="6722229"/>
            <a:ext cx="14808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固性坐⻣神经性疼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31700" y="589354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803943" y="590322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731700" y="439854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802891" y="4408222"/>
            <a:ext cx="2455545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⼀天⼀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15-20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731700" y="304119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798000" y="3055546"/>
            <a:ext cx="896619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09732" y="539691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09732" y="394720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11901" y="4381475"/>
            <a:ext cx="7969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8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时: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3623" y="6169455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通过低频的电刺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⼀⽅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促进⼤脑释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放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3593" y="6396889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内咖肽减轻趾⻣分离软组织损伤引起的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疼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3569" y="6624323"/>
            <a:ext cx="2790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另⼀⽅⾯加速⾎液循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促进新陈代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3540" y="6851753"/>
            <a:ext cx="14808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加速损伤组织的修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74860" y="5909986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4106" y="6251569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耻⻣联合两侧腹股沟处各贴⼀⽚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4084" y="6522228"/>
            <a:ext cx="2320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极⽚</a:t>
            </a:r>
            <a:r>
              <a:rPr sz="1200" spc="-5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骶尾两侧各贴⼀⽚电极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91188" y="589479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7442" y="579563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72251" y="580531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97442" y="40125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11885" y="4022186"/>
            <a:ext cx="215963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algun Gothic" panose="020B0503020000020004" charset="-127"/>
                <a:cs typeface="Malgun Gothic" panose="020B0503020000020004" charset="-127"/>
              </a:rPr>
              <a:t>/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8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，20-30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algun Gothic" panose="020B0503020000020004" charset="-127"/>
                <a:cs typeface="Malgun Gothic" panose="020B0503020000020004" charset="-127"/>
              </a:rPr>
              <a:t>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0100" y="2704316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69357" y="2718670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662" y="5370939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2662" y="355947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003942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82188" y="1392714"/>
            <a:ext cx="45986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耻⻣联合分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</a:t>
            </a:r>
            <a:r>
              <a:rPr sz="2500" b="1" spc="7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19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0079253" y="1401977"/>
            <a:ext cx="4325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坐⻣神经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24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20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4556618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4" y="0"/>
                </a:moveTo>
                <a:lnTo>
                  <a:pt x="156257" y="50306"/>
                </a:lnTo>
                <a:lnTo>
                  <a:pt x="171093" y="100182"/>
                </a:lnTo>
                <a:lnTo>
                  <a:pt x="183797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7" y="300158"/>
                </a:lnTo>
                <a:lnTo>
                  <a:pt x="211029" y="351462"/>
                </a:lnTo>
                <a:lnTo>
                  <a:pt x="211371" y="403767"/>
                </a:lnTo>
                <a:lnTo>
                  <a:pt x="208899" y="457311"/>
                </a:lnTo>
                <a:lnTo>
                  <a:pt x="198901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0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7" y="1279167"/>
                </a:lnTo>
                <a:lnTo>
                  <a:pt x="4067" y="1328374"/>
                </a:lnTo>
                <a:lnTo>
                  <a:pt x="2811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6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374434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3" y="0"/>
                </a:moveTo>
                <a:lnTo>
                  <a:pt x="55110" y="50306"/>
                </a:lnTo>
                <a:lnTo>
                  <a:pt x="40275" y="100182"/>
                </a:lnTo>
                <a:lnTo>
                  <a:pt x="27571" y="149867"/>
                </a:lnTo>
                <a:lnTo>
                  <a:pt x="17112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1" y="602010"/>
                </a:lnTo>
                <a:lnTo>
                  <a:pt x="45208" y="646672"/>
                </a:lnTo>
                <a:lnTo>
                  <a:pt x="59405" y="693968"/>
                </a:lnTo>
                <a:lnTo>
                  <a:pt x="74640" y="743516"/>
                </a:lnTo>
                <a:lnTo>
                  <a:pt x="90553" y="794937"/>
                </a:lnTo>
                <a:lnTo>
                  <a:pt x="106781" y="847850"/>
                </a:lnTo>
                <a:lnTo>
                  <a:pt x="122962" y="901873"/>
                </a:lnTo>
                <a:lnTo>
                  <a:pt x="138734" y="956627"/>
                </a:lnTo>
                <a:lnTo>
                  <a:pt x="153736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6" y="1425913"/>
                </a:lnTo>
                <a:lnTo>
                  <a:pt x="210733" y="1473380"/>
                </a:lnTo>
                <a:lnTo>
                  <a:pt x="211325" y="1520233"/>
                </a:lnTo>
                <a:lnTo>
                  <a:pt x="211370" y="1566659"/>
                </a:lnTo>
                <a:lnTo>
                  <a:pt x="210703" y="1612848"/>
                </a:lnTo>
                <a:lnTo>
                  <a:pt x="209163" y="1658991"/>
                </a:lnTo>
                <a:lnTo>
                  <a:pt x="206585" y="1705276"/>
                </a:lnTo>
                <a:lnTo>
                  <a:pt x="202807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1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511780" y="3728329"/>
            <a:ext cx="94431" cy="88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435422" y="4969461"/>
            <a:ext cx="247650" cy="438784"/>
          </a:xfrm>
          <a:custGeom>
            <a:avLst/>
            <a:gdLst/>
            <a:ahLst/>
            <a:cxnLst/>
            <a:rect l="l" t="t" r="r" b="b"/>
            <a:pathLst>
              <a:path w="247650" h="438785">
                <a:moveTo>
                  <a:pt x="1661" y="438224"/>
                </a:moveTo>
                <a:lnTo>
                  <a:pt x="728" y="396874"/>
                </a:lnTo>
                <a:lnTo>
                  <a:pt x="0" y="349579"/>
                </a:lnTo>
                <a:lnTo>
                  <a:pt x="145" y="298421"/>
                </a:lnTo>
                <a:lnTo>
                  <a:pt x="1837" y="245484"/>
                </a:lnTo>
                <a:lnTo>
                  <a:pt x="5746" y="192849"/>
                </a:lnTo>
                <a:lnTo>
                  <a:pt x="12542" y="142599"/>
                </a:lnTo>
                <a:lnTo>
                  <a:pt x="22897" y="96816"/>
                </a:lnTo>
                <a:lnTo>
                  <a:pt x="37482" y="57582"/>
                </a:lnTo>
                <a:lnTo>
                  <a:pt x="82025" y="7092"/>
                </a:lnTo>
                <a:lnTo>
                  <a:pt x="113326" y="0"/>
                </a:lnTo>
                <a:lnTo>
                  <a:pt x="140175" y="7095"/>
                </a:lnTo>
                <a:lnTo>
                  <a:pt x="182534" y="57592"/>
                </a:lnTo>
                <a:lnTo>
                  <a:pt x="198683" y="96816"/>
                </a:lnTo>
                <a:lnTo>
                  <a:pt x="211903" y="142570"/>
                </a:lnTo>
                <a:lnTo>
                  <a:pt x="222513" y="192766"/>
                </a:lnTo>
                <a:lnTo>
                  <a:pt x="230833" y="245315"/>
                </a:lnTo>
                <a:lnTo>
                  <a:pt x="237182" y="298127"/>
                </a:lnTo>
                <a:lnTo>
                  <a:pt x="241880" y="349114"/>
                </a:lnTo>
                <a:lnTo>
                  <a:pt x="245244" y="396185"/>
                </a:lnTo>
                <a:lnTo>
                  <a:pt x="247595" y="4372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900636" y="4585360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0" y="0"/>
                </a:moveTo>
                <a:lnTo>
                  <a:pt x="25069" y="44097"/>
                </a:lnTo>
                <a:lnTo>
                  <a:pt x="51632" y="87142"/>
                </a:lnTo>
                <a:lnTo>
                  <a:pt x="80234" y="128404"/>
                </a:lnTo>
                <a:lnTo>
                  <a:pt x="111424" y="167155"/>
                </a:lnTo>
                <a:lnTo>
                  <a:pt x="145747" y="202665"/>
                </a:lnTo>
                <a:lnTo>
                  <a:pt x="183751" y="234204"/>
                </a:lnTo>
                <a:lnTo>
                  <a:pt x="228697" y="263892"/>
                </a:lnTo>
                <a:lnTo>
                  <a:pt x="276161" y="289331"/>
                </a:lnTo>
                <a:lnTo>
                  <a:pt x="325809" y="310835"/>
                </a:lnTo>
                <a:lnTo>
                  <a:pt x="377312" y="328717"/>
                </a:lnTo>
                <a:lnTo>
                  <a:pt x="430338" y="343288"/>
                </a:lnTo>
                <a:lnTo>
                  <a:pt x="484557" y="3548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95315" y="4558219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484557" y="0"/>
                </a:moveTo>
                <a:lnTo>
                  <a:pt x="459487" y="44097"/>
                </a:lnTo>
                <a:lnTo>
                  <a:pt x="432924" y="87142"/>
                </a:lnTo>
                <a:lnTo>
                  <a:pt x="404322" y="128405"/>
                </a:lnTo>
                <a:lnTo>
                  <a:pt x="373133" y="167156"/>
                </a:lnTo>
                <a:lnTo>
                  <a:pt x="338809" y="202666"/>
                </a:lnTo>
                <a:lnTo>
                  <a:pt x="300805" y="234205"/>
                </a:lnTo>
                <a:lnTo>
                  <a:pt x="255859" y="263893"/>
                </a:lnTo>
                <a:lnTo>
                  <a:pt x="208395" y="289332"/>
                </a:lnTo>
                <a:lnTo>
                  <a:pt x="158747" y="310837"/>
                </a:lnTo>
                <a:lnTo>
                  <a:pt x="107244" y="328718"/>
                </a:lnTo>
                <a:lnTo>
                  <a:pt x="54218" y="343289"/>
                </a:lnTo>
                <a:lnTo>
                  <a:pt x="0" y="354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21297" y="5185040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33" y="0"/>
                </a:moveTo>
                <a:lnTo>
                  <a:pt x="13042" y="1682"/>
                </a:lnTo>
                <a:lnTo>
                  <a:pt x="6261" y="6263"/>
                </a:lnTo>
                <a:lnTo>
                  <a:pt x="1681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1" y="159448"/>
                </a:lnTo>
                <a:lnTo>
                  <a:pt x="6261" y="166230"/>
                </a:lnTo>
                <a:lnTo>
                  <a:pt x="13042" y="170811"/>
                </a:lnTo>
                <a:lnTo>
                  <a:pt x="21325" y="172493"/>
                </a:lnTo>
                <a:lnTo>
                  <a:pt x="29615" y="170811"/>
                </a:lnTo>
                <a:lnTo>
                  <a:pt x="36395" y="166230"/>
                </a:lnTo>
                <a:lnTo>
                  <a:pt x="40976" y="159448"/>
                </a:lnTo>
                <a:lnTo>
                  <a:pt x="42659" y="151164"/>
                </a:lnTo>
                <a:lnTo>
                  <a:pt x="42659" y="21327"/>
                </a:lnTo>
                <a:lnTo>
                  <a:pt x="40976" y="13045"/>
                </a:lnTo>
                <a:lnTo>
                  <a:pt x="36395" y="6263"/>
                </a:lnTo>
                <a:lnTo>
                  <a:pt x="29615" y="1682"/>
                </a:lnTo>
                <a:lnTo>
                  <a:pt x="2133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832943" y="4638013"/>
            <a:ext cx="324485" cy="557530"/>
          </a:xfrm>
          <a:custGeom>
            <a:avLst/>
            <a:gdLst/>
            <a:ahLst/>
            <a:cxnLst/>
            <a:rect l="l" t="t" r="r" b="b"/>
            <a:pathLst>
              <a:path w="324485" h="557529">
                <a:moveTo>
                  <a:pt x="324413" y="0"/>
                </a:moveTo>
                <a:lnTo>
                  <a:pt x="260918" y="23470"/>
                </a:lnTo>
                <a:lnTo>
                  <a:pt x="206100" y="47813"/>
                </a:lnTo>
                <a:lnTo>
                  <a:pt x="159344" y="73087"/>
                </a:lnTo>
                <a:lnTo>
                  <a:pt x="120037" y="99351"/>
                </a:lnTo>
                <a:lnTo>
                  <a:pt x="87564" y="126662"/>
                </a:lnTo>
                <a:lnTo>
                  <a:pt x="61311" y="155079"/>
                </a:lnTo>
                <a:lnTo>
                  <a:pt x="25006" y="215464"/>
                </a:lnTo>
                <a:lnTo>
                  <a:pt x="6207" y="280974"/>
                </a:lnTo>
                <a:lnTo>
                  <a:pt x="0" y="352074"/>
                </a:lnTo>
                <a:lnTo>
                  <a:pt x="81" y="389867"/>
                </a:lnTo>
                <a:lnTo>
                  <a:pt x="1468" y="429232"/>
                </a:lnTo>
                <a:lnTo>
                  <a:pt x="3544" y="470229"/>
                </a:lnTo>
                <a:lnTo>
                  <a:pt x="5697" y="512914"/>
                </a:lnTo>
                <a:lnTo>
                  <a:pt x="7311" y="55734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45912" y="4415127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817740" y="4415127"/>
            <a:ext cx="222886" cy="2228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930786" y="4638013"/>
            <a:ext cx="909955" cy="557530"/>
          </a:xfrm>
          <a:custGeom>
            <a:avLst/>
            <a:gdLst/>
            <a:ahLst/>
            <a:cxnLst/>
            <a:rect l="l" t="t" r="r" b="b"/>
            <a:pathLst>
              <a:path w="909954" h="557529">
                <a:moveTo>
                  <a:pt x="0" y="0"/>
                </a:moveTo>
                <a:lnTo>
                  <a:pt x="15285" y="44808"/>
                </a:lnTo>
                <a:lnTo>
                  <a:pt x="57902" y="70941"/>
                </a:lnTo>
                <a:lnTo>
                  <a:pt x="99043" y="80459"/>
                </a:lnTo>
                <a:lnTo>
                  <a:pt x="148651" y="85384"/>
                </a:lnTo>
                <a:lnTo>
                  <a:pt x="205254" y="87200"/>
                </a:lnTo>
                <a:lnTo>
                  <a:pt x="235718" y="87405"/>
                </a:lnTo>
                <a:lnTo>
                  <a:pt x="267378" y="87389"/>
                </a:lnTo>
                <a:lnTo>
                  <a:pt x="300051" y="87338"/>
                </a:lnTo>
                <a:lnTo>
                  <a:pt x="333553" y="87435"/>
                </a:lnTo>
                <a:lnTo>
                  <a:pt x="402305" y="88821"/>
                </a:lnTo>
                <a:lnTo>
                  <a:pt x="472162" y="93029"/>
                </a:lnTo>
                <a:lnTo>
                  <a:pt x="541653" y="101543"/>
                </a:lnTo>
                <a:lnTo>
                  <a:pt x="609305" y="115847"/>
                </a:lnTo>
                <a:lnTo>
                  <a:pt x="673645" y="137422"/>
                </a:lnTo>
                <a:lnTo>
                  <a:pt x="733202" y="167753"/>
                </a:lnTo>
                <a:lnTo>
                  <a:pt x="786503" y="208322"/>
                </a:lnTo>
                <a:lnTo>
                  <a:pt x="832076" y="260612"/>
                </a:lnTo>
                <a:lnTo>
                  <a:pt x="868449" y="326107"/>
                </a:lnTo>
                <a:lnTo>
                  <a:pt x="882725" y="364270"/>
                </a:lnTo>
                <a:lnTo>
                  <a:pt x="894149" y="406290"/>
                </a:lnTo>
                <a:lnTo>
                  <a:pt x="902537" y="452353"/>
                </a:lnTo>
                <a:lnTo>
                  <a:pt x="907705" y="502644"/>
                </a:lnTo>
                <a:lnTo>
                  <a:pt x="909468" y="55734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034199" y="2790854"/>
            <a:ext cx="893444" cy="2791460"/>
          </a:xfrm>
          <a:custGeom>
            <a:avLst/>
            <a:gdLst/>
            <a:ahLst/>
            <a:cxnLst/>
            <a:rect l="l" t="t" r="r" b="b"/>
            <a:pathLst>
              <a:path w="893445" h="2791460">
                <a:moveTo>
                  <a:pt x="751367" y="9157"/>
                </a:moveTo>
                <a:lnTo>
                  <a:pt x="755504" y="50559"/>
                </a:lnTo>
                <a:lnTo>
                  <a:pt x="763938" y="93223"/>
                </a:lnTo>
                <a:lnTo>
                  <a:pt x="775801" y="137014"/>
                </a:lnTo>
                <a:lnTo>
                  <a:pt x="790220" y="181798"/>
                </a:lnTo>
                <a:lnTo>
                  <a:pt x="806326" y="227439"/>
                </a:lnTo>
                <a:lnTo>
                  <a:pt x="823248" y="273803"/>
                </a:lnTo>
                <a:lnTo>
                  <a:pt x="840115" y="320755"/>
                </a:lnTo>
                <a:lnTo>
                  <a:pt x="856057" y="368161"/>
                </a:lnTo>
                <a:lnTo>
                  <a:pt x="870204" y="415884"/>
                </a:lnTo>
                <a:lnTo>
                  <a:pt x="881684" y="463791"/>
                </a:lnTo>
                <a:lnTo>
                  <a:pt x="889628" y="511746"/>
                </a:lnTo>
                <a:lnTo>
                  <a:pt x="893164" y="559615"/>
                </a:lnTo>
                <a:lnTo>
                  <a:pt x="893216" y="586877"/>
                </a:lnTo>
                <a:lnTo>
                  <a:pt x="892277" y="616856"/>
                </a:lnTo>
                <a:lnTo>
                  <a:pt x="887647" y="684713"/>
                </a:lnTo>
                <a:lnTo>
                  <a:pt x="879708" y="762680"/>
                </a:lnTo>
                <a:lnTo>
                  <a:pt x="874633" y="805297"/>
                </a:lnTo>
                <a:lnTo>
                  <a:pt x="868893" y="850252"/>
                </a:lnTo>
                <a:lnTo>
                  <a:pt x="862543" y="897483"/>
                </a:lnTo>
                <a:lnTo>
                  <a:pt x="855637" y="946925"/>
                </a:lnTo>
                <a:lnTo>
                  <a:pt x="848228" y="998516"/>
                </a:lnTo>
                <a:lnTo>
                  <a:pt x="840372" y="1052192"/>
                </a:lnTo>
                <a:lnTo>
                  <a:pt x="832122" y="1107891"/>
                </a:lnTo>
                <a:lnTo>
                  <a:pt x="823533" y="1165549"/>
                </a:lnTo>
                <a:lnTo>
                  <a:pt x="814659" y="1225102"/>
                </a:lnTo>
                <a:lnTo>
                  <a:pt x="805554" y="1286489"/>
                </a:lnTo>
                <a:lnTo>
                  <a:pt x="796272" y="1349646"/>
                </a:lnTo>
                <a:lnTo>
                  <a:pt x="786868" y="1414508"/>
                </a:lnTo>
                <a:lnTo>
                  <a:pt x="777395" y="1481015"/>
                </a:lnTo>
                <a:lnTo>
                  <a:pt x="767909" y="1549101"/>
                </a:lnTo>
                <a:lnTo>
                  <a:pt x="765370" y="1595122"/>
                </a:lnTo>
                <a:lnTo>
                  <a:pt x="768514" y="1641107"/>
                </a:lnTo>
                <a:lnTo>
                  <a:pt x="774486" y="1686972"/>
                </a:lnTo>
                <a:lnTo>
                  <a:pt x="780430" y="1732633"/>
                </a:lnTo>
                <a:lnTo>
                  <a:pt x="783492" y="1778007"/>
                </a:lnTo>
                <a:lnTo>
                  <a:pt x="780815" y="1823010"/>
                </a:lnTo>
                <a:lnTo>
                  <a:pt x="772293" y="1874806"/>
                </a:lnTo>
                <a:lnTo>
                  <a:pt x="762110" y="1925864"/>
                </a:lnTo>
                <a:lnTo>
                  <a:pt x="750649" y="1976053"/>
                </a:lnTo>
                <a:lnTo>
                  <a:pt x="738293" y="2025242"/>
                </a:lnTo>
                <a:lnTo>
                  <a:pt x="725427" y="2073304"/>
                </a:lnTo>
                <a:lnTo>
                  <a:pt x="712433" y="2120107"/>
                </a:lnTo>
                <a:lnTo>
                  <a:pt x="699696" y="2165522"/>
                </a:lnTo>
                <a:lnTo>
                  <a:pt x="687599" y="2209419"/>
                </a:lnTo>
                <a:lnTo>
                  <a:pt x="676526" y="2251669"/>
                </a:lnTo>
                <a:lnTo>
                  <a:pt x="665527" y="2293101"/>
                </a:lnTo>
                <a:lnTo>
                  <a:pt x="653874" y="2335017"/>
                </a:lnTo>
                <a:lnTo>
                  <a:pt x="642505" y="2377103"/>
                </a:lnTo>
                <a:lnTo>
                  <a:pt x="632354" y="2419043"/>
                </a:lnTo>
                <a:lnTo>
                  <a:pt x="624357" y="2460522"/>
                </a:lnTo>
                <a:lnTo>
                  <a:pt x="619452" y="2501223"/>
                </a:lnTo>
                <a:lnTo>
                  <a:pt x="618573" y="2540831"/>
                </a:lnTo>
                <a:lnTo>
                  <a:pt x="622657" y="2579032"/>
                </a:lnTo>
                <a:lnTo>
                  <a:pt x="649458" y="2649946"/>
                </a:lnTo>
                <a:lnTo>
                  <a:pt x="674046" y="2682028"/>
                </a:lnTo>
                <a:lnTo>
                  <a:pt x="707342" y="2711440"/>
                </a:lnTo>
                <a:lnTo>
                  <a:pt x="750280" y="2737867"/>
                </a:lnTo>
                <a:lnTo>
                  <a:pt x="763281" y="2745584"/>
                </a:lnTo>
                <a:lnTo>
                  <a:pt x="783852" y="2760891"/>
                </a:lnTo>
                <a:lnTo>
                  <a:pt x="734309" y="2788920"/>
                </a:lnTo>
                <a:lnTo>
                  <a:pt x="680631" y="2790762"/>
                </a:lnTo>
                <a:lnTo>
                  <a:pt x="619389" y="2791270"/>
                </a:lnTo>
                <a:lnTo>
                  <a:pt x="556960" y="2789966"/>
                </a:lnTo>
                <a:lnTo>
                  <a:pt x="499724" y="2786369"/>
                </a:lnTo>
                <a:lnTo>
                  <a:pt x="454060" y="2779998"/>
                </a:lnTo>
                <a:lnTo>
                  <a:pt x="422017" y="2756083"/>
                </a:lnTo>
                <a:lnTo>
                  <a:pt x="421336" y="2724612"/>
                </a:lnTo>
                <a:lnTo>
                  <a:pt x="423461" y="2679800"/>
                </a:lnTo>
                <a:lnTo>
                  <a:pt x="427546" y="2625489"/>
                </a:lnTo>
                <a:lnTo>
                  <a:pt x="432746" y="2565517"/>
                </a:lnTo>
                <a:lnTo>
                  <a:pt x="438215" y="2503725"/>
                </a:lnTo>
                <a:lnTo>
                  <a:pt x="443108" y="2443953"/>
                </a:lnTo>
                <a:lnTo>
                  <a:pt x="446580" y="2390041"/>
                </a:lnTo>
                <a:lnTo>
                  <a:pt x="447786" y="2345828"/>
                </a:lnTo>
                <a:lnTo>
                  <a:pt x="447462" y="2314363"/>
                </a:lnTo>
                <a:lnTo>
                  <a:pt x="446780" y="2270523"/>
                </a:lnTo>
                <a:lnTo>
                  <a:pt x="445788" y="2217730"/>
                </a:lnTo>
                <a:lnTo>
                  <a:pt x="444531" y="2159408"/>
                </a:lnTo>
                <a:lnTo>
                  <a:pt x="443055" y="2098978"/>
                </a:lnTo>
                <a:lnTo>
                  <a:pt x="441405" y="2039864"/>
                </a:lnTo>
                <a:lnTo>
                  <a:pt x="439629" y="1985488"/>
                </a:lnTo>
                <a:lnTo>
                  <a:pt x="437771" y="1939274"/>
                </a:lnTo>
                <a:lnTo>
                  <a:pt x="435877" y="1904644"/>
                </a:lnTo>
                <a:lnTo>
                  <a:pt x="434742" y="1863982"/>
                </a:lnTo>
                <a:lnTo>
                  <a:pt x="436785" y="1827020"/>
                </a:lnTo>
                <a:lnTo>
                  <a:pt x="441283" y="1791358"/>
                </a:lnTo>
                <a:lnTo>
                  <a:pt x="447511" y="1754600"/>
                </a:lnTo>
                <a:lnTo>
                  <a:pt x="454744" y="1714344"/>
                </a:lnTo>
                <a:lnTo>
                  <a:pt x="462258" y="1668193"/>
                </a:lnTo>
                <a:lnTo>
                  <a:pt x="469328" y="1613748"/>
                </a:lnTo>
                <a:lnTo>
                  <a:pt x="475230" y="1548609"/>
                </a:lnTo>
                <a:lnTo>
                  <a:pt x="479239" y="1470379"/>
                </a:lnTo>
                <a:lnTo>
                  <a:pt x="480440" y="1422702"/>
                </a:lnTo>
                <a:lnTo>
                  <a:pt x="481142" y="1368857"/>
                </a:lnTo>
                <a:lnTo>
                  <a:pt x="481360" y="1310242"/>
                </a:lnTo>
                <a:lnTo>
                  <a:pt x="481108" y="1248253"/>
                </a:lnTo>
                <a:lnTo>
                  <a:pt x="480401" y="1184289"/>
                </a:lnTo>
                <a:lnTo>
                  <a:pt x="479253" y="1119747"/>
                </a:lnTo>
                <a:lnTo>
                  <a:pt x="477678" y="1056023"/>
                </a:lnTo>
                <a:lnTo>
                  <a:pt x="475690" y="994516"/>
                </a:lnTo>
                <a:lnTo>
                  <a:pt x="473304" y="936622"/>
                </a:lnTo>
                <a:lnTo>
                  <a:pt x="470534" y="883739"/>
                </a:lnTo>
                <a:lnTo>
                  <a:pt x="467395" y="837265"/>
                </a:lnTo>
                <a:lnTo>
                  <a:pt x="463900" y="798596"/>
                </a:lnTo>
                <a:lnTo>
                  <a:pt x="455901" y="750266"/>
                </a:lnTo>
                <a:lnTo>
                  <a:pt x="451426" y="743399"/>
                </a:lnTo>
                <a:lnTo>
                  <a:pt x="448672" y="751387"/>
                </a:lnTo>
                <a:lnTo>
                  <a:pt x="440134" y="810388"/>
                </a:lnTo>
                <a:lnTo>
                  <a:pt x="434692" y="857384"/>
                </a:lnTo>
                <a:lnTo>
                  <a:pt x="428697" y="913366"/>
                </a:lnTo>
                <a:lnTo>
                  <a:pt x="422319" y="976324"/>
                </a:lnTo>
                <a:lnTo>
                  <a:pt x="415730" y="1044251"/>
                </a:lnTo>
                <a:lnTo>
                  <a:pt x="409102" y="1115138"/>
                </a:lnTo>
                <a:lnTo>
                  <a:pt x="402605" y="1186975"/>
                </a:lnTo>
                <a:lnTo>
                  <a:pt x="396411" y="1257755"/>
                </a:lnTo>
                <a:lnTo>
                  <a:pt x="390691" y="1325469"/>
                </a:lnTo>
                <a:lnTo>
                  <a:pt x="385617" y="1388108"/>
                </a:lnTo>
                <a:lnTo>
                  <a:pt x="381359" y="1443663"/>
                </a:lnTo>
                <a:lnTo>
                  <a:pt x="378090" y="1490125"/>
                </a:lnTo>
                <a:lnTo>
                  <a:pt x="375199" y="1547740"/>
                </a:lnTo>
                <a:lnTo>
                  <a:pt x="376914" y="1596066"/>
                </a:lnTo>
                <a:lnTo>
                  <a:pt x="381632" y="1643140"/>
                </a:lnTo>
                <a:lnTo>
                  <a:pt x="388150" y="1689996"/>
                </a:lnTo>
                <a:lnTo>
                  <a:pt x="395266" y="1737671"/>
                </a:lnTo>
                <a:lnTo>
                  <a:pt x="401779" y="1787202"/>
                </a:lnTo>
                <a:lnTo>
                  <a:pt x="406487" y="1839626"/>
                </a:lnTo>
                <a:lnTo>
                  <a:pt x="408189" y="1895979"/>
                </a:lnTo>
                <a:lnTo>
                  <a:pt x="407190" y="1953728"/>
                </a:lnTo>
                <a:lnTo>
                  <a:pt x="404822" y="2009896"/>
                </a:lnTo>
                <a:lnTo>
                  <a:pt x="401425" y="2064660"/>
                </a:lnTo>
                <a:lnTo>
                  <a:pt x="397337" y="2118202"/>
                </a:lnTo>
                <a:lnTo>
                  <a:pt x="392899" y="2170701"/>
                </a:lnTo>
                <a:lnTo>
                  <a:pt x="388451" y="2222336"/>
                </a:lnTo>
                <a:lnTo>
                  <a:pt x="384331" y="2273287"/>
                </a:lnTo>
                <a:lnTo>
                  <a:pt x="380880" y="2323734"/>
                </a:lnTo>
                <a:lnTo>
                  <a:pt x="379760" y="2373185"/>
                </a:lnTo>
                <a:lnTo>
                  <a:pt x="381729" y="2422485"/>
                </a:lnTo>
                <a:lnTo>
                  <a:pt x="385886" y="2471710"/>
                </a:lnTo>
                <a:lnTo>
                  <a:pt x="391331" y="2520932"/>
                </a:lnTo>
                <a:lnTo>
                  <a:pt x="397162" y="2570228"/>
                </a:lnTo>
                <a:lnTo>
                  <a:pt x="402480" y="2619670"/>
                </a:lnTo>
                <a:lnTo>
                  <a:pt x="406383" y="2669334"/>
                </a:lnTo>
                <a:lnTo>
                  <a:pt x="407972" y="2719294"/>
                </a:lnTo>
                <a:lnTo>
                  <a:pt x="406346" y="2769623"/>
                </a:lnTo>
                <a:lnTo>
                  <a:pt x="373416" y="2776936"/>
                </a:lnTo>
                <a:lnTo>
                  <a:pt x="321335" y="2783000"/>
                </a:lnTo>
                <a:lnTo>
                  <a:pt x="257379" y="2787424"/>
                </a:lnTo>
                <a:lnTo>
                  <a:pt x="188825" y="2789816"/>
                </a:lnTo>
                <a:lnTo>
                  <a:pt x="122950" y="2789784"/>
                </a:lnTo>
                <a:lnTo>
                  <a:pt x="67031" y="2786938"/>
                </a:lnTo>
                <a:lnTo>
                  <a:pt x="28344" y="2780886"/>
                </a:lnTo>
                <a:lnTo>
                  <a:pt x="14166" y="2771236"/>
                </a:lnTo>
                <a:lnTo>
                  <a:pt x="26551" y="2749529"/>
                </a:lnTo>
                <a:lnTo>
                  <a:pt x="57076" y="2726084"/>
                </a:lnTo>
                <a:lnTo>
                  <a:pt x="98521" y="2700763"/>
                </a:lnTo>
                <a:lnTo>
                  <a:pt x="143665" y="2673428"/>
                </a:lnTo>
                <a:lnTo>
                  <a:pt x="185288" y="2643941"/>
                </a:lnTo>
                <a:lnTo>
                  <a:pt x="216169" y="2612164"/>
                </a:lnTo>
                <a:lnTo>
                  <a:pt x="229086" y="2577959"/>
                </a:lnTo>
                <a:lnTo>
                  <a:pt x="228528" y="2544250"/>
                </a:lnTo>
                <a:lnTo>
                  <a:pt x="216318" y="2470047"/>
                </a:lnTo>
                <a:lnTo>
                  <a:pt x="205243" y="2426492"/>
                </a:lnTo>
                <a:lnTo>
                  <a:pt x="191237" y="2376595"/>
                </a:lnTo>
                <a:lnTo>
                  <a:pt x="174588" y="2318826"/>
                </a:lnTo>
                <a:lnTo>
                  <a:pt x="155585" y="2251655"/>
                </a:lnTo>
                <a:lnTo>
                  <a:pt x="143774" y="2210808"/>
                </a:lnTo>
                <a:lnTo>
                  <a:pt x="130791" y="2167375"/>
                </a:lnTo>
                <a:lnTo>
                  <a:pt x="117310" y="2121092"/>
                </a:lnTo>
                <a:lnTo>
                  <a:pt x="104007" y="2071695"/>
                </a:lnTo>
                <a:lnTo>
                  <a:pt x="91557" y="2018920"/>
                </a:lnTo>
                <a:lnTo>
                  <a:pt x="80633" y="1962502"/>
                </a:lnTo>
                <a:lnTo>
                  <a:pt x="71912" y="1902177"/>
                </a:lnTo>
                <a:lnTo>
                  <a:pt x="66067" y="1837681"/>
                </a:lnTo>
                <a:lnTo>
                  <a:pt x="65070" y="1790630"/>
                </a:lnTo>
                <a:lnTo>
                  <a:pt x="67270" y="1741319"/>
                </a:lnTo>
                <a:lnTo>
                  <a:pt x="71842" y="1690214"/>
                </a:lnTo>
                <a:lnTo>
                  <a:pt x="77966" y="1637781"/>
                </a:lnTo>
                <a:lnTo>
                  <a:pt x="84817" y="1584487"/>
                </a:lnTo>
                <a:lnTo>
                  <a:pt x="91572" y="1530800"/>
                </a:lnTo>
                <a:lnTo>
                  <a:pt x="97409" y="1477186"/>
                </a:lnTo>
                <a:lnTo>
                  <a:pt x="101505" y="1424112"/>
                </a:lnTo>
                <a:lnTo>
                  <a:pt x="103037" y="1372045"/>
                </a:lnTo>
                <a:lnTo>
                  <a:pt x="101182" y="1321451"/>
                </a:lnTo>
                <a:lnTo>
                  <a:pt x="96156" y="1266187"/>
                </a:lnTo>
                <a:lnTo>
                  <a:pt x="89820" y="1211883"/>
                </a:lnTo>
                <a:lnTo>
                  <a:pt x="82421" y="1158514"/>
                </a:lnTo>
                <a:lnTo>
                  <a:pt x="74202" y="1106050"/>
                </a:lnTo>
                <a:lnTo>
                  <a:pt x="65411" y="1054465"/>
                </a:lnTo>
                <a:lnTo>
                  <a:pt x="56292" y="1003732"/>
                </a:lnTo>
                <a:lnTo>
                  <a:pt x="47091" y="953822"/>
                </a:lnTo>
                <a:lnTo>
                  <a:pt x="38054" y="904708"/>
                </a:lnTo>
                <a:lnTo>
                  <a:pt x="29426" y="856363"/>
                </a:lnTo>
                <a:lnTo>
                  <a:pt x="21452" y="808759"/>
                </a:lnTo>
                <a:lnTo>
                  <a:pt x="14379" y="761869"/>
                </a:lnTo>
                <a:lnTo>
                  <a:pt x="8452" y="715666"/>
                </a:lnTo>
                <a:lnTo>
                  <a:pt x="3915" y="670121"/>
                </a:lnTo>
                <a:lnTo>
                  <a:pt x="1016" y="625208"/>
                </a:lnTo>
                <a:lnTo>
                  <a:pt x="0" y="580899"/>
                </a:lnTo>
                <a:lnTo>
                  <a:pt x="2856" y="519429"/>
                </a:lnTo>
                <a:lnTo>
                  <a:pt x="10795" y="460377"/>
                </a:lnTo>
                <a:lnTo>
                  <a:pt x="22908" y="403847"/>
                </a:lnTo>
                <a:lnTo>
                  <a:pt x="38284" y="349942"/>
                </a:lnTo>
                <a:lnTo>
                  <a:pt x="56011" y="298766"/>
                </a:lnTo>
                <a:lnTo>
                  <a:pt x="75180" y="250421"/>
                </a:lnTo>
                <a:lnTo>
                  <a:pt x="94879" y="205012"/>
                </a:lnTo>
                <a:lnTo>
                  <a:pt x="114199" y="162642"/>
                </a:lnTo>
                <a:lnTo>
                  <a:pt x="132228" y="123415"/>
                </a:lnTo>
                <a:lnTo>
                  <a:pt x="148057" y="87433"/>
                </a:lnTo>
                <a:lnTo>
                  <a:pt x="160774" y="54801"/>
                </a:lnTo>
                <a:lnTo>
                  <a:pt x="169469" y="25622"/>
                </a:lnTo>
                <a:lnTo>
                  <a:pt x="173231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411818" y="3140344"/>
            <a:ext cx="136173" cy="1404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163915" y="3466382"/>
            <a:ext cx="316230" cy="85725"/>
          </a:xfrm>
          <a:custGeom>
            <a:avLst/>
            <a:gdLst/>
            <a:ahLst/>
            <a:cxnLst/>
            <a:rect l="l" t="t" r="r" b="b"/>
            <a:pathLst>
              <a:path w="316229" h="85725">
                <a:moveTo>
                  <a:pt x="315989" y="0"/>
                </a:moveTo>
                <a:lnTo>
                  <a:pt x="304100" y="24385"/>
                </a:lnTo>
                <a:lnTo>
                  <a:pt x="257951" y="67714"/>
                </a:lnTo>
                <a:lnTo>
                  <a:pt x="161824" y="85247"/>
                </a:lnTo>
                <a:lnTo>
                  <a:pt x="0" y="32245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479905" y="3466382"/>
            <a:ext cx="316230" cy="85725"/>
          </a:xfrm>
          <a:custGeom>
            <a:avLst/>
            <a:gdLst/>
            <a:ahLst/>
            <a:cxnLst/>
            <a:rect l="l" t="t" r="r" b="b"/>
            <a:pathLst>
              <a:path w="316229" h="85725">
                <a:moveTo>
                  <a:pt x="315989" y="32245"/>
                </a:moveTo>
                <a:lnTo>
                  <a:pt x="154165" y="85247"/>
                </a:lnTo>
                <a:lnTo>
                  <a:pt x="58038" y="67714"/>
                </a:lnTo>
                <a:lnTo>
                  <a:pt x="11889" y="24385"/>
                </a:lnTo>
                <a:lnTo>
                  <a:pt x="0" y="0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479905" y="3363743"/>
            <a:ext cx="0" cy="102870"/>
          </a:xfrm>
          <a:custGeom>
            <a:avLst/>
            <a:gdLst/>
            <a:ahLst/>
            <a:cxnLst/>
            <a:rect l="l" t="t" r="r" b="b"/>
            <a:pathLst>
              <a:path h="102870">
                <a:moveTo>
                  <a:pt x="0" y="0"/>
                </a:moveTo>
                <a:lnTo>
                  <a:pt x="0" y="102638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526125" y="2969831"/>
            <a:ext cx="212813" cy="784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9526125" y="3580855"/>
            <a:ext cx="212813" cy="784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9556221" y="4268725"/>
            <a:ext cx="212813" cy="784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9539024" y="4612659"/>
            <a:ext cx="212813" cy="784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491730" y="5386514"/>
            <a:ext cx="212813" cy="784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494952" y="5519790"/>
            <a:ext cx="212813" cy="784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9838610" y="3660405"/>
            <a:ext cx="0" cy="107314"/>
          </a:xfrm>
          <a:custGeom>
            <a:avLst/>
            <a:gdLst/>
            <a:ahLst/>
            <a:cxnLst/>
            <a:rect l="l" t="t" r="r" b="b"/>
            <a:pathLst>
              <a:path h="107314">
                <a:moveTo>
                  <a:pt x="0" y="0"/>
                </a:moveTo>
                <a:lnTo>
                  <a:pt x="0" y="106718"/>
                </a:lnTo>
              </a:path>
            </a:pathLst>
          </a:custGeom>
          <a:ln w="2639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9724971" y="3006109"/>
            <a:ext cx="114300" cy="668020"/>
          </a:xfrm>
          <a:custGeom>
            <a:avLst/>
            <a:gdLst/>
            <a:ahLst/>
            <a:cxnLst/>
            <a:rect l="l" t="t" r="r" b="b"/>
            <a:pathLst>
              <a:path w="114300" h="668020">
                <a:moveTo>
                  <a:pt x="0" y="0"/>
                </a:moveTo>
                <a:lnTo>
                  <a:pt x="46148" y="16153"/>
                </a:lnTo>
                <a:lnTo>
                  <a:pt x="76419" y="65321"/>
                </a:lnTo>
                <a:lnTo>
                  <a:pt x="89862" y="129111"/>
                </a:lnTo>
                <a:lnTo>
                  <a:pt x="95031" y="173161"/>
                </a:lnTo>
                <a:lnTo>
                  <a:pt x="99373" y="226581"/>
                </a:lnTo>
                <a:lnTo>
                  <a:pt x="103044" y="290321"/>
                </a:lnTo>
                <a:lnTo>
                  <a:pt x="106201" y="365332"/>
                </a:lnTo>
                <a:lnTo>
                  <a:pt x="109000" y="452564"/>
                </a:lnTo>
                <a:lnTo>
                  <a:pt x="111597" y="552968"/>
                </a:lnTo>
                <a:lnTo>
                  <a:pt x="114148" y="667492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732757" y="3620629"/>
            <a:ext cx="106680" cy="53340"/>
          </a:xfrm>
          <a:custGeom>
            <a:avLst/>
            <a:gdLst/>
            <a:ahLst/>
            <a:cxnLst/>
            <a:rect l="l" t="t" r="r" b="b"/>
            <a:pathLst>
              <a:path w="106679" h="53339">
                <a:moveTo>
                  <a:pt x="0" y="0"/>
                </a:moveTo>
                <a:lnTo>
                  <a:pt x="41455" y="4335"/>
                </a:lnTo>
                <a:lnTo>
                  <a:pt x="75032" y="12981"/>
                </a:lnTo>
                <a:lnTo>
                  <a:pt x="97683" y="28378"/>
                </a:lnTo>
                <a:lnTo>
                  <a:pt x="106362" y="52966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0050317" y="5588057"/>
            <a:ext cx="0" cy="107314"/>
          </a:xfrm>
          <a:custGeom>
            <a:avLst/>
            <a:gdLst/>
            <a:ahLst/>
            <a:cxnLst/>
            <a:rect l="l" t="t" r="r" b="b"/>
            <a:pathLst>
              <a:path h="107314">
                <a:moveTo>
                  <a:pt x="0" y="0"/>
                </a:moveTo>
                <a:lnTo>
                  <a:pt x="0" y="106715"/>
                </a:lnTo>
              </a:path>
            </a:pathLst>
          </a:custGeom>
          <a:ln w="26395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724971" y="4307957"/>
            <a:ext cx="141605" cy="414020"/>
          </a:xfrm>
          <a:custGeom>
            <a:avLst/>
            <a:gdLst/>
            <a:ahLst/>
            <a:cxnLst/>
            <a:rect l="l" t="t" r="r" b="b"/>
            <a:pathLst>
              <a:path w="141604" h="414020">
                <a:moveTo>
                  <a:pt x="0" y="0"/>
                </a:moveTo>
                <a:lnTo>
                  <a:pt x="22386" y="2526"/>
                </a:lnTo>
                <a:lnTo>
                  <a:pt x="43221" y="4538"/>
                </a:lnTo>
                <a:lnTo>
                  <a:pt x="62386" y="7930"/>
                </a:lnTo>
                <a:lnTo>
                  <a:pt x="108655" y="45352"/>
                </a:lnTo>
                <a:lnTo>
                  <a:pt x="128948" y="111966"/>
                </a:lnTo>
                <a:lnTo>
                  <a:pt x="135569" y="163460"/>
                </a:lnTo>
                <a:lnTo>
                  <a:pt x="139679" y="229609"/>
                </a:lnTo>
                <a:lnTo>
                  <a:pt x="141159" y="312306"/>
                </a:lnTo>
                <a:lnTo>
                  <a:pt x="139889" y="413449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751834" y="4651888"/>
            <a:ext cx="113030" cy="69850"/>
          </a:xfrm>
          <a:custGeom>
            <a:avLst/>
            <a:gdLst/>
            <a:ahLst/>
            <a:cxnLst/>
            <a:rect l="l" t="t" r="r" b="b"/>
            <a:pathLst>
              <a:path w="113029" h="69850">
                <a:moveTo>
                  <a:pt x="0" y="0"/>
                </a:moveTo>
                <a:lnTo>
                  <a:pt x="42496" y="6923"/>
                </a:lnTo>
                <a:lnTo>
                  <a:pt x="78362" y="21260"/>
                </a:lnTo>
                <a:lnTo>
                  <a:pt x="103303" y="42348"/>
                </a:lnTo>
                <a:lnTo>
                  <a:pt x="113026" y="69523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704540" y="5425747"/>
            <a:ext cx="344805" cy="175895"/>
          </a:xfrm>
          <a:custGeom>
            <a:avLst/>
            <a:gdLst/>
            <a:ahLst/>
            <a:cxnLst/>
            <a:rect l="l" t="t" r="r" b="b"/>
            <a:pathLst>
              <a:path w="344804" h="175895">
                <a:moveTo>
                  <a:pt x="0" y="0"/>
                </a:moveTo>
                <a:lnTo>
                  <a:pt x="32229" y="3620"/>
                </a:lnTo>
                <a:lnTo>
                  <a:pt x="71730" y="7096"/>
                </a:lnTo>
                <a:lnTo>
                  <a:pt x="115959" y="11644"/>
                </a:lnTo>
                <a:lnTo>
                  <a:pt x="162373" y="18480"/>
                </a:lnTo>
                <a:lnTo>
                  <a:pt x="208427" y="28821"/>
                </a:lnTo>
                <a:lnTo>
                  <a:pt x="251578" y="43881"/>
                </a:lnTo>
                <a:lnTo>
                  <a:pt x="289282" y="64878"/>
                </a:lnTo>
                <a:lnTo>
                  <a:pt x="318995" y="93027"/>
                </a:lnTo>
                <a:lnTo>
                  <a:pt x="338172" y="129545"/>
                </a:lnTo>
                <a:lnTo>
                  <a:pt x="344271" y="175647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695677" y="5521393"/>
            <a:ext cx="353695" cy="80010"/>
          </a:xfrm>
          <a:custGeom>
            <a:avLst/>
            <a:gdLst/>
            <a:ahLst/>
            <a:cxnLst/>
            <a:rect l="l" t="t" r="r" b="b"/>
            <a:pathLst>
              <a:path w="353695" h="80010">
                <a:moveTo>
                  <a:pt x="0" y="38269"/>
                </a:moveTo>
                <a:lnTo>
                  <a:pt x="35756" y="30858"/>
                </a:lnTo>
                <a:lnTo>
                  <a:pt x="77489" y="21708"/>
                </a:lnTo>
                <a:lnTo>
                  <a:pt x="122922" y="12437"/>
                </a:lnTo>
                <a:lnTo>
                  <a:pt x="169775" y="4662"/>
                </a:lnTo>
                <a:lnTo>
                  <a:pt x="215770" y="0"/>
                </a:lnTo>
                <a:lnTo>
                  <a:pt x="258629" y="68"/>
                </a:lnTo>
                <a:lnTo>
                  <a:pt x="296073" y="6485"/>
                </a:lnTo>
                <a:lnTo>
                  <a:pt x="325824" y="20867"/>
                </a:lnTo>
                <a:lnTo>
                  <a:pt x="345604" y="44832"/>
                </a:lnTo>
                <a:lnTo>
                  <a:pt x="353134" y="79998"/>
                </a:lnTo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865179" y="4703357"/>
            <a:ext cx="0" cy="107314"/>
          </a:xfrm>
          <a:custGeom>
            <a:avLst/>
            <a:gdLst/>
            <a:ahLst/>
            <a:cxnLst/>
            <a:rect l="l" t="t" r="r" b="b"/>
            <a:pathLst>
              <a:path h="107314">
                <a:moveTo>
                  <a:pt x="0" y="0"/>
                </a:moveTo>
                <a:lnTo>
                  <a:pt x="0" y="106714"/>
                </a:lnTo>
              </a:path>
            </a:pathLst>
          </a:custGeom>
          <a:ln w="2639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 txBox="1"/>
          <p:nvPr/>
        </p:nvSpPr>
        <p:spPr>
          <a:xfrm>
            <a:off x="2584452" y="7866965"/>
            <a:ext cx="43116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113255" y="7865489"/>
            <a:ext cx="45465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7955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22257" y="5909537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1503" y="6265576"/>
            <a:ext cx="2318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脐下双侧左右各⼀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腰双侧左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右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1481" y="6491127"/>
            <a:ext cx="644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各⼀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8586" y="589434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4575" y="6453513"/>
            <a:ext cx="2533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通过低频电流输⼊⼈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阻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断⼈体的末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梢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538" y="6621157"/>
            <a:ext cx="2598420" cy="4806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痛觉神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进⽪下⾎液循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舒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经活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络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让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⾎液重新恢复畅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394" y="607969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3203" y="609411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8394" y="431127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1052" y="289888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0296" y="2913235"/>
            <a:ext cx="8185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 marR="73025">
              <a:lnSpc>
                <a:spcPct val="135000"/>
              </a:lnSpc>
              <a:spcBef>
                <a:spcPts val="89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1287" y="4325771"/>
            <a:ext cx="2593975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53035" indent="-140970">
              <a:lnSpc>
                <a:spcPct val="100000"/>
              </a:lnSpc>
              <a:spcBef>
                <a:spcPts val="1350"/>
              </a:spcBef>
              <a:buSzPct val="91000"/>
              <a:buChar char="•"/>
              <a:tabLst>
                <a:tab pos="153670" algn="l"/>
              </a:tabLst>
            </a:pP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</a:t>
            </a:r>
            <a:r>
              <a:rPr sz="1100" spc="-2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，5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53035" indent="-140970">
              <a:lnSpc>
                <a:spcPct val="100000"/>
              </a:lnSpc>
              <a:spcBef>
                <a:spcPts val="470"/>
              </a:spcBef>
              <a:buSzPct val="91000"/>
              <a:buChar char="•"/>
              <a:tabLst>
                <a:tab pos="153670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每个疗程从经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前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1~2d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53035" indent="-140335">
              <a:lnSpc>
                <a:spcPct val="100000"/>
              </a:lnSpc>
              <a:spcBef>
                <a:spcPts val="47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连续治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⽉经周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6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3617" y="382635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19345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315380" y="5909537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31709" y="589434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254626" y="6265576"/>
            <a:ext cx="2553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贴于斜⽅肌左右处上下各贴⼀⽚电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54602" y="6491127"/>
            <a:ext cx="19996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5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骶尾两侧各贴⼀⽚电极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745683" y="531015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820493" y="5324576"/>
            <a:ext cx="2652395" cy="179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 marR="5080">
              <a:lnSpc>
                <a:spcPct val="124000"/>
              </a:lnSpc>
              <a:spcBef>
                <a:spcPts val="1075"/>
              </a:spcBef>
            </a:pPr>
            <a:r>
              <a:rPr sz="1100" b="0" spc="3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1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、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调节神经系统兴奋和⼀直过程，降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低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肌⾁组织因疲劳引起的局部肌纤维挛缩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消除肌紧张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3335" marR="5080">
              <a:lnSpc>
                <a:spcPct val="124000"/>
              </a:lnSpc>
            </a:pPr>
            <a:r>
              <a:rPr sz="1100" b="0" spc="-7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、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脉冲电流的刺激作⽤，使肌⾁产⽣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⼀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种机械式的按摩揉捏形式的蠕动，加强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周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围组织的⾎液循环，有利于排除肌⾁组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织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中积累的代谢物，解除肌⾁酸痛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745683" y="397789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818613" y="3992392"/>
            <a:ext cx="242570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5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，5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718342" y="266075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817590" y="2675106"/>
            <a:ext cx="8185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 marR="73025">
              <a:lnSpc>
                <a:spcPct val="135000"/>
              </a:lnSpc>
              <a:spcBef>
                <a:spcPts val="89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30911" y="4972253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30911" y="364487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758101" y="15847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82188" y="1376648"/>
            <a:ext cx="3373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3500" b="1" spc="7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3750" b="1" spc="-735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3750" b="1" spc="-82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3750" b="1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3750" b="1" spc="315" baseline="-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1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2175" baseline="1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4120131" y="159515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10414535" y="1401977"/>
            <a:ext cx="39903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肩颈疼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22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37518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878298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322076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5" y="342158"/>
                </a:lnTo>
                <a:lnTo>
                  <a:pt x="78844" y="374757"/>
                </a:lnTo>
                <a:lnTo>
                  <a:pt x="117929" y="399606"/>
                </a:lnTo>
                <a:lnTo>
                  <a:pt x="162237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855478" y="406194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7" y="415442"/>
                </a:lnTo>
                <a:lnTo>
                  <a:pt x="117929" y="399606"/>
                </a:lnTo>
                <a:lnTo>
                  <a:pt x="78844" y="374757"/>
                </a:lnTo>
                <a:lnTo>
                  <a:pt x="46245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5" y="78843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841809" y="4877517"/>
            <a:ext cx="1004569" cy="159385"/>
          </a:xfrm>
          <a:custGeom>
            <a:avLst/>
            <a:gdLst/>
            <a:ahLst/>
            <a:cxnLst/>
            <a:rect l="l" t="t" r="r" b="b"/>
            <a:pathLst>
              <a:path w="1004570" h="159385">
                <a:moveTo>
                  <a:pt x="0" y="0"/>
                </a:moveTo>
                <a:lnTo>
                  <a:pt x="29285" y="33682"/>
                </a:lnTo>
                <a:lnTo>
                  <a:pt x="63224" y="65253"/>
                </a:lnTo>
                <a:lnTo>
                  <a:pt x="100973" y="93807"/>
                </a:lnTo>
                <a:lnTo>
                  <a:pt x="141688" y="118441"/>
                </a:lnTo>
                <a:lnTo>
                  <a:pt x="184524" y="138250"/>
                </a:lnTo>
                <a:lnTo>
                  <a:pt x="228636" y="152331"/>
                </a:lnTo>
                <a:lnTo>
                  <a:pt x="277610" y="158780"/>
                </a:lnTo>
                <a:lnTo>
                  <a:pt x="326349" y="155231"/>
                </a:lnTo>
                <a:lnTo>
                  <a:pt x="374723" y="143463"/>
                </a:lnTo>
                <a:lnTo>
                  <a:pt x="422602" y="125253"/>
                </a:lnTo>
                <a:lnTo>
                  <a:pt x="469856" y="102377"/>
                </a:lnTo>
                <a:lnTo>
                  <a:pt x="516355" y="76615"/>
                </a:lnTo>
                <a:lnTo>
                  <a:pt x="559232" y="96610"/>
                </a:lnTo>
                <a:lnTo>
                  <a:pt x="607427" y="116361"/>
                </a:lnTo>
                <a:lnTo>
                  <a:pt x="659336" y="134011"/>
                </a:lnTo>
                <a:lnTo>
                  <a:pt x="713353" y="147703"/>
                </a:lnTo>
                <a:lnTo>
                  <a:pt x="767874" y="155578"/>
                </a:lnTo>
                <a:lnTo>
                  <a:pt x="821293" y="155779"/>
                </a:lnTo>
                <a:lnTo>
                  <a:pt x="868555" y="144766"/>
                </a:lnTo>
                <a:lnTo>
                  <a:pt x="911425" y="121314"/>
                </a:lnTo>
                <a:lnTo>
                  <a:pt x="948944" y="87814"/>
                </a:lnTo>
                <a:lnTo>
                  <a:pt x="980154" y="46659"/>
                </a:lnTo>
                <a:lnTo>
                  <a:pt x="1004095" y="2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93169" y="3986695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466550" y="3986695"/>
            <a:ext cx="171449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082130" y="4809928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3"/>
                </a:lnTo>
                <a:lnTo>
                  <a:pt x="11679" y="43336"/>
                </a:lnTo>
                <a:lnTo>
                  <a:pt x="20436" y="46187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3"/>
                </a:lnTo>
                <a:lnTo>
                  <a:pt x="181853" y="24801"/>
                </a:lnTo>
                <a:lnTo>
                  <a:pt x="175080" y="18996"/>
                </a:lnTo>
                <a:lnTo>
                  <a:pt x="166323" y="16145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972048" y="4482939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3"/>
                </a:lnTo>
                <a:lnTo>
                  <a:pt x="26589" y="89707"/>
                </a:lnTo>
                <a:lnTo>
                  <a:pt x="10851" y="129034"/>
                </a:lnTo>
                <a:lnTo>
                  <a:pt x="1401" y="170299"/>
                </a:lnTo>
                <a:lnTo>
                  <a:pt x="0" y="211838"/>
                </a:lnTo>
                <a:lnTo>
                  <a:pt x="8407" y="251985"/>
                </a:lnTo>
                <a:lnTo>
                  <a:pt x="28383" y="289076"/>
                </a:lnTo>
                <a:lnTo>
                  <a:pt x="61688" y="321447"/>
                </a:lnTo>
                <a:lnTo>
                  <a:pt x="110082" y="3474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528760" y="4487238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341371" y="4397522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9"/>
                </a:lnTo>
                <a:lnTo>
                  <a:pt x="1833" y="14220"/>
                </a:lnTo>
                <a:lnTo>
                  <a:pt x="0" y="23246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9"/>
                </a:lnTo>
                <a:lnTo>
                  <a:pt x="23248" y="187993"/>
                </a:lnTo>
                <a:lnTo>
                  <a:pt x="32273" y="186159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6"/>
                </a:lnTo>
                <a:lnTo>
                  <a:pt x="44659" y="14220"/>
                </a:lnTo>
                <a:lnTo>
                  <a:pt x="39664" y="6829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264619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1"/>
                </a:lnTo>
                <a:lnTo>
                  <a:pt x="73968" y="47231"/>
                </a:lnTo>
                <a:lnTo>
                  <a:pt x="85409" y="87111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365095" y="4072165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1"/>
                </a:lnTo>
                <a:lnTo>
                  <a:pt x="26032" y="47231"/>
                </a:lnTo>
                <a:lnTo>
                  <a:pt x="14591" y="87111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052430" y="3604709"/>
            <a:ext cx="708660" cy="1570990"/>
          </a:xfrm>
          <a:custGeom>
            <a:avLst/>
            <a:gdLst/>
            <a:ahLst/>
            <a:cxnLst/>
            <a:rect l="l" t="t" r="r" b="b"/>
            <a:pathLst>
              <a:path w="708659" h="1570989">
                <a:moveTo>
                  <a:pt x="0" y="0"/>
                </a:moveTo>
                <a:lnTo>
                  <a:pt x="29012" y="98729"/>
                </a:lnTo>
                <a:lnTo>
                  <a:pt x="79043" y="182144"/>
                </a:lnTo>
                <a:lnTo>
                  <a:pt x="164994" y="252708"/>
                </a:lnTo>
                <a:lnTo>
                  <a:pt x="226600" y="280065"/>
                </a:lnTo>
                <a:lnTo>
                  <a:pt x="287731" y="300261"/>
                </a:lnTo>
                <a:lnTo>
                  <a:pt x="346236" y="315201"/>
                </a:lnTo>
                <a:lnTo>
                  <a:pt x="399963" y="326790"/>
                </a:lnTo>
                <a:lnTo>
                  <a:pt x="446761" y="336931"/>
                </a:lnTo>
                <a:lnTo>
                  <a:pt x="484478" y="347531"/>
                </a:lnTo>
                <a:lnTo>
                  <a:pt x="531050" y="375976"/>
                </a:lnTo>
                <a:lnTo>
                  <a:pt x="581216" y="424575"/>
                </a:lnTo>
                <a:lnTo>
                  <a:pt x="608137" y="459234"/>
                </a:lnTo>
                <a:lnTo>
                  <a:pt x="634175" y="501828"/>
                </a:lnTo>
                <a:lnTo>
                  <a:pt x="657753" y="553129"/>
                </a:lnTo>
                <a:lnTo>
                  <a:pt x="677290" y="613907"/>
                </a:lnTo>
                <a:lnTo>
                  <a:pt x="691207" y="684935"/>
                </a:lnTo>
                <a:lnTo>
                  <a:pt x="699627" y="756312"/>
                </a:lnTo>
                <a:lnTo>
                  <a:pt x="704188" y="818652"/>
                </a:lnTo>
                <a:lnTo>
                  <a:pt x="705590" y="873498"/>
                </a:lnTo>
                <a:lnTo>
                  <a:pt x="704530" y="922393"/>
                </a:lnTo>
                <a:lnTo>
                  <a:pt x="701706" y="966879"/>
                </a:lnTo>
                <a:lnTo>
                  <a:pt x="697818" y="1008500"/>
                </a:lnTo>
                <a:lnTo>
                  <a:pt x="693562" y="1048798"/>
                </a:lnTo>
                <a:lnTo>
                  <a:pt x="689637" y="1089317"/>
                </a:lnTo>
                <a:lnTo>
                  <a:pt x="687322" y="1126441"/>
                </a:lnTo>
                <a:lnTo>
                  <a:pt x="686003" y="1170790"/>
                </a:lnTo>
                <a:lnTo>
                  <a:pt x="685656" y="1220571"/>
                </a:lnTo>
                <a:lnTo>
                  <a:pt x="686258" y="1273989"/>
                </a:lnTo>
                <a:lnTo>
                  <a:pt x="687783" y="1329253"/>
                </a:lnTo>
                <a:lnTo>
                  <a:pt x="690210" y="1384569"/>
                </a:lnTo>
                <a:lnTo>
                  <a:pt x="693513" y="1438145"/>
                </a:lnTo>
                <a:lnTo>
                  <a:pt x="697670" y="1488187"/>
                </a:lnTo>
                <a:lnTo>
                  <a:pt x="702656" y="1532903"/>
                </a:lnTo>
                <a:lnTo>
                  <a:pt x="708447" y="1570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008725" y="3604709"/>
            <a:ext cx="708660" cy="1570990"/>
          </a:xfrm>
          <a:custGeom>
            <a:avLst/>
            <a:gdLst/>
            <a:ahLst/>
            <a:cxnLst/>
            <a:rect l="l" t="t" r="r" b="b"/>
            <a:pathLst>
              <a:path w="708659" h="1570989">
                <a:moveTo>
                  <a:pt x="708447" y="0"/>
                </a:moveTo>
                <a:lnTo>
                  <a:pt x="679435" y="98729"/>
                </a:lnTo>
                <a:lnTo>
                  <a:pt x="629404" y="182144"/>
                </a:lnTo>
                <a:lnTo>
                  <a:pt x="543452" y="252708"/>
                </a:lnTo>
                <a:lnTo>
                  <a:pt x="481846" y="280065"/>
                </a:lnTo>
                <a:lnTo>
                  <a:pt x="420715" y="300261"/>
                </a:lnTo>
                <a:lnTo>
                  <a:pt x="362211" y="315201"/>
                </a:lnTo>
                <a:lnTo>
                  <a:pt x="308484" y="326790"/>
                </a:lnTo>
                <a:lnTo>
                  <a:pt x="261686" y="336931"/>
                </a:lnTo>
                <a:lnTo>
                  <a:pt x="223969" y="347531"/>
                </a:lnTo>
                <a:lnTo>
                  <a:pt x="177397" y="375976"/>
                </a:lnTo>
                <a:lnTo>
                  <a:pt x="127230" y="424575"/>
                </a:lnTo>
                <a:lnTo>
                  <a:pt x="100309" y="459234"/>
                </a:lnTo>
                <a:lnTo>
                  <a:pt x="74270" y="501828"/>
                </a:lnTo>
                <a:lnTo>
                  <a:pt x="50692" y="553129"/>
                </a:lnTo>
                <a:lnTo>
                  <a:pt x="31154" y="613907"/>
                </a:lnTo>
                <a:lnTo>
                  <a:pt x="17236" y="684935"/>
                </a:lnTo>
                <a:lnTo>
                  <a:pt x="8817" y="756312"/>
                </a:lnTo>
                <a:lnTo>
                  <a:pt x="4257" y="818652"/>
                </a:lnTo>
                <a:lnTo>
                  <a:pt x="2855" y="873498"/>
                </a:lnTo>
                <a:lnTo>
                  <a:pt x="3915" y="922393"/>
                </a:lnTo>
                <a:lnTo>
                  <a:pt x="6739" y="966879"/>
                </a:lnTo>
                <a:lnTo>
                  <a:pt x="10628" y="1008500"/>
                </a:lnTo>
                <a:lnTo>
                  <a:pt x="14884" y="1048798"/>
                </a:lnTo>
                <a:lnTo>
                  <a:pt x="18809" y="1089317"/>
                </a:lnTo>
                <a:lnTo>
                  <a:pt x="20779" y="1126495"/>
                </a:lnTo>
                <a:lnTo>
                  <a:pt x="21216" y="1170982"/>
                </a:lnTo>
                <a:lnTo>
                  <a:pt x="20374" y="1220949"/>
                </a:lnTo>
                <a:lnTo>
                  <a:pt x="18508" y="1274566"/>
                </a:lnTo>
                <a:lnTo>
                  <a:pt x="15870" y="1330004"/>
                </a:lnTo>
                <a:lnTo>
                  <a:pt x="12714" y="1385434"/>
                </a:lnTo>
                <a:lnTo>
                  <a:pt x="9296" y="1439028"/>
                </a:lnTo>
                <a:lnTo>
                  <a:pt x="5868" y="1488956"/>
                </a:lnTo>
                <a:lnTo>
                  <a:pt x="2684" y="1533389"/>
                </a:lnTo>
                <a:lnTo>
                  <a:pt x="0" y="1570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8177055" y="4280796"/>
            <a:ext cx="185420" cy="899794"/>
          </a:xfrm>
          <a:custGeom>
            <a:avLst/>
            <a:gdLst/>
            <a:ahLst/>
            <a:cxnLst/>
            <a:rect l="l" t="t" r="r" b="b"/>
            <a:pathLst>
              <a:path w="185420" h="899795">
                <a:moveTo>
                  <a:pt x="0" y="0"/>
                </a:moveTo>
                <a:lnTo>
                  <a:pt x="1616" y="42564"/>
                </a:lnTo>
                <a:lnTo>
                  <a:pt x="8227" y="145374"/>
                </a:lnTo>
                <a:lnTo>
                  <a:pt x="22480" y="271107"/>
                </a:lnTo>
                <a:lnTo>
                  <a:pt x="47019" y="382438"/>
                </a:lnTo>
                <a:lnTo>
                  <a:pt x="58357" y="419921"/>
                </a:lnTo>
                <a:lnTo>
                  <a:pt x="70106" y="464526"/>
                </a:lnTo>
                <a:lnTo>
                  <a:pt x="82207" y="514514"/>
                </a:lnTo>
                <a:lnTo>
                  <a:pt x="94605" y="568148"/>
                </a:lnTo>
                <a:lnTo>
                  <a:pt x="107243" y="623690"/>
                </a:lnTo>
                <a:lnTo>
                  <a:pt x="120065" y="679401"/>
                </a:lnTo>
                <a:lnTo>
                  <a:pt x="133013" y="733544"/>
                </a:lnTo>
                <a:lnTo>
                  <a:pt x="146033" y="784380"/>
                </a:lnTo>
                <a:lnTo>
                  <a:pt x="159066" y="830172"/>
                </a:lnTo>
                <a:lnTo>
                  <a:pt x="172057" y="869181"/>
                </a:lnTo>
                <a:lnTo>
                  <a:pt x="184948" y="89966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9403858" y="4343494"/>
            <a:ext cx="213360" cy="837565"/>
          </a:xfrm>
          <a:custGeom>
            <a:avLst/>
            <a:gdLst/>
            <a:ahLst/>
            <a:cxnLst/>
            <a:rect l="l" t="t" r="r" b="b"/>
            <a:pathLst>
              <a:path w="213359" h="837564">
                <a:moveTo>
                  <a:pt x="213159" y="0"/>
                </a:moveTo>
                <a:lnTo>
                  <a:pt x="190827" y="114025"/>
                </a:lnTo>
                <a:lnTo>
                  <a:pt x="166877" y="218206"/>
                </a:lnTo>
                <a:lnTo>
                  <a:pt x="137930" y="319741"/>
                </a:lnTo>
                <a:lnTo>
                  <a:pt x="126592" y="357224"/>
                </a:lnTo>
                <a:lnTo>
                  <a:pt x="114843" y="401828"/>
                </a:lnTo>
                <a:lnTo>
                  <a:pt x="102742" y="451817"/>
                </a:lnTo>
                <a:lnTo>
                  <a:pt x="90344" y="505451"/>
                </a:lnTo>
                <a:lnTo>
                  <a:pt x="77706" y="560993"/>
                </a:lnTo>
                <a:lnTo>
                  <a:pt x="64884" y="616704"/>
                </a:lnTo>
                <a:lnTo>
                  <a:pt x="51935" y="670847"/>
                </a:lnTo>
                <a:lnTo>
                  <a:pt x="38916" y="721683"/>
                </a:lnTo>
                <a:lnTo>
                  <a:pt x="25883" y="767475"/>
                </a:lnTo>
                <a:lnTo>
                  <a:pt x="12892" y="806483"/>
                </a:lnTo>
                <a:lnTo>
                  <a:pt x="0" y="83697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271097" y="4886575"/>
            <a:ext cx="12065" cy="297180"/>
          </a:xfrm>
          <a:custGeom>
            <a:avLst/>
            <a:gdLst/>
            <a:ahLst/>
            <a:cxnLst/>
            <a:rect l="l" t="t" r="r" b="b"/>
            <a:pathLst>
              <a:path w="12065" h="297179">
                <a:moveTo>
                  <a:pt x="9126" y="0"/>
                </a:moveTo>
                <a:lnTo>
                  <a:pt x="10356" y="28612"/>
                </a:lnTo>
                <a:lnTo>
                  <a:pt x="11645" y="101052"/>
                </a:lnTo>
                <a:lnTo>
                  <a:pt x="9393" y="197222"/>
                </a:lnTo>
                <a:lnTo>
                  <a:pt x="0" y="29702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476500" y="4936727"/>
            <a:ext cx="29845" cy="243840"/>
          </a:xfrm>
          <a:custGeom>
            <a:avLst/>
            <a:gdLst/>
            <a:ahLst/>
            <a:cxnLst/>
            <a:rect l="l" t="t" r="r" b="b"/>
            <a:pathLst>
              <a:path w="29845" h="243839">
                <a:moveTo>
                  <a:pt x="91" y="0"/>
                </a:moveTo>
                <a:lnTo>
                  <a:pt x="0" y="20441"/>
                </a:lnTo>
                <a:lnTo>
                  <a:pt x="2283" y="74786"/>
                </a:lnTo>
                <a:lnTo>
                  <a:pt x="10780" y="152569"/>
                </a:lnTo>
                <a:lnTo>
                  <a:pt x="29328" y="24332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552379" y="3896791"/>
            <a:ext cx="159091" cy="1590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552379" y="4101332"/>
            <a:ext cx="159091" cy="1590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044536" y="3896791"/>
            <a:ext cx="159086" cy="1590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044536" y="4101332"/>
            <a:ext cx="159086" cy="1590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8341326" y="4377646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564"/>
                </a:lnTo>
              </a:path>
            </a:pathLst>
          </a:custGeom>
          <a:ln w="3229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8341329" y="3975590"/>
            <a:ext cx="211454" cy="402590"/>
          </a:xfrm>
          <a:custGeom>
            <a:avLst/>
            <a:gdLst/>
            <a:ahLst/>
            <a:cxnLst/>
            <a:rect l="l" t="t" r="r" b="b"/>
            <a:pathLst>
              <a:path w="211454" h="402589">
                <a:moveTo>
                  <a:pt x="211049" y="746"/>
                </a:moveTo>
                <a:lnTo>
                  <a:pt x="178071" y="0"/>
                </a:lnTo>
                <a:lnTo>
                  <a:pt x="105519" y="32198"/>
                </a:lnTo>
                <a:lnTo>
                  <a:pt x="32970" y="148997"/>
                </a:lnTo>
                <a:lnTo>
                  <a:pt x="0" y="4020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341329" y="4186701"/>
            <a:ext cx="211454" cy="191135"/>
          </a:xfrm>
          <a:custGeom>
            <a:avLst/>
            <a:gdLst/>
            <a:ahLst/>
            <a:cxnLst/>
            <a:rect l="l" t="t" r="r" b="b"/>
            <a:pathLst>
              <a:path w="211454" h="191135">
                <a:moveTo>
                  <a:pt x="211049" y="4750"/>
                </a:moveTo>
                <a:lnTo>
                  <a:pt x="182151" y="0"/>
                </a:lnTo>
                <a:lnTo>
                  <a:pt x="116400" y="7598"/>
                </a:lnTo>
                <a:lnTo>
                  <a:pt x="45211" y="60321"/>
                </a:lnTo>
                <a:lnTo>
                  <a:pt x="0" y="1909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428536" y="4377646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564"/>
                </a:lnTo>
              </a:path>
            </a:pathLst>
          </a:custGeom>
          <a:ln w="3229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203622" y="3976337"/>
            <a:ext cx="225425" cy="417195"/>
          </a:xfrm>
          <a:custGeom>
            <a:avLst/>
            <a:gdLst/>
            <a:ahLst/>
            <a:cxnLst/>
            <a:rect l="l" t="t" r="r" b="b"/>
            <a:pathLst>
              <a:path w="225425" h="417195">
                <a:moveTo>
                  <a:pt x="0" y="0"/>
                </a:moveTo>
                <a:lnTo>
                  <a:pt x="35183" y="1702"/>
                </a:lnTo>
                <a:lnTo>
                  <a:pt x="112584" y="39288"/>
                </a:lnTo>
                <a:lnTo>
                  <a:pt x="189983" y="161476"/>
                </a:lnTo>
                <a:lnTo>
                  <a:pt x="225158" y="41698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9203622" y="4189150"/>
            <a:ext cx="225425" cy="204470"/>
          </a:xfrm>
          <a:custGeom>
            <a:avLst/>
            <a:gdLst/>
            <a:ahLst/>
            <a:cxnLst/>
            <a:rect l="l" t="t" r="r" b="b"/>
            <a:pathLst>
              <a:path w="225425" h="204470">
                <a:moveTo>
                  <a:pt x="0" y="2301"/>
                </a:moveTo>
                <a:lnTo>
                  <a:pt x="31102" y="0"/>
                </a:lnTo>
                <a:lnTo>
                  <a:pt x="101703" y="12986"/>
                </a:lnTo>
                <a:lnTo>
                  <a:pt x="177742" y="71097"/>
                </a:lnTo>
                <a:lnTo>
                  <a:pt x="225158" y="20417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0935419" y="3600601"/>
            <a:ext cx="144780" cy="1560830"/>
          </a:xfrm>
          <a:custGeom>
            <a:avLst/>
            <a:gdLst/>
            <a:ahLst/>
            <a:cxnLst/>
            <a:rect l="l" t="t" r="r" b="b"/>
            <a:pathLst>
              <a:path w="144779" h="1560829">
                <a:moveTo>
                  <a:pt x="25101" y="0"/>
                </a:moveTo>
                <a:lnTo>
                  <a:pt x="13054" y="46580"/>
                </a:lnTo>
                <a:lnTo>
                  <a:pt x="5339" y="92591"/>
                </a:lnTo>
                <a:lnTo>
                  <a:pt x="1229" y="138454"/>
                </a:lnTo>
                <a:lnTo>
                  <a:pt x="0" y="184590"/>
                </a:lnTo>
                <a:lnTo>
                  <a:pt x="926" y="231419"/>
                </a:lnTo>
                <a:lnTo>
                  <a:pt x="3283" y="279363"/>
                </a:lnTo>
                <a:lnTo>
                  <a:pt x="6346" y="328842"/>
                </a:lnTo>
                <a:lnTo>
                  <a:pt x="17247" y="396792"/>
                </a:lnTo>
                <a:lnTo>
                  <a:pt x="27254" y="438431"/>
                </a:lnTo>
                <a:lnTo>
                  <a:pt x="39445" y="484194"/>
                </a:lnTo>
                <a:lnTo>
                  <a:pt x="53180" y="533342"/>
                </a:lnTo>
                <a:lnTo>
                  <a:pt x="67818" y="585137"/>
                </a:lnTo>
                <a:lnTo>
                  <a:pt x="82720" y="638840"/>
                </a:lnTo>
                <a:lnTo>
                  <a:pt x="97245" y="693713"/>
                </a:lnTo>
                <a:lnTo>
                  <a:pt x="110754" y="749016"/>
                </a:lnTo>
                <a:lnTo>
                  <a:pt x="122605" y="804012"/>
                </a:lnTo>
                <a:lnTo>
                  <a:pt x="132158" y="857961"/>
                </a:lnTo>
                <a:lnTo>
                  <a:pt x="138774" y="910124"/>
                </a:lnTo>
                <a:lnTo>
                  <a:pt x="141813" y="959764"/>
                </a:lnTo>
                <a:lnTo>
                  <a:pt x="142929" y="1009970"/>
                </a:lnTo>
                <a:lnTo>
                  <a:pt x="143886" y="1058850"/>
                </a:lnTo>
                <a:lnTo>
                  <a:pt x="144391" y="1106792"/>
                </a:lnTo>
                <a:lnTo>
                  <a:pt x="144151" y="1154185"/>
                </a:lnTo>
                <a:lnTo>
                  <a:pt x="142875" y="1201419"/>
                </a:lnTo>
                <a:lnTo>
                  <a:pt x="140268" y="1248882"/>
                </a:lnTo>
                <a:lnTo>
                  <a:pt x="136039" y="1296963"/>
                </a:lnTo>
                <a:lnTo>
                  <a:pt x="129894" y="1346052"/>
                </a:lnTo>
                <a:lnTo>
                  <a:pt x="121542" y="1396537"/>
                </a:lnTo>
                <a:lnTo>
                  <a:pt x="110689" y="1448808"/>
                </a:lnTo>
                <a:lnTo>
                  <a:pt x="97043" y="1503253"/>
                </a:lnTo>
                <a:lnTo>
                  <a:pt x="80310" y="15602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9858190" y="3600601"/>
            <a:ext cx="144780" cy="1560830"/>
          </a:xfrm>
          <a:custGeom>
            <a:avLst/>
            <a:gdLst/>
            <a:ahLst/>
            <a:cxnLst/>
            <a:rect l="l" t="t" r="r" b="b"/>
            <a:pathLst>
              <a:path w="144779" h="1560829">
                <a:moveTo>
                  <a:pt x="119288" y="0"/>
                </a:moveTo>
                <a:lnTo>
                  <a:pt x="131336" y="46580"/>
                </a:lnTo>
                <a:lnTo>
                  <a:pt x="139053" y="92591"/>
                </a:lnTo>
                <a:lnTo>
                  <a:pt x="143164" y="138454"/>
                </a:lnTo>
                <a:lnTo>
                  <a:pt x="144393" y="184590"/>
                </a:lnTo>
                <a:lnTo>
                  <a:pt x="143467" y="231419"/>
                </a:lnTo>
                <a:lnTo>
                  <a:pt x="141110" y="279363"/>
                </a:lnTo>
                <a:lnTo>
                  <a:pt x="138047" y="328842"/>
                </a:lnTo>
                <a:lnTo>
                  <a:pt x="127146" y="396792"/>
                </a:lnTo>
                <a:lnTo>
                  <a:pt x="117139" y="438431"/>
                </a:lnTo>
                <a:lnTo>
                  <a:pt x="104947" y="484194"/>
                </a:lnTo>
                <a:lnTo>
                  <a:pt x="91212" y="533342"/>
                </a:lnTo>
                <a:lnTo>
                  <a:pt x="76573" y="585137"/>
                </a:lnTo>
                <a:lnTo>
                  <a:pt x="61671" y="638840"/>
                </a:lnTo>
                <a:lnTo>
                  <a:pt x="47145" y="693713"/>
                </a:lnTo>
                <a:lnTo>
                  <a:pt x="33637" y="749016"/>
                </a:lnTo>
                <a:lnTo>
                  <a:pt x="21786" y="804012"/>
                </a:lnTo>
                <a:lnTo>
                  <a:pt x="12232" y="857961"/>
                </a:lnTo>
                <a:lnTo>
                  <a:pt x="5617" y="910124"/>
                </a:lnTo>
                <a:lnTo>
                  <a:pt x="2579" y="959764"/>
                </a:lnTo>
                <a:lnTo>
                  <a:pt x="1462" y="1009970"/>
                </a:lnTo>
                <a:lnTo>
                  <a:pt x="505" y="1058850"/>
                </a:lnTo>
                <a:lnTo>
                  <a:pt x="0" y="1106792"/>
                </a:lnTo>
                <a:lnTo>
                  <a:pt x="239" y="1154185"/>
                </a:lnTo>
                <a:lnTo>
                  <a:pt x="1515" y="1201419"/>
                </a:lnTo>
                <a:lnTo>
                  <a:pt x="4122" y="1248882"/>
                </a:lnTo>
                <a:lnTo>
                  <a:pt x="8351" y="1296963"/>
                </a:lnTo>
                <a:lnTo>
                  <a:pt x="14496" y="1346052"/>
                </a:lnTo>
                <a:lnTo>
                  <a:pt x="22849" y="1396537"/>
                </a:lnTo>
                <a:lnTo>
                  <a:pt x="33703" y="1448808"/>
                </a:lnTo>
                <a:lnTo>
                  <a:pt x="47350" y="1503253"/>
                </a:lnTo>
                <a:lnTo>
                  <a:pt x="64083" y="15602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0529726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80" y="0"/>
                </a:moveTo>
                <a:lnTo>
                  <a:pt x="133016" y="6472"/>
                </a:lnTo>
                <a:lnTo>
                  <a:pt x="89735" y="24736"/>
                </a:lnTo>
                <a:lnTo>
                  <a:pt x="53067" y="53067"/>
                </a:lnTo>
                <a:lnTo>
                  <a:pt x="24736" y="89735"/>
                </a:lnTo>
                <a:lnTo>
                  <a:pt x="6472" y="133016"/>
                </a:lnTo>
                <a:lnTo>
                  <a:pt x="0" y="181180"/>
                </a:lnTo>
                <a:lnTo>
                  <a:pt x="6472" y="229346"/>
                </a:lnTo>
                <a:lnTo>
                  <a:pt x="24736" y="272627"/>
                </a:lnTo>
                <a:lnTo>
                  <a:pt x="53067" y="309295"/>
                </a:lnTo>
                <a:lnTo>
                  <a:pt x="89735" y="337625"/>
                </a:lnTo>
                <a:lnTo>
                  <a:pt x="133016" y="355889"/>
                </a:lnTo>
                <a:lnTo>
                  <a:pt x="181180" y="362361"/>
                </a:lnTo>
                <a:lnTo>
                  <a:pt x="229346" y="355889"/>
                </a:lnTo>
                <a:lnTo>
                  <a:pt x="272627" y="337625"/>
                </a:lnTo>
                <a:lnTo>
                  <a:pt x="309295" y="309295"/>
                </a:lnTo>
                <a:lnTo>
                  <a:pt x="337625" y="272627"/>
                </a:lnTo>
                <a:lnTo>
                  <a:pt x="355889" y="229346"/>
                </a:lnTo>
                <a:lnTo>
                  <a:pt x="362361" y="181180"/>
                </a:lnTo>
                <a:lnTo>
                  <a:pt x="355889" y="133016"/>
                </a:lnTo>
                <a:lnTo>
                  <a:pt x="337625" y="89735"/>
                </a:lnTo>
                <a:lnTo>
                  <a:pt x="309295" y="53067"/>
                </a:lnTo>
                <a:lnTo>
                  <a:pt x="272627" y="24736"/>
                </a:lnTo>
                <a:lnTo>
                  <a:pt x="229346" y="6472"/>
                </a:lnTo>
                <a:lnTo>
                  <a:pt x="18118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0529726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80" y="0"/>
                </a:moveTo>
                <a:lnTo>
                  <a:pt x="229346" y="6472"/>
                </a:lnTo>
                <a:lnTo>
                  <a:pt x="272627" y="24736"/>
                </a:lnTo>
                <a:lnTo>
                  <a:pt x="309295" y="53067"/>
                </a:lnTo>
                <a:lnTo>
                  <a:pt x="337625" y="89735"/>
                </a:lnTo>
                <a:lnTo>
                  <a:pt x="355889" y="133016"/>
                </a:lnTo>
                <a:lnTo>
                  <a:pt x="362361" y="181180"/>
                </a:lnTo>
                <a:lnTo>
                  <a:pt x="355889" y="229346"/>
                </a:lnTo>
                <a:lnTo>
                  <a:pt x="337625" y="272627"/>
                </a:lnTo>
                <a:lnTo>
                  <a:pt x="309295" y="309295"/>
                </a:lnTo>
                <a:lnTo>
                  <a:pt x="272627" y="337625"/>
                </a:lnTo>
                <a:lnTo>
                  <a:pt x="229346" y="355889"/>
                </a:lnTo>
                <a:lnTo>
                  <a:pt x="181180" y="362361"/>
                </a:lnTo>
                <a:lnTo>
                  <a:pt x="133016" y="355889"/>
                </a:lnTo>
                <a:lnTo>
                  <a:pt x="89735" y="337625"/>
                </a:lnTo>
                <a:lnTo>
                  <a:pt x="53067" y="309295"/>
                </a:lnTo>
                <a:lnTo>
                  <a:pt x="24736" y="272627"/>
                </a:lnTo>
                <a:lnTo>
                  <a:pt x="6472" y="229346"/>
                </a:lnTo>
                <a:lnTo>
                  <a:pt x="0" y="181180"/>
                </a:lnTo>
                <a:lnTo>
                  <a:pt x="6472" y="133016"/>
                </a:lnTo>
                <a:lnTo>
                  <a:pt x="24736" y="89735"/>
                </a:lnTo>
                <a:lnTo>
                  <a:pt x="53067" y="53067"/>
                </a:lnTo>
                <a:lnTo>
                  <a:pt x="89735" y="24736"/>
                </a:lnTo>
                <a:lnTo>
                  <a:pt x="133016" y="6472"/>
                </a:lnTo>
                <a:lnTo>
                  <a:pt x="181180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0046981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76" y="0"/>
                </a:moveTo>
                <a:lnTo>
                  <a:pt x="133012" y="6472"/>
                </a:lnTo>
                <a:lnTo>
                  <a:pt x="89733" y="24736"/>
                </a:lnTo>
                <a:lnTo>
                  <a:pt x="53065" y="53067"/>
                </a:lnTo>
                <a:lnTo>
                  <a:pt x="24735" y="89735"/>
                </a:lnTo>
                <a:lnTo>
                  <a:pt x="6471" y="133016"/>
                </a:lnTo>
                <a:lnTo>
                  <a:pt x="0" y="181180"/>
                </a:lnTo>
                <a:lnTo>
                  <a:pt x="6471" y="229346"/>
                </a:lnTo>
                <a:lnTo>
                  <a:pt x="24735" y="272627"/>
                </a:lnTo>
                <a:lnTo>
                  <a:pt x="53065" y="309295"/>
                </a:lnTo>
                <a:lnTo>
                  <a:pt x="89733" y="337625"/>
                </a:lnTo>
                <a:lnTo>
                  <a:pt x="133012" y="355889"/>
                </a:lnTo>
                <a:lnTo>
                  <a:pt x="181176" y="362361"/>
                </a:lnTo>
                <a:lnTo>
                  <a:pt x="229342" y="355889"/>
                </a:lnTo>
                <a:lnTo>
                  <a:pt x="272623" y="337625"/>
                </a:lnTo>
                <a:lnTo>
                  <a:pt x="309291" y="309295"/>
                </a:lnTo>
                <a:lnTo>
                  <a:pt x="337621" y="272627"/>
                </a:lnTo>
                <a:lnTo>
                  <a:pt x="355885" y="229346"/>
                </a:lnTo>
                <a:lnTo>
                  <a:pt x="362357" y="181180"/>
                </a:lnTo>
                <a:lnTo>
                  <a:pt x="355885" y="133016"/>
                </a:lnTo>
                <a:lnTo>
                  <a:pt x="337621" y="89735"/>
                </a:lnTo>
                <a:lnTo>
                  <a:pt x="309291" y="53067"/>
                </a:lnTo>
                <a:lnTo>
                  <a:pt x="272623" y="24736"/>
                </a:lnTo>
                <a:lnTo>
                  <a:pt x="229342" y="6472"/>
                </a:lnTo>
                <a:lnTo>
                  <a:pt x="18117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0046981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76" y="0"/>
                </a:moveTo>
                <a:lnTo>
                  <a:pt x="229342" y="6472"/>
                </a:lnTo>
                <a:lnTo>
                  <a:pt x="272623" y="24736"/>
                </a:lnTo>
                <a:lnTo>
                  <a:pt x="309291" y="53067"/>
                </a:lnTo>
                <a:lnTo>
                  <a:pt x="337621" y="89735"/>
                </a:lnTo>
                <a:lnTo>
                  <a:pt x="355885" y="133016"/>
                </a:lnTo>
                <a:lnTo>
                  <a:pt x="362357" y="181180"/>
                </a:lnTo>
                <a:lnTo>
                  <a:pt x="355885" y="229346"/>
                </a:lnTo>
                <a:lnTo>
                  <a:pt x="337621" y="272627"/>
                </a:lnTo>
                <a:lnTo>
                  <a:pt x="309291" y="309295"/>
                </a:lnTo>
                <a:lnTo>
                  <a:pt x="272623" y="337625"/>
                </a:lnTo>
                <a:lnTo>
                  <a:pt x="229342" y="355889"/>
                </a:lnTo>
                <a:lnTo>
                  <a:pt x="181176" y="362361"/>
                </a:lnTo>
                <a:lnTo>
                  <a:pt x="133012" y="355889"/>
                </a:lnTo>
                <a:lnTo>
                  <a:pt x="89733" y="337625"/>
                </a:lnTo>
                <a:lnTo>
                  <a:pt x="53065" y="309295"/>
                </a:lnTo>
                <a:lnTo>
                  <a:pt x="24735" y="272627"/>
                </a:lnTo>
                <a:lnTo>
                  <a:pt x="6471" y="229346"/>
                </a:lnTo>
                <a:lnTo>
                  <a:pt x="0" y="181180"/>
                </a:lnTo>
                <a:lnTo>
                  <a:pt x="6471" y="133016"/>
                </a:lnTo>
                <a:lnTo>
                  <a:pt x="24735" y="89735"/>
                </a:lnTo>
                <a:lnTo>
                  <a:pt x="53065" y="53067"/>
                </a:lnTo>
                <a:lnTo>
                  <a:pt x="89733" y="24736"/>
                </a:lnTo>
                <a:lnTo>
                  <a:pt x="133012" y="6472"/>
                </a:lnTo>
                <a:lnTo>
                  <a:pt x="181176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0746435" y="4863020"/>
            <a:ext cx="162560" cy="54610"/>
          </a:xfrm>
          <a:custGeom>
            <a:avLst/>
            <a:gdLst/>
            <a:ahLst/>
            <a:cxnLst/>
            <a:rect l="l" t="t" r="r" b="b"/>
            <a:pathLst>
              <a:path w="162559" h="54610">
                <a:moveTo>
                  <a:pt x="22331" y="0"/>
                </a:moveTo>
                <a:lnTo>
                  <a:pt x="14371" y="683"/>
                </a:lnTo>
                <a:lnTo>
                  <a:pt x="7508" y="4252"/>
                </a:lnTo>
                <a:lnTo>
                  <a:pt x="2474" y="10124"/>
                </a:lnTo>
                <a:lnTo>
                  <a:pt x="0" y="17726"/>
                </a:lnTo>
                <a:lnTo>
                  <a:pt x="685" y="25684"/>
                </a:lnTo>
                <a:lnTo>
                  <a:pt x="4254" y="32546"/>
                </a:lnTo>
                <a:lnTo>
                  <a:pt x="10126" y="37580"/>
                </a:lnTo>
                <a:lnTo>
                  <a:pt x="17722" y="40054"/>
                </a:lnTo>
                <a:lnTo>
                  <a:pt x="139626" y="54082"/>
                </a:lnTo>
                <a:lnTo>
                  <a:pt x="147586" y="53398"/>
                </a:lnTo>
                <a:lnTo>
                  <a:pt x="154449" y="49829"/>
                </a:lnTo>
                <a:lnTo>
                  <a:pt x="159483" y="43958"/>
                </a:lnTo>
                <a:lnTo>
                  <a:pt x="161956" y="36356"/>
                </a:lnTo>
                <a:lnTo>
                  <a:pt x="161273" y="28398"/>
                </a:lnTo>
                <a:lnTo>
                  <a:pt x="157704" y="21537"/>
                </a:lnTo>
                <a:lnTo>
                  <a:pt x="151832" y="16503"/>
                </a:lnTo>
                <a:lnTo>
                  <a:pt x="144237" y="14029"/>
                </a:lnTo>
                <a:lnTo>
                  <a:pt x="2233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0659867" y="4551902"/>
            <a:ext cx="95250" cy="330200"/>
          </a:xfrm>
          <a:custGeom>
            <a:avLst/>
            <a:gdLst/>
            <a:ahLst/>
            <a:cxnLst/>
            <a:rect l="l" t="t" r="r" b="b"/>
            <a:pathLst>
              <a:path w="95250" h="330200">
                <a:moveTo>
                  <a:pt x="70694" y="0"/>
                </a:moveTo>
                <a:lnTo>
                  <a:pt x="44068" y="42814"/>
                </a:lnTo>
                <a:lnTo>
                  <a:pt x="1731" y="141673"/>
                </a:lnTo>
                <a:lnTo>
                  <a:pt x="0" y="252199"/>
                </a:lnTo>
                <a:lnTo>
                  <a:pt x="95189" y="33001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0228158" y="4552948"/>
            <a:ext cx="527050" cy="329565"/>
          </a:xfrm>
          <a:custGeom>
            <a:avLst/>
            <a:gdLst/>
            <a:ahLst/>
            <a:cxnLst/>
            <a:rect l="l" t="t" r="r" b="b"/>
            <a:pathLst>
              <a:path w="527050" h="329564">
                <a:moveTo>
                  <a:pt x="0" y="0"/>
                </a:moveTo>
                <a:lnTo>
                  <a:pt x="15285" y="44194"/>
                </a:lnTo>
                <a:lnTo>
                  <a:pt x="84670" y="145265"/>
                </a:lnTo>
                <a:lnTo>
                  <a:pt x="243444" y="255945"/>
                </a:lnTo>
                <a:lnTo>
                  <a:pt x="526898" y="3289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0050264" y="4919428"/>
            <a:ext cx="836294" cy="114935"/>
          </a:xfrm>
          <a:custGeom>
            <a:avLst/>
            <a:gdLst/>
            <a:ahLst/>
            <a:cxnLst/>
            <a:rect l="l" t="t" r="r" b="b"/>
            <a:pathLst>
              <a:path w="836295" h="114935">
                <a:moveTo>
                  <a:pt x="0" y="19965"/>
                </a:moveTo>
                <a:lnTo>
                  <a:pt x="30608" y="52847"/>
                </a:lnTo>
                <a:lnTo>
                  <a:pt x="65195" y="78482"/>
                </a:lnTo>
                <a:lnTo>
                  <a:pt x="102958" y="97160"/>
                </a:lnTo>
                <a:lnTo>
                  <a:pt x="143095" y="109172"/>
                </a:lnTo>
                <a:lnTo>
                  <a:pt x="184804" y="114805"/>
                </a:lnTo>
                <a:lnTo>
                  <a:pt x="227282" y="114351"/>
                </a:lnTo>
                <a:lnTo>
                  <a:pt x="269728" y="108099"/>
                </a:lnTo>
                <a:lnTo>
                  <a:pt x="311338" y="96338"/>
                </a:lnTo>
                <a:lnTo>
                  <a:pt x="351310" y="79357"/>
                </a:lnTo>
                <a:lnTo>
                  <a:pt x="388843" y="57448"/>
                </a:lnTo>
                <a:lnTo>
                  <a:pt x="423133" y="30899"/>
                </a:lnTo>
                <a:lnTo>
                  <a:pt x="453379" y="0"/>
                </a:lnTo>
                <a:lnTo>
                  <a:pt x="501385" y="35872"/>
                </a:lnTo>
                <a:lnTo>
                  <a:pt x="545888" y="65898"/>
                </a:lnTo>
                <a:lnTo>
                  <a:pt x="587798" y="89257"/>
                </a:lnTo>
                <a:lnTo>
                  <a:pt x="628027" y="105131"/>
                </a:lnTo>
                <a:lnTo>
                  <a:pt x="667483" y="112699"/>
                </a:lnTo>
                <a:lnTo>
                  <a:pt x="707079" y="111141"/>
                </a:lnTo>
                <a:lnTo>
                  <a:pt x="747723" y="99639"/>
                </a:lnTo>
                <a:lnTo>
                  <a:pt x="790327" y="77371"/>
                </a:lnTo>
                <a:lnTo>
                  <a:pt x="835800" y="4352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0503644" y="4707850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211578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0442271" y="4973576"/>
            <a:ext cx="21590" cy="187325"/>
          </a:xfrm>
          <a:custGeom>
            <a:avLst/>
            <a:gdLst/>
            <a:ahLst/>
            <a:cxnLst/>
            <a:rect l="l" t="t" r="r" b="b"/>
            <a:pathLst>
              <a:path w="21590" h="187325">
                <a:moveTo>
                  <a:pt x="21391" y="187286"/>
                </a:moveTo>
                <a:lnTo>
                  <a:pt x="20674" y="132327"/>
                </a:lnTo>
                <a:lnTo>
                  <a:pt x="16955" y="76662"/>
                </a:lnTo>
                <a:lnTo>
                  <a:pt x="12056" y="38180"/>
                </a:lnTo>
                <a:lnTo>
                  <a:pt x="7597" y="19174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0544763" y="4958845"/>
            <a:ext cx="21590" cy="192405"/>
          </a:xfrm>
          <a:custGeom>
            <a:avLst/>
            <a:gdLst/>
            <a:ahLst/>
            <a:cxnLst/>
            <a:rect l="l" t="t" r="r" b="b"/>
            <a:pathLst>
              <a:path w="21590" h="192404">
                <a:moveTo>
                  <a:pt x="0" y="191833"/>
                </a:moveTo>
                <a:lnTo>
                  <a:pt x="718" y="136871"/>
                </a:lnTo>
                <a:lnTo>
                  <a:pt x="4436" y="81208"/>
                </a:lnTo>
                <a:lnTo>
                  <a:pt x="10738" y="39003"/>
                </a:lnTo>
                <a:lnTo>
                  <a:pt x="15388" y="18252"/>
                </a:lnTo>
                <a:lnTo>
                  <a:pt x="21442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2597152" y="7866965"/>
            <a:ext cx="46545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2113255" y="7865489"/>
            <a:ext cx="45339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03594" y="2399505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77898" y="5959529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7144" y="6362917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贴于斜⽅肌左右处上下各贴⼀⽚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7120" y="6588467"/>
            <a:ext cx="2159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极⽚</a:t>
            </a:r>
            <a:r>
              <a:rPr sz="1200" spc="-5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骶尾两侧各贴⼀⽚电极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94227" y="594648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32251" y="5989481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⾁组织因疲劳引起的局部肌纤维挛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225" y="6216915"/>
            <a:ext cx="750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除肌紧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2219" y="6444345"/>
            <a:ext cx="2584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脉冲电流的刺激作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使肌⾁产⽣⼀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2190" y="667178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机械式的按摩揉捏形式的蠕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加强周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2139" y="6839415"/>
            <a:ext cx="257683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组织的⾎液循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有利于排除肌⾁组织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中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积累的代谢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解除肌⾁酸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8408" y="538822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32277" y="5402650"/>
            <a:ext cx="2584450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调节神经系统兴奋和⼀直过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8408" y="397814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1066" y="2597508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30317" y="2611861"/>
            <a:ext cx="8185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 marR="73025">
              <a:lnSpc>
                <a:spcPct val="135000"/>
              </a:lnSpc>
              <a:spcBef>
                <a:spcPts val="89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658" y="3992645"/>
            <a:ext cx="2648585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53035" indent="-140970">
              <a:lnSpc>
                <a:spcPct val="100000"/>
              </a:lnSpc>
              <a:spcBef>
                <a:spcPts val="1350"/>
              </a:spcBef>
              <a:buSzPct val="91000"/>
              <a:buChar char="•"/>
              <a:tabLst>
                <a:tab pos="153670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53035" indent="-140335">
              <a:lnSpc>
                <a:spcPct val="100000"/>
              </a:lnSpc>
              <a:spcBef>
                <a:spcPts val="47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9375">
              <a:lnSpc>
                <a:spcPct val="100000"/>
              </a:lnSpc>
              <a:spcBef>
                <a:spcPts val="213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3627" y="362637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376801" y="158620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682188" y="1392714"/>
            <a:ext cx="39789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肌⾁酸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8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23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4120131" y="15945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10094492" y="1401977"/>
            <a:ext cx="43103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腰背痛评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估</a:t>
            </a:r>
            <a:r>
              <a:rPr sz="2500" b="1" spc="12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24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436680" y="3604709"/>
            <a:ext cx="708660" cy="1570990"/>
          </a:xfrm>
          <a:custGeom>
            <a:avLst/>
            <a:gdLst/>
            <a:ahLst/>
            <a:cxnLst/>
            <a:rect l="l" t="t" r="r" b="b"/>
            <a:pathLst>
              <a:path w="708660" h="1570989">
                <a:moveTo>
                  <a:pt x="0" y="0"/>
                </a:moveTo>
                <a:lnTo>
                  <a:pt x="29011" y="98729"/>
                </a:lnTo>
                <a:lnTo>
                  <a:pt x="79042" y="182144"/>
                </a:lnTo>
                <a:lnTo>
                  <a:pt x="164994" y="252708"/>
                </a:lnTo>
                <a:lnTo>
                  <a:pt x="226600" y="280065"/>
                </a:lnTo>
                <a:lnTo>
                  <a:pt x="287731" y="300261"/>
                </a:lnTo>
                <a:lnTo>
                  <a:pt x="346236" y="315201"/>
                </a:lnTo>
                <a:lnTo>
                  <a:pt x="399963" y="326790"/>
                </a:lnTo>
                <a:lnTo>
                  <a:pt x="446760" y="336931"/>
                </a:lnTo>
                <a:lnTo>
                  <a:pt x="484477" y="347531"/>
                </a:lnTo>
                <a:lnTo>
                  <a:pt x="531049" y="375976"/>
                </a:lnTo>
                <a:lnTo>
                  <a:pt x="581216" y="424575"/>
                </a:lnTo>
                <a:lnTo>
                  <a:pt x="608136" y="459234"/>
                </a:lnTo>
                <a:lnTo>
                  <a:pt x="634175" y="501828"/>
                </a:lnTo>
                <a:lnTo>
                  <a:pt x="657753" y="553129"/>
                </a:lnTo>
                <a:lnTo>
                  <a:pt x="677289" y="613907"/>
                </a:lnTo>
                <a:lnTo>
                  <a:pt x="691206" y="684935"/>
                </a:lnTo>
                <a:lnTo>
                  <a:pt x="699625" y="756312"/>
                </a:lnTo>
                <a:lnTo>
                  <a:pt x="704187" y="818652"/>
                </a:lnTo>
                <a:lnTo>
                  <a:pt x="705589" y="873498"/>
                </a:lnTo>
                <a:lnTo>
                  <a:pt x="704529" y="922393"/>
                </a:lnTo>
                <a:lnTo>
                  <a:pt x="701706" y="966879"/>
                </a:lnTo>
                <a:lnTo>
                  <a:pt x="697817" y="1008500"/>
                </a:lnTo>
                <a:lnTo>
                  <a:pt x="693561" y="1048798"/>
                </a:lnTo>
                <a:lnTo>
                  <a:pt x="689636" y="1089317"/>
                </a:lnTo>
                <a:lnTo>
                  <a:pt x="687321" y="1126441"/>
                </a:lnTo>
                <a:lnTo>
                  <a:pt x="686002" y="1170790"/>
                </a:lnTo>
                <a:lnTo>
                  <a:pt x="685655" y="1220571"/>
                </a:lnTo>
                <a:lnTo>
                  <a:pt x="686257" y="1273989"/>
                </a:lnTo>
                <a:lnTo>
                  <a:pt x="687783" y="1329253"/>
                </a:lnTo>
                <a:lnTo>
                  <a:pt x="690209" y="1384569"/>
                </a:lnTo>
                <a:lnTo>
                  <a:pt x="693513" y="1438145"/>
                </a:lnTo>
                <a:lnTo>
                  <a:pt x="697669" y="1488187"/>
                </a:lnTo>
                <a:lnTo>
                  <a:pt x="702655" y="1532903"/>
                </a:lnTo>
                <a:lnTo>
                  <a:pt x="708446" y="1570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392975" y="3604709"/>
            <a:ext cx="708660" cy="1570990"/>
          </a:xfrm>
          <a:custGeom>
            <a:avLst/>
            <a:gdLst/>
            <a:ahLst/>
            <a:cxnLst/>
            <a:rect l="l" t="t" r="r" b="b"/>
            <a:pathLst>
              <a:path w="708660" h="1570989">
                <a:moveTo>
                  <a:pt x="708447" y="0"/>
                </a:moveTo>
                <a:lnTo>
                  <a:pt x="679435" y="98729"/>
                </a:lnTo>
                <a:lnTo>
                  <a:pt x="629404" y="182144"/>
                </a:lnTo>
                <a:lnTo>
                  <a:pt x="543452" y="252708"/>
                </a:lnTo>
                <a:lnTo>
                  <a:pt x="481845" y="280065"/>
                </a:lnTo>
                <a:lnTo>
                  <a:pt x="420714" y="300261"/>
                </a:lnTo>
                <a:lnTo>
                  <a:pt x="362210" y="315201"/>
                </a:lnTo>
                <a:lnTo>
                  <a:pt x="308483" y="326790"/>
                </a:lnTo>
                <a:lnTo>
                  <a:pt x="261685" y="336931"/>
                </a:lnTo>
                <a:lnTo>
                  <a:pt x="223969" y="347531"/>
                </a:lnTo>
                <a:lnTo>
                  <a:pt x="177397" y="375976"/>
                </a:lnTo>
                <a:lnTo>
                  <a:pt x="127230" y="424575"/>
                </a:lnTo>
                <a:lnTo>
                  <a:pt x="100309" y="459234"/>
                </a:lnTo>
                <a:lnTo>
                  <a:pt x="74270" y="501828"/>
                </a:lnTo>
                <a:lnTo>
                  <a:pt x="50692" y="553129"/>
                </a:lnTo>
                <a:lnTo>
                  <a:pt x="31154" y="613907"/>
                </a:lnTo>
                <a:lnTo>
                  <a:pt x="17236" y="684935"/>
                </a:lnTo>
                <a:lnTo>
                  <a:pt x="8817" y="756312"/>
                </a:lnTo>
                <a:lnTo>
                  <a:pt x="4257" y="818652"/>
                </a:lnTo>
                <a:lnTo>
                  <a:pt x="2855" y="873498"/>
                </a:lnTo>
                <a:lnTo>
                  <a:pt x="3915" y="922393"/>
                </a:lnTo>
                <a:lnTo>
                  <a:pt x="6739" y="966879"/>
                </a:lnTo>
                <a:lnTo>
                  <a:pt x="10628" y="1008500"/>
                </a:lnTo>
                <a:lnTo>
                  <a:pt x="14884" y="1048798"/>
                </a:lnTo>
                <a:lnTo>
                  <a:pt x="18809" y="1089317"/>
                </a:lnTo>
                <a:lnTo>
                  <a:pt x="20779" y="1126495"/>
                </a:lnTo>
                <a:lnTo>
                  <a:pt x="21216" y="1170982"/>
                </a:lnTo>
                <a:lnTo>
                  <a:pt x="20374" y="1220949"/>
                </a:lnTo>
                <a:lnTo>
                  <a:pt x="18508" y="1274566"/>
                </a:lnTo>
                <a:lnTo>
                  <a:pt x="15870" y="1330004"/>
                </a:lnTo>
                <a:lnTo>
                  <a:pt x="12714" y="1385434"/>
                </a:lnTo>
                <a:lnTo>
                  <a:pt x="9296" y="1439028"/>
                </a:lnTo>
                <a:lnTo>
                  <a:pt x="5868" y="1488956"/>
                </a:lnTo>
                <a:lnTo>
                  <a:pt x="2684" y="1533389"/>
                </a:lnTo>
                <a:lnTo>
                  <a:pt x="0" y="1570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561304" y="4280796"/>
            <a:ext cx="185420" cy="899794"/>
          </a:xfrm>
          <a:custGeom>
            <a:avLst/>
            <a:gdLst/>
            <a:ahLst/>
            <a:cxnLst/>
            <a:rect l="l" t="t" r="r" b="b"/>
            <a:pathLst>
              <a:path w="185420" h="899795">
                <a:moveTo>
                  <a:pt x="0" y="0"/>
                </a:moveTo>
                <a:lnTo>
                  <a:pt x="1616" y="42564"/>
                </a:lnTo>
                <a:lnTo>
                  <a:pt x="8227" y="145374"/>
                </a:lnTo>
                <a:lnTo>
                  <a:pt x="22480" y="271107"/>
                </a:lnTo>
                <a:lnTo>
                  <a:pt x="47020" y="382438"/>
                </a:lnTo>
                <a:lnTo>
                  <a:pt x="58359" y="419921"/>
                </a:lnTo>
                <a:lnTo>
                  <a:pt x="70107" y="464526"/>
                </a:lnTo>
                <a:lnTo>
                  <a:pt x="82209" y="514514"/>
                </a:lnTo>
                <a:lnTo>
                  <a:pt x="94607" y="568148"/>
                </a:lnTo>
                <a:lnTo>
                  <a:pt x="107245" y="623690"/>
                </a:lnTo>
                <a:lnTo>
                  <a:pt x="120066" y="679401"/>
                </a:lnTo>
                <a:lnTo>
                  <a:pt x="133015" y="733544"/>
                </a:lnTo>
                <a:lnTo>
                  <a:pt x="146034" y="784380"/>
                </a:lnTo>
                <a:lnTo>
                  <a:pt x="159067" y="830172"/>
                </a:lnTo>
                <a:lnTo>
                  <a:pt x="172058" y="869181"/>
                </a:lnTo>
                <a:lnTo>
                  <a:pt x="184950" y="89966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788108" y="4343494"/>
            <a:ext cx="213360" cy="837565"/>
          </a:xfrm>
          <a:custGeom>
            <a:avLst/>
            <a:gdLst/>
            <a:ahLst/>
            <a:cxnLst/>
            <a:rect l="l" t="t" r="r" b="b"/>
            <a:pathLst>
              <a:path w="213360" h="837564">
                <a:moveTo>
                  <a:pt x="213159" y="0"/>
                </a:moveTo>
                <a:lnTo>
                  <a:pt x="190827" y="114025"/>
                </a:lnTo>
                <a:lnTo>
                  <a:pt x="166877" y="218206"/>
                </a:lnTo>
                <a:lnTo>
                  <a:pt x="137930" y="319741"/>
                </a:lnTo>
                <a:lnTo>
                  <a:pt x="126592" y="357224"/>
                </a:lnTo>
                <a:lnTo>
                  <a:pt x="114843" y="401828"/>
                </a:lnTo>
                <a:lnTo>
                  <a:pt x="102742" y="451817"/>
                </a:lnTo>
                <a:lnTo>
                  <a:pt x="90343" y="505451"/>
                </a:lnTo>
                <a:lnTo>
                  <a:pt x="77705" y="560993"/>
                </a:lnTo>
                <a:lnTo>
                  <a:pt x="64884" y="616704"/>
                </a:lnTo>
                <a:lnTo>
                  <a:pt x="51935" y="670847"/>
                </a:lnTo>
                <a:lnTo>
                  <a:pt x="38915" y="721683"/>
                </a:lnTo>
                <a:lnTo>
                  <a:pt x="25882" y="767475"/>
                </a:lnTo>
                <a:lnTo>
                  <a:pt x="12891" y="806483"/>
                </a:lnTo>
                <a:lnTo>
                  <a:pt x="0" y="83697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655347" y="4886575"/>
            <a:ext cx="12065" cy="297180"/>
          </a:xfrm>
          <a:custGeom>
            <a:avLst/>
            <a:gdLst/>
            <a:ahLst/>
            <a:cxnLst/>
            <a:rect l="l" t="t" r="r" b="b"/>
            <a:pathLst>
              <a:path w="12064" h="297179">
                <a:moveTo>
                  <a:pt x="9126" y="0"/>
                </a:moveTo>
                <a:lnTo>
                  <a:pt x="10355" y="28612"/>
                </a:lnTo>
                <a:lnTo>
                  <a:pt x="11644" y="101052"/>
                </a:lnTo>
                <a:lnTo>
                  <a:pt x="9393" y="197222"/>
                </a:lnTo>
                <a:lnTo>
                  <a:pt x="0" y="29702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860750" y="4936727"/>
            <a:ext cx="29845" cy="243840"/>
          </a:xfrm>
          <a:custGeom>
            <a:avLst/>
            <a:gdLst/>
            <a:ahLst/>
            <a:cxnLst/>
            <a:rect l="l" t="t" r="r" b="b"/>
            <a:pathLst>
              <a:path w="29845" h="243839">
                <a:moveTo>
                  <a:pt x="92" y="0"/>
                </a:moveTo>
                <a:lnTo>
                  <a:pt x="0" y="20441"/>
                </a:lnTo>
                <a:lnTo>
                  <a:pt x="2282" y="74786"/>
                </a:lnTo>
                <a:lnTo>
                  <a:pt x="10779" y="152569"/>
                </a:lnTo>
                <a:lnTo>
                  <a:pt x="29327" y="24332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36629" y="3896791"/>
            <a:ext cx="159091" cy="159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936629" y="4101332"/>
            <a:ext cx="159091" cy="159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428785" y="3896791"/>
            <a:ext cx="159087" cy="159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428785" y="4101332"/>
            <a:ext cx="159087" cy="159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725575" y="4377646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564"/>
                </a:lnTo>
              </a:path>
            </a:pathLst>
          </a:custGeom>
          <a:ln w="3229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725579" y="3975590"/>
            <a:ext cx="211454" cy="402590"/>
          </a:xfrm>
          <a:custGeom>
            <a:avLst/>
            <a:gdLst/>
            <a:ahLst/>
            <a:cxnLst/>
            <a:rect l="l" t="t" r="r" b="b"/>
            <a:pathLst>
              <a:path w="211454" h="402589">
                <a:moveTo>
                  <a:pt x="211049" y="746"/>
                </a:moveTo>
                <a:lnTo>
                  <a:pt x="178071" y="0"/>
                </a:lnTo>
                <a:lnTo>
                  <a:pt x="105519" y="32198"/>
                </a:lnTo>
                <a:lnTo>
                  <a:pt x="32970" y="148997"/>
                </a:lnTo>
                <a:lnTo>
                  <a:pt x="0" y="4020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725579" y="4186701"/>
            <a:ext cx="211454" cy="191135"/>
          </a:xfrm>
          <a:custGeom>
            <a:avLst/>
            <a:gdLst/>
            <a:ahLst/>
            <a:cxnLst/>
            <a:rect l="l" t="t" r="r" b="b"/>
            <a:pathLst>
              <a:path w="211454" h="191135">
                <a:moveTo>
                  <a:pt x="211049" y="4750"/>
                </a:moveTo>
                <a:lnTo>
                  <a:pt x="182151" y="0"/>
                </a:lnTo>
                <a:lnTo>
                  <a:pt x="116400" y="7598"/>
                </a:lnTo>
                <a:lnTo>
                  <a:pt x="45211" y="60321"/>
                </a:lnTo>
                <a:lnTo>
                  <a:pt x="0" y="1909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812786" y="4377646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564"/>
                </a:lnTo>
              </a:path>
            </a:pathLst>
          </a:custGeom>
          <a:ln w="3229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587872" y="3976337"/>
            <a:ext cx="225425" cy="417195"/>
          </a:xfrm>
          <a:custGeom>
            <a:avLst/>
            <a:gdLst/>
            <a:ahLst/>
            <a:cxnLst/>
            <a:rect l="l" t="t" r="r" b="b"/>
            <a:pathLst>
              <a:path w="225425" h="417195">
                <a:moveTo>
                  <a:pt x="0" y="0"/>
                </a:moveTo>
                <a:lnTo>
                  <a:pt x="35183" y="1702"/>
                </a:lnTo>
                <a:lnTo>
                  <a:pt x="112584" y="39288"/>
                </a:lnTo>
                <a:lnTo>
                  <a:pt x="189983" y="161476"/>
                </a:lnTo>
                <a:lnTo>
                  <a:pt x="225158" y="41698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587872" y="4189150"/>
            <a:ext cx="225425" cy="204470"/>
          </a:xfrm>
          <a:custGeom>
            <a:avLst/>
            <a:gdLst/>
            <a:ahLst/>
            <a:cxnLst/>
            <a:rect l="l" t="t" r="r" b="b"/>
            <a:pathLst>
              <a:path w="225425" h="204470">
                <a:moveTo>
                  <a:pt x="0" y="2301"/>
                </a:moveTo>
                <a:lnTo>
                  <a:pt x="31102" y="0"/>
                </a:lnTo>
                <a:lnTo>
                  <a:pt x="101703" y="12986"/>
                </a:lnTo>
                <a:lnTo>
                  <a:pt x="177742" y="71097"/>
                </a:lnTo>
                <a:lnTo>
                  <a:pt x="225158" y="20417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319668" y="3600601"/>
            <a:ext cx="144780" cy="1560830"/>
          </a:xfrm>
          <a:custGeom>
            <a:avLst/>
            <a:gdLst/>
            <a:ahLst/>
            <a:cxnLst/>
            <a:rect l="l" t="t" r="r" b="b"/>
            <a:pathLst>
              <a:path w="144779" h="1560829">
                <a:moveTo>
                  <a:pt x="25102" y="0"/>
                </a:moveTo>
                <a:lnTo>
                  <a:pt x="13055" y="46580"/>
                </a:lnTo>
                <a:lnTo>
                  <a:pt x="5339" y="92591"/>
                </a:lnTo>
                <a:lnTo>
                  <a:pt x="1229" y="138454"/>
                </a:lnTo>
                <a:lnTo>
                  <a:pt x="0" y="184590"/>
                </a:lnTo>
                <a:lnTo>
                  <a:pt x="926" y="231419"/>
                </a:lnTo>
                <a:lnTo>
                  <a:pt x="3282" y="279363"/>
                </a:lnTo>
                <a:lnTo>
                  <a:pt x="6345" y="328842"/>
                </a:lnTo>
                <a:lnTo>
                  <a:pt x="17246" y="396792"/>
                </a:lnTo>
                <a:lnTo>
                  <a:pt x="27254" y="438431"/>
                </a:lnTo>
                <a:lnTo>
                  <a:pt x="39445" y="484194"/>
                </a:lnTo>
                <a:lnTo>
                  <a:pt x="53180" y="533342"/>
                </a:lnTo>
                <a:lnTo>
                  <a:pt x="67818" y="585137"/>
                </a:lnTo>
                <a:lnTo>
                  <a:pt x="82720" y="638840"/>
                </a:lnTo>
                <a:lnTo>
                  <a:pt x="97246" y="693713"/>
                </a:lnTo>
                <a:lnTo>
                  <a:pt x="110754" y="749016"/>
                </a:lnTo>
                <a:lnTo>
                  <a:pt x="122605" y="804012"/>
                </a:lnTo>
                <a:lnTo>
                  <a:pt x="132159" y="857961"/>
                </a:lnTo>
                <a:lnTo>
                  <a:pt x="138775" y="910124"/>
                </a:lnTo>
                <a:lnTo>
                  <a:pt x="141813" y="959764"/>
                </a:lnTo>
                <a:lnTo>
                  <a:pt x="142929" y="1009970"/>
                </a:lnTo>
                <a:lnTo>
                  <a:pt x="143886" y="1058850"/>
                </a:lnTo>
                <a:lnTo>
                  <a:pt x="144391" y="1106792"/>
                </a:lnTo>
                <a:lnTo>
                  <a:pt x="144151" y="1154185"/>
                </a:lnTo>
                <a:lnTo>
                  <a:pt x="142874" y="1201419"/>
                </a:lnTo>
                <a:lnTo>
                  <a:pt x="140268" y="1248882"/>
                </a:lnTo>
                <a:lnTo>
                  <a:pt x="136039" y="1296963"/>
                </a:lnTo>
                <a:lnTo>
                  <a:pt x="129894" y="1346052"/>
                </a:lnTo>
                <a:lnTo>
                  <a:pt x="121542" y="1396537"/>
                </a:lnTo>
                <a:lnTo>
                  <a:pt x="110689" y="1448808"/>
                </a:lnTo>
                <a:lnTo>
                  <a:pt x="97043" y="1503253"/>
                </a:lnTo>
                <a:lnTo>
                  <a:pt x="80311" y="15602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242441" y="3600601"/>
            <a:ext cx="144780" cy="1560830"/>
          </a:xfrm>
          <a:custGeom>
            <a:avLst/>
            <a:gdLst/>
            <a:ahLst/>
            <a:cxnLst/>
            <a:rect l="l" t="t" r="r" b="b"/>
            <a:pathLst>
              <a:path w="144779" h="1560829">
                <a:moveTo>
                  <a:pt x="119288" y="0"/>
                </a:moveTo>
                <a:lnTo>
                  <a:pt x="131336" y="46580"/>
                </a:lnTo>
                <a:lnTo>
                  <a:pt x="139052" y="92591"/>
                </a:lnTo>
                <a:lnTo>
                  <a:pt x="143163" y="138454"/>
                </a:lnTo>
                <a:lnTo>
                  <a:pt x="144393" y="184590"/>
                </a:lnTo>
                <a:lnTo>
                  <a:pt x="143467" y="231419"/>
                </a:lnTo>
                <a:lnTo>
                  <a:pt x="141110" y="279363"/>
                </a:lnTo>
                <a:lnTo>
                  <a:pt x="138048" y="328842"/>
                </a:lnTo>
                <a:lnTo>
                  <a:pt x="127146" y="396792"/>
                </a:lnTo>
                <a:lnTo>
                  <a:pt x="117139" y="438431"/>
                </a:lnTo>
                <a:lnTo>
                  <a:pt x="104947" y="484194"/>
                </a:lnTo>
                <a:lnTo>
                  <a:pt x="91212" y="533342"/>
                </a:lnTo>
                <a:lnTo>
                  <a:pt x="76573" y="585137"/>
                </a:lnTo>
                <a:lnTo>
                  <a:pt x="61671" y="638840"/>
                </a:lnTo>
                <a:lnTo>
                  <a:pt x="47145" y="693713"/>
                </a:lnTo>
                <a:lnTo>
                  <a:pt x="33637" y="749016"/>
                </a:lnTo>
                <a:lnTo>
                  <a:pt x="21786" y="804012"/>
                </a:lnTo>
                <a:lnTo>
                  <a:pt x="12232" y="857961"/>
                </a:lnTo>
                <a:lnTo>
                  <a:pt x="5617" y="910124"/>
                </a:lnTo>
                <a:lnTo>
                  <a:pt x="2579" y="959764"/>
                </a:lnTo>
                <a:lnTo>
                  <a:pt x="1462" y="1009970"/>
                </a:lnTo>
                <a:lnTo>
                  <a:pt x="505" y="1058850"/>
                </a:lnTo>
                <a:lnTo>
                  <a:pt x="0" y="1106792"/>
                </a:lnTo>
                <a:lnTo>
                  <a:pt x="239" y="1154185"/>
                </a:lnTo>
                <a:lnTo>
                  <a:pt x="1515" y="1201419"/>
                </a:lnTo>
                <a:lnTo>
                  <a:pt x="4122" y="1248882"/>
                </a:lnTo>
                <a:lnTo>
                  <a:pt x="8351" y="1296963"/>
                </a:lnTo>
                <a:lnTo>
                  <a:pt x="14496" y="1346052"/>
                </a:lnTo>
                <a:lnTo>
                  <a:pt x="22848" y="1396537"/>
                </a:lnTo>
                <a:lnTo>
                  <a:pt x="33702" y="1448808"/>
                </a:lnTo>
                <a:lnTo>
                  <a:pt x="47349" y="1503253"/>
                </a:lnTo>
                <a:lnTo>
                  <a:pt x="64081" y="15602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913976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80" y="0"/>
                </a:moveTo>
                <a:lnTo>
                  <a:pt x="133016" y="6472"/>
                </a:lnTo>
                <a:lnTo>
                  <a:pt x="89735" y="24736"/>
                </a:lnTo>
                <a:lnTo>
                  <a:pt x="53067" y="53067"/>
                </a:lnTo>
                <a:lnTo>
                  <a:pt x="24736" y="89735"/>
                </a:lnTo>
                <a:lnTo>
                  <a:pt x="6472" y="133016"/>
                </a:lnTo>
                <a:lnTo>
                  <a:pt x="0" y="181180"/>
                </a:lnTo>
                <a:lnTo>
                  <a:pt x="6472" y="229346"/>
                </a:lnTo>
                <a:lnTo>
                  <a:pt x="24736" y="272627"/>
                </a:lnTo>
                <a:lnTo>
                  <a:pt x="53067" y="309295"/>
                </a:lnTo>
                <a:lnTo>
                  <a:pt x="89735" y="337625"/>
                </a:lnTo>
                <a:lnTo>
                  <a:pt x="133016" y="355889"/>
                </a:lnTo>
                <a:lnTo>
                  <a:pt x="181180" y="362361"/>
                </a:lnTo>
                <a:lnTo>
                  <a:pt x="229346" y="355889"/>
                </a:lnTo>
                <a:lnTo>
                  <a:pt x="272627" y="337625"/>
                </a:lnTo>
                <a:lnTo>
                  <a:pt x="309295" y="309295"/>
                </a:lnTo>
                <a:lnTo>
                  <a:pt x="337625" y="272627"/>
                </a:lnTo>
                <a:lnTo>
                  <a:pt x="355889" y="229346"/>
                </a:lnTo>
                <a:lnTo>
                  <a:pt x="362361" y="181180"/>
                </a:lnTo>
                <a:lnTo>
                  <a:pt x="355889" y="133016"/>
                </a:lnTo>
                <a:lnTo>
                  <a:pt x="337625" y="89735"/>
                </a:lnTo>
                <a:lnTo>
                  <a:pt x="309295" y="53067"/>
                </a:lnTo>
                <a:lnTo>
                  <a:pt x="272627" y="24736"/>
                </a:lnTo>
                <a:lnTo>
                  <a:pt x="229346" y="6472"/>
                </a:lnTo>
                <a:lnTo>
                  <a:pt x="18118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913976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80" y="0"/>
                </a:moveTo>
                <a:lnTo>
                  <a:pt x="229346" y="6472"/>
                </a:lnTo>
                <a:lnTo>
                  <a:pt x="272627" y="24736"/>
                </a:lnTo>
                <a:lnTo>
                  <a:pt x="309295" y="53067"/>
                </a:lnTo>
                <a:lnTo>
                  <a:pt x="337625" y="89735"/>
                </a:lnTo>
                <a:lnTo>
                  <a:pt x="355889" y="133016"/>
                </a:lnTo>
                <a:lnTo>
                  <a:pt x="362361" y="181180"/>
                </a:lnTo>
                <a:lnTo>
                  <a:pt x="355889" y="229346"/>
                </a:lnTo>
                <a:lnTo>
                  <a:pt x="337625" y="272627"/>
                </a:lnTo>
                <a:lnTo>
                  <a:pt x="309295" y="309295"/>
                </a:lnTo>
                <a:lnTo>
                  <a:pt x="272627" y="337625"/>
                </a:lnTo>
                <a:lnTo>
                  <a:pt x="229346" y="355889"/>
                </a:lnTo>
                <a:lnTo>
                  <a:pt x="181180" y="362361"/>
                </a:lnTo>
                <a:lnTo>
                  <a:pt x="133016" y="355889"/>
                </a:lnTo>
                <a:lnTo>
                  <a:pt x="89735" y="337625"/>
                </a:lnTo>
                <a:lnTo>
                  <a:pt x="53067" y="309295"/>
                </a:lnTo>
                <a:lnTo>
                  <a:pt x="24736" y="272627"/>
                </a:lnTo>
                <a:lnTo>
                  <a:pt x="6472" y="229346"/>
                </a:lnTo>
                <a:lnTo>
                  <a:pt x="0" y="181180"/>
                </a:lnTo>
                <a:lnTo>
                  <a:pt x="6472" y="133016"/>
                </a:lnTo>
                <a:lnTo>
                  <a:pt x="24736" y="89735"/>
                </a:lnTo>
                <a:lnTo>
                  <a:pt x="53067" y="53067"/>
                </a:lnTo>
                <a:lnTo>
                  <a:pt x="89735" y="24736"/>
                </a:lnTo>
                <a:lnTo>
                  <a:pt x="133016" y="6472"/>
                </a:lnTo>
                <a:lnTo>
                  <a:pt x="181180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431230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76" y="0"/>
                </a:moveTo>
                <a:lnTo>
                  <a:pt x="133012" y="6472"/>
                </a:lnTo>
                <a:lnTo>
                  <a:pt x="89733" y="24736"/>
                </a:lnTo>
                <a:lnTo>
                  <a:pt x="53065" y="53067"/>
                </a:lnTo>
                <a:lnTo>
                  <a:pt x="24735" y="89735"/>
                </a:lnTo>
                <a:lnTo>
                  <a:pt x="6471" y="133016"/>
                </a:lnTo>
                <a:lnTo>
                  <a:pt x="0" y="181180"/>
                </a:lnTo>
                <a:lnTo>
                  <a:pt x="6471" y="229346"/>
                </a:lnTo>
                <a:lnTo>
                  <a:pt x="24735" y="272627"/>
                </a:lnTo>
                <a:lnTo>
                  <a:pt x="53065" y="309295"/>
                </a:lnTo>
                <a:lnTo>
                  <a:pt x="89733" y="337625"/>
                </a:lnTo>
                <a:lnTo>
                  <a:pt x="133012" y="355889"/>
                </a:lnTo>
                <a:lnTo>
                  <a:pt x="181176" y="362361"/>
                </a:lnTo>
                <a:lnTo>
                  <a:pt x="229342" y="355889"/>
                </a:lnTo>
                <a:lnTo>
                  <a:pt x="272623" y="337625"/>
                </a:lnTo>
                <a:lnTo>
                  <a:pt x="309292" y="309295"/>
                </a:lnTo>
                <a:lnTo>
                  <a:pt x="337622" y="272627"/>
                </a:lnTo>
                <a:lnTo>
                  <a:pt x="355887" y="229346"/>
                </a:lnTo>
                <a:lnTo>
                  <a:pt x="362358" y="181180"/>
                </a:lnTo>
                <a:lnTo>
                  <a:pt x="355887" y="133016"/>
                </a:lnTo>
                <a:lnTo>
                  <a:pt x="337622" y="89735"/>
                </a:lnTo>
                <a:lnTo>
                  <a:pt x="309292" y="53067"/>
                </a:lnTo>
                <a:lnTo>
                  <a:pt x="272623" y="24736"/>
                </a:lnTo>
                <a:lnTo>
                  <a:pt x="229342" y="6472"/>
                </a:lnTo>
                <a:lnTo>
                  <a:pt x="18117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431230" y="4190591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4" h="362585">
                <a:moveTo>
                  <a:pt x="181176" y="0"/>
                </a:moveTo>
                <a:lnTo>
                  <a:pt x="229342" y="6472"/>
                </a:lnTo>
                <a:lnTo>
                  <a:pt x="272623" y="24736"/>
                </a:lnTo>
                <a:lnTo>
                  <a:pt x="309292" y="53067"/>
                </a:lnTo>
                <a:lnTo>
                  <a:pt x="337622" y="89735"/>
                </a:lnTo>
                <a:lnTo>
                  <a:pt x="355887" y="133016"/>
                </a:lnTo>
                <a:lnTo>
                  <a:pt x="362358" y="181180"/>
                </a:lnTo>
                <a:lnTo>
                  <a:pt x="355887" y="229346"/>
                </a:lnTo>
                <a:lnTo>
                  <a:pt x="337622" y="272627"/>
                </a:lnTo>
                <a:lnTo>
                  <a:pt x="309292" y="309295"/>
                </a:lnTo>
                <a:lnTo>
                  <a:pt x="272623" y="337625"/>
                </a:lnTo>
                <a:lnTo>
                  <a:pt x="229342" y="355889"/>
                </a:lnTo>
                <a:lnTo>
                  <a:pt x="181176" y="362361"/>
                </a:lnTo>
                <a:lnTo>
                  <a:pt x="133012" y="355889"/>
                </a:lnTo>
                <a:lnTo>
                  <a:pt x="89733" y="337625"/>
                </a:lnTo>
                <a:lnTo>
                  <a:pt x="53065" y="309295"/>
                </a:lnTo>
                <a:lnTo>
                  <a:pt x="24735" y="272627"/>
                </a:lnTo>
                <a:lnTo>
                  <a:pt x="6471" y="229346"/>
                </a:lnTo>
                <a:lnTo>
                  <a:pt x="0" y="181180"/>
                </a:lnTo>
                <a:lnTo>
                  <a:pt x="6471" y="133016"/>
                </a:lnTo>
                <a:lnTo>
                  <a:pt x="24735" y="89735"/>
                </a:lnTo>
                <a:lnTo>
                  <a:pt x="53065" y="53067"/>
                </a:lnTo>
                <a:lnTo>
                  <a:pt x="89733" y="24736"/>
                </a:lnTo>
                <a:lnTo>
                  <a:pt x="133012" y="6472"/>
                </a:lnTo>
                <a:lnTo>
                  <a:pt x="181176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130685" y="4863020"/>
            <a:ext cx="162560" cy="54610"/>
          </a:xfrm>
          <a:custGeom>
            <a:avLst/>
            <a:gdLst/>
            <a:ahLst/>
            <a:cxnLst/>
            <a:rect l="l" t="t" r="r" b="b"/>
            <a:pathLst>
              <a:path w="162559" h="54610">
                <a:moveTo>
                  <a:pt x="22330" y="0"/>
                </a:moveTo>
                <a:lnTo>
                  <a:pt x="14371" y="683"/>
                </a:lnTo>
                <a:lnTo>
                  <a:pt x="7508" y="4252"/>
                </a:lnTo>
                <a:lnTo>
                  <a:pt x="2474" y="10124"/>
                </a:lnTo>
                <a:lnTo>
                  <a:pt x="0" y="17726"/>
                </a:lnTo>
                <a:lnTo>
                  <a:pt x="684" y="25684"/>
                </a:lnTo>
                <a:lnTo>
                  <a:pt x="4253" y="32546"/>
                </a:lnTo>
                <a:lnTo>
                  <a:pt x="10126" y="37580"/>
                </a:lnTo>
                <a:lnTo>
                  <a:pt x="17722" y="40054"/>
                </a:lnTo>
                <a:lnTo>
                  <a:pt x="139626" y="54082"/>
                </a:lnTo>
                <a:lnTo>
                  <a:pt x="147586" y="53398"/>
                </a:lnTo>
                <a:lnTo>
                  <a:pt x="154448" y="49829"/>
                </a:lnTo>
                <a:lnTo>
                  <a:pt x="159482" y="43958"/>
                </a:lnTo>
                <a:lnTo>
                  <a:pt x="161956" y="36356"/>
                </a:lnTo>
                <a:lnTo>
                  <a:pt x="161273" y="28398"/>
                </a:lnTo>
                <a:lnTo>
                  <a:pt x="157704" y="21537"/>
                </a:lnTo>
                <a:lnTo>
                  <a:pt x="151832" y="16503"/>
                </a:lnTo>
                <a:lnTo>
                  <a:pt x="144237" y="14029"/>
                </a:lnTo>
                <a:lnTo>
                  <a:pt x="2233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044118" y="4551902"/>
            <a:ext cx="95250" cy="330200"/>
          </a:xfrm>
          <a:custGeom>
            <a:avLst/>
            <a:gdLst/>
            <a:ahLst/>
            <a:cxnLst/>
            <a:rect l="l" t="t" r="r" b="b"/>
            <a:pathLst>
              <a:path w="95250" h="330200">
                <a:moveTo>
                  <a:pt x="70694" y="0"/>
                </a:moveTo>
                <a:lnTo>
                  <a:pt x="44068" y="42814"/>
                </a:lnTo>
                <a:lnTo>
                  <a:pt x="1731" y="141673"/>
                </a:lnTo>
                <a:lnTo>
                  <a:pt x="0" y="252199"/>
                </a:lnTo>
                <a:lnTo>
                  <a:pt x="95189" y="33001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612407" y="4552948"/>
            <a:ext cx="527050" cy="329565"/>
          </a:xfrm>
          <a:custGeom>
            <a:avLst/>
            <a:gdLst/>
            <a:ahLst/>
            <a:cxnLst/>
            <a:rect l="l" t="t" r="r" b="b"/>
            <a:pathLst>
              <a:path w="527050" h="329564">
                <a:moveTo>
                  <a:pt x="0" y="0"/>
                </a:moveTo>
                <a:lnTo>
                  <a:pt x="15286" y="44194"/>
                </a:lnTo>
                <a:lnTo>
                  <a:pt x="84671" y="145265"/>
                </a:lnTo>
                <a:lnTo>
                  <a:pt x="243445" y="255945"/>
                </a:lnTo>
                <a:lnTo>
                  <a:pt x="526900" y="3289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434513" y="4919428"/>
            <a:ext cx="836294" cy="114935"/>
          </a:xfrm>
          <a:custGeom>
            <a:avLst/>
            <a:gdLst/>
            <a:ahLst/>
            <a:cxnLst/>
            <a:rect l="l" t="t" r="r" b="b"/>
            <a:pathLst>
              <a:path w="836295" h="114935">
                <a:moveTo>
                  <a:pt x="0" y="19965"/>
                </a:moveTo>
                <a:lnTo>
                  <a:pt x="30608" y="52847"/>
                </a:lnTo>
                <a:lnTo>
                  <a:pt x="65195" y="78482"/>
                </a:lnTo>
                <a:lnTo>
                  <a:pt x="102958" y="97160"/>
                </a:lnTo>
                <a:lnTo>
                  <a:pt x="143095" y="109172"/>
                </a:lnTo>
                <a:lnTo>
                  <a:pt x="184804" y="114805"/>
                </a:lnTo>
                <a:lnTo>
                  <a:pt x="227283" y="114351"/>
                </a:lnTo>
                <a:lnTo>
                  <a:pt x="269728" y="108099"/>
                </a:lnTo>
                <a:lnTo>
                  <a:pt x="311338" y="96338"/>
                </a:lnTo>
                <a:lnTo>
                  <a:pt x="351311" y="79357"/>
                </a:lnTo>
                <a:lnTo>
                  <a:pt x="388843" y="57448"/>
                </a:lnTo>
                <a:lnTo>
                  <a:pt x="423134" y="30899"/>
                </a:lnTo>
                <a:lnTo>
                  <a:pt x="453381" y="0"/>
                </a:lnTo>
                <a:lnTo>
                  <a:pt x="501386" y="35872"/>
                </a:lnTo>
                <a:lnTo>
                  <a:pt x="545889" y="65898"/>
                </a:lnTo>
                <a:lnTo>
                  <a:pt x="587800" y="89257"/>
                </a:lnTo>
                <a:lnTo>
                  <a:pt x="628028" y="105131"/>
                </a:lnTo>
                <a:lnTo>
                  <a:pt x="667485" y="112699"/>
                </a:lnTo>
                <a:lnTo>
                  <a:pt x="707080" y="111141"/>
                </a:lnTo>
                <a:lnTo>
                  <a:pt x="747724" y="99639"/>
                </a:lnTo>
                <a:lnTo>
                  <a:pt x="790328" y="77371"/>
                </a:lnTo>
                <a:lnTo>
                  <a:pt x="835802" y="4352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887894" y="4707850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211578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826522" y="4973576"/>
            <a:ext cx="21590" cy="187325"/>
          </a:xfrm>
          <a:custGeom>
            <a:avLst/>
            <a:gdLst/>
            <a:ahLst/>
            <a:cxnLst/>
            <a:rect l="l" t="t" r="r" b="b"/>
            <a:pathLst>
              <a:path w="21590" h="187325">
                <a:moveTo>
                  <a:pt x="21390" y="187286"/>
                </a:moveTo>
                <a:lnTo>
                  <a:pt x="20674" y="132327"/>
                </a:lnTo>
                <a:lnTo>
                  <a:pt x="16955" y="76662"/>
                </a:lnTo>
                <a:lnTo>
                  <a:pt x="12056" y="38180"/>
                </a:lnTo>
                <a:lnTo>
                  <a:pt x="7597" y="19174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929013" y="4958845"/>
            <a:ext cx="21590" cy="192405"/>
          </a:xfrm>
          <a:custGeom>
            <a:avLst/>
            <a:gdLst/>
            <a:ahLst/>
            <a:cxnLst/>
            <a:rect l="l" t="t" r="r" b="b"/>
            <a:pathLst>
              <a:path w="21590" h="192404">
                <a:moveTo>
                  <a:pt x="0" y="191833"/>
                </a:moveTo>
                <a:lnTo>
                  <a:pt x="717" y="136871"/>
                </a:lnTo>
                <a:lnTo>
                  <a:pt x="4436" y="81208"/>
                </a:lnTo>
                <a:lnTo>
                  <a:pt x="10738" y="39003"/>
                </a:lnTo>
                <a:lnTo>
                  <a:pt x="15387" y="18252"/>
                </a:lnTo>
                <a:lnTo>
                  <a:pt x="21441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2597152" y="7866965"/>
            <a:ext cx="46799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2113255" y="7865489"/>
            <a:ext cx="4705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19345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31709" y="589436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919345" y="5909551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分别位于髂前上棘上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200" b="0" spc="-2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spc="-20" dirty="0">
                <a:solidFill>
                  <a:srgbClr val="FEFEFE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745683" y="613888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820493" y="6153311"/>
            <a:ext cx="2652395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 marR="5080" algn="just">
              <a:lnSpc>
                <a:spcPct val="124000"/>
              </a:lnSpc>
              <a:spcBef>
                <a:spcPts val="107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通过电刺激，放松腰背部肌⾁，增强腹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部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深层肌⾁⼒量，减轻腰背部肌⾁负担，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缓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解腰背部肌⾁疼痛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45683" y="421758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18342" y="2898565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817598" y="2912919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18571" y="4232088"/>
            <a:ext cx="259397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后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剖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宫产伤⼝愈合后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配合家庭训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30911" y="378054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69797" y="158668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82188" y="1392714"/>
            <a:ext cx="55714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腰背⼒量增强</a:t>
            </a:r>
            <a:r>
              <a:rPr sz="2500" b="1" spc="-12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（ETS）</a:t>
            </a:r>
            <a:r>
              <a:rPr sz="2175" spc="-187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25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120131" y="15959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8558855" y="1401977"/>
            <a:ext cx="58458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腰背痛放松训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2500" b="1" spc="-17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（20s）</a:t>
            </a:r>
            <a:r>
              <a:rPr sz="2175" spc="-254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26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289737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40052" y="0"/>
                </a:moveTo>
                <a:lnTo>
                  <a:pt x="26938" y="47512"/>
                </a:lnTo>
                <a:lnTo>
                  <a:pt x="16798" y="94557"/>
                </a:lnTo>
                <a:lnTo>
                  <a:pt x="9333" y="141308"/>
                </a:lnTo>
                <a:lnTo>
                  <a:pt x="4243" y="187939"/>
                </a:lnTo>
                <a:lnTo>
                  <a:pt x="1232" y="234622"/>
                </a:lnTo>
                <a:lnTo>
                  <a:pt x="0" y="281531"/>
                </a:lnTo>
                <a:lnTo>
                  <a:pt x="248" y="328839"/>
                </a:lnTo>
                <a:lnTo>
                  <a:pt x="1678" y="376720"/>
                </a:lnTo>
                <a:lnTo>
                  <a:pt x="3992" y="425347"/>
                </a:lnTo>
                <a:lnTo>
                  <a:pt x="6890" y="474892"/>
                </a:lnTo>
                <a:lnTo>
                  <a:pt x="10075" y="525531"/>
                </a:lnTo>
                <a:lnTo>
                  <a:pt x="18287" y="588576"/>
                </a:lnTo>
                <a:lnTo>
                  <a:pt x="34612" y="664913"/>
                </a:lnTo>
                <a:lnTo>
                  <a:pt x="45210" y="707365"/>
                </a:lnTo>
                <a:lnTo>
                  <a:pt x="57109" y="752301"/>
                </a:lnTo>
                <a:lnTo>
                  <a:pt x="70065" y="799439"/>
                </a:lnTo>
                <a:lnTo>
                  <a:pt x="83836" y="848499"/>
                </a:lnTo>
                <a:lnTo>
                  <a:pt x="98179" y="899202"/>
                </a:lnTo>
                <a:lnTo>
                  <a:pt x="112852" y="951268"/>
                </a:lnTo>
                <a:lnTo>
                  <a:pt x="127611" y="1004416"/>
                </a:lnTo>
                <a:lnTo>
                  <a:pt x="142214" y="1058366"/>
                </a:lnTo>
                <a:lnTo>
                  <a:pt x="156418" y="1112839"/>
                </a:lnTo>
                <a:lnTo>
                  <a:pt x="169981" y="1167554"/>
                </a:lnTo>
                <a:lnTo>
                  <a:pt x="182659" y="1222231"/>
                </a:lnTo>
                <a:lnTo>
                  <a:pt x="194211" y="1276591"/>
                </a:lnTo>
                <a:lnTo>
                  <a:pt x="204393" y="1330353"/>
                </a:lnTo>
                <a:lnTo>
                  <a:pt x="212962" y="1383236"/>
                </a:lnTo>
                <a:lnTo>
                  <a:pt x="219676" y="1434962"/>
                </a:lnTo>
                <a:lnTo>
                  <a:pt x="224292" y="1485250"/>
                </a:lnTo>
                <a:lnTo>
                  <a:pt x="226568" y="1533819"/>
                </a:lnTo>
                <a:lnTo>
                  <a:pt x="227700" y="1584773"/>
                </a:lnTo>
                <a:lnTo>
                  <a:pt x="228799" y="1634790"/>
                </a:lnTo>
                <a:lnTo>
                  <a:pt x="229747" y="1684027"/>
                </a:lnTo>
                <a:lnTo>
                  <a:pt x="230427" y="1732640"/>
                </a:lnTo>
                <a:lnTo>
                  <a:pt x="230721" y="1780786"/>
                </a:lnTo>
                <a:lnTo>
                  <a:pt x="230510" y="1828621"/>
                </a:lnTo>
                <a:lnTo>
                  <a:pt x="229677" y="1876302"/>
                </a:lnTo>
                <a:lnTo>
                  <a:pt x="228105" y="1923986"/>
                </a:lnTo>
                <a:lnTo>
                  <a:pt x="225675" y="1971829"/>
                </a:lnTo>
                <a:lnTo>
                  <a:pt x="222269" y="2019989"/>
                </a:lnTo>
                <a:lnTo>
                  <a:pt x="217771" y="2068620"/>
                </a:lnTo>
                <a:lnTo>
                  <a:pt x="212061" y="2117881"/>
                </a:lnTo>
                <a:lnTo>
                  <a:pt x="205022" y="2167928"/>
                </a:lnTo>
                <a:lnTo>
                  <a:pt x="196536" y="2218917"/>
                </a:lnTo>
                <a:lnTo>
                  <a:pt x="186485" y="2271006"/>
                </a:lnTo>
                <a:lnTo>
                  <a:pt x="174752" y="2324350"/>
                </a:lnTo>
                <a:lnTo>
                  <a:pt x="161219" y="2379106"/>
                </a:lnTo>
                <a:lnTo>
                  <a:pt x="145768" y="2435431"/>
                </a:lnTo>
                <a:lnTo>
                  <a:pt x="128280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568106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190671" y="0"/>
                </a:moveTo>
                <a:lnTo>
                  <a:pt x="203784" y="47512"/>
                </a:lnTo>
                <a:lnTo>
                  <a:pt x="213923" y="94557"/>
                </a:lnTo>
                <a:lnTo>
                  <a:pt x="221388" y="141308"/>
                </a:lnTo>
                <a:lnTo>
                  <a:pt x="226477" y="187939"/>
                </a:lnTo>
                <a:lnTo>
                  <a:pt x="229488" y="234622"/>
                </a:lnTo>
                <a:lnTo>
                  <a:pt x="230720" y="281531"/>
                </a:lnTo>
                <a:lnTo>
                  <a:pt x="230472" y="328839"/>
                </a:lnTo>
                <a:lnTo>
                  <a:pt x="229043" y="376720"/>
                </a:lnTo>
                <a:lnTo>
                  <a:pt x="226730" y="425347"/>
                </a:lnTo>
                <a:lnTo>
                  <a:pt x="223832" y="474892"/>
                </a:lnTo>
                <a:lnTo>
                  <a:pt x="220648" y="525531"/>
                </a:lnTo>
                <a:lnTo>
                  <a:pt x="212436" y="588576"/>
                </a:lnTo>
                <a:lnTo>
                  <a:pt x="196110" y="664913"/>
                </a:lnTo>
                <a:lnTo>
                  <a:pt x="185511" y="707365"/>
                </a:lnTo>
                <a:lnTo>
                  <a:pt x="173612" y="752301"/>
                </a:lnTo>
                <a:lnTo>
                  <a:pt x="160656" y="799439"/>
                </a:lnTo>
                <a:lnTo>
                  <a:pt x="146884" y="848499"/>
                </a:lnTo>
                <a:lnTo>
                  <a:pt x="132541" y="899202"/>
                </a:lnTo>
                <a:lnTo>
                  <a:pt x="117869" y="951268"/>
                </a:lnTo>
                <a:lnTo>
                  <a:pt x="103109" y="1004416"/>
                </a:lnTo>
                <a:lnTo>
                  <a:pt x="88506" y="1058366"/>
                </a:lnTo>
                <a:lnTo>
                  <a:pt x="74302" y="1112839"/>
                </a:lnTo>
                <a:lnTo>
                  <a:pt x="60739" y="1167554"/>
                </a:lnTo>
                <a:lnTo>
                  <a:pt x="48061" y="1222231"/>
                </a:lnTo>
                <a:lnTo>
                  <a:pt x="36509" y="1276591"/>
                </a:lnTo>
                <a:lnTo>
                  <a:pt x="26327" y="1330353"/>
                </a:lnTo>
                <a:lnTo>
                  <a:pt x="17758" y="1383236"/>
                </a:lnTo>
                <a:lnTo>
                  <a:pt x="11044" y="1434962"/>
                </a:lnTo>
                <a:lnTo>
                  <a:pt x="6427" y="1485250"/>
                </a:lnTo>
                <a:lnTo>
                  <a:pt x="4152" y="1533819"/>
                </a:lnTo>
                <a:lnTo>
                  <a:pt x="3020" y="1584773"/>
                </a:lnTo>
                <a:lnTo>
                  <a:pt x="1921" y="1634790"/>
                </a:lnTo>
                <a:lnTo>
                  <a:pt x="973" y="1684027"/>
                </a:lnTo>
                <a:lnTo>
                  <a:pt x="293" y="1732640"/>
                </a:lnTo>
                <a:lnTo>
                  <a:pt x="0" y="1780786"/>
                </a:lnTo>
                <a:lnTo>
                  <a:pt x="210" y="1828621"/>
                </a:lnTo>
                <a:lnTo>
                  <a:pt x="1043" y="1876302"/>
                </a:lnTo>
                <a:lnTo>
                  <a:pt x="2615" y="1923986"/>
                </a:lnTo>
                <a:lnTo>
                  <a:pt x="5046" y="1971829"/>
                </a:lnTo>
                <a:lnTo>
                  <a:pt x="8451" y="2019989"/>
                </a:lnTo>
                <a:lnTo>
                  <a:pt x="12950" y="2068620"/>
                </a:lnTo>
                <a:lnTo>
                  <a:pt x="18660" y="2117881"/>
                </a:lnTo>
                <a:lnTo>
                  <a:pt x="25699" y="2167928"/>
                </a:lnTo>
                <a:lnTo>
                  <a:pt x="34185" y="2218917"/>
                </a:lnTo>
                <a:lnTo>
                  <a:pt x="44235" y="2271006"/>
                </a:lnTo>
                <a:lnTo>
                  <a:pt x="55968" y="2324350"/>
                </a:lnTo>
                <a:lnTo>
                  <a:pt x="69501" y="2379106"/>
                </a:lnTo>
                <a:lnTo>
                  <a:pt x="84952" y="2435431"/>
                </a:lnTo>
                <a:lnTo>
                  <a:pt x="102439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9641333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242577" y="3789"/>
                </a:lnTo>
                <a:lnTo>
                  <a:pt x="198024" y="14761"/>
                </a:lnTo>
                <a:lnTo>
                  <a:pt x="156480" y="32319"/>
                </a:lnTo>
                <a:lnTo>
                  <a:pt x="118542" y="55866"/>
                </a:lnTo>
                <a:lnTo>
                  <a:pt x="84804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4" y="494290"/>
                </a:lnTo>
                <a:lnTo>
                  <a:pt x="118542" y="523230"/>
                </a:lnTo>
                <a:lnTo>
                  <a:pt x="156480" y="546777"/>
                </a:lnTo>
                <a:lnTo>
                  <a:pt x="198024" y="564334"/>
                </a:lnTo>
                <a:lnTo>
                  <a:pt x="242577" y="575306"/>
                </a:lnTo>
                <a:lnTo>
                  <a:pt x="289543" y="579095"/>
                </a:lnTo>
                <a:lnTo>
                  <a:pt x="336510" y="575306"/>
                </a:lnTo>
                <a:lnTo>
                  <a:pt x="381064" y="564334"/>
                </a:lnTo>
                <a:lnTo>
                  <a:pt x="422608" y="546777"/>
                </a:lnTo>
                <a:lnTo>
                  <a:pt x="460548" y="523230"/>
                </a:lnTo>
                <a:lnTo>
                  <a:pt x="494286" y="494290"/>
                </a:lnTo>
                <a:lnTo>
                  <a:pt x="523226" y="460552"/>
                </a:lnTo>
                <a:lnTo>
                  <a:pt x="546773" y="422613"/>
                </a:lnTo>
                <a:lnTo>
                  <a:pt x="564330" y="381068"/>
                </a:lnTo>
                <a:lnTo>
                  <a:pt x="575302" y="336515"/>
                </a:lnTo>
                <a:lnTo>
                  <a:pt x="579092" y="289548"/>
                </a:lnTo>
                <a:lnTo>
                  <a:pt x="575302" y="242582"/>
                </a:lnTo>
                <a:lnTo>
                  <a:pt x="564330" y="198029"/>
                </a:lnTo>
                <a:lnTo>
                  <a:pt x="546773" y="156484"/>
                </a:lnTo>
                <a:lnTo>
                  <a:pt x="523226" y="118545"/>
                </a:lnTo>
                <a:lnTo>
                  <a:pt x="494286" y="84807"/>
                </a:lnTo>
                <a:lnTo>
                  <a:pt x="460548" y="55866"/>
                </a:lnTo>
                <a:lnTo>
                  <a:pt x="422608" y="32319"/>
                </a:lnTo>
                <a:lnTo>
                  <a:pt x="381064" y="14761"/>
                </a:lnTo>
                <a:lnTo>
                  <a:pt x="336510" y="3789"/>
                </a:lnTo>
                <a:lnTo>
                  <a:pt x="2895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9641333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336510" y="3789"/>
                </a:lnTo>
                <a:lnTo>
                  <a:pt x="381064" y="14761"/>
                </a:lnTo>
                <a:lnTo>
                  <a:pt x="422608" y="32319"/>
                </a:lnTo>
                <a:lnTo>
                  <a:pt x="460548" y="55866"/>
                </a:lnTo>
                <a:lnTo>
                  <a:pt x="494286" y="84807"/>
                </a:lnTo>
                <a:lnTo>
                  <a:pt x="523226" y="118545"/>
                </a:lnTo>
                <a:lnTo>
                  <a:pt x="546773" y="156484"/>
                </a:lnTo>
                <a:lnTo>
                  <a:pt x="564330" y="198029"/>
                </a:lnTo>
                <a:lnTo>
                  <a:pt x="575302" y="242582"/>
                </a:lnTo>
                <a:lnTo>
                  <a:pt x="579092" y="289548"/>
                </a:lnTo>
                <a:lnTo>
                  <a:pt x="575302" y="336515"/>
                </a:lnTo>
                <a:lnTo>
                  <a:pt x="564330" y="381068"/>
                </a:lnTo>
                <a:lnTo>
                  <a:pt x="546773" y="422613"/>
                </a:lnTo>
                <a:lnTo>
                  <a:pt x="523226" y="460552"/>
                </a:lnTo>
                <a:lnTo>
                  <a:pt x="494286" y="494290"/>
                </a:lnTo>
                <a:lnTo>
                  <a:pt x="460548" y="523230"/>
                </a:lnTo>
                <a:lnTo>
                  <a:pt x="422608" y="546777"/>
                </a:lnTo>
                <a:lnTo>
                  <a:pt x="381064" y="564334"/>
                </a:lnTo>
                <a:lnTo>
                  <a:pt x="336510" y="575306"/>
                </a:lnTo>
                <a:lnTo>
                  <a:pt x="289543" y="579095"/>
                </a:lnTo>
                <a:lnTo>
                  <a:pt x="242577" y="575306"/>
                </a:lnTo>
                <a:lnTo>
                  <a:pt x="198024" y="564334"/>
                </a:lnTo>
                <a:lnTo>
                  <a:pt x="156480" y="546777"/>
                </a:lnTo>
                <a:lnTo>
                  <a:pt x="118542" y="523230"/>
                </a:lnTo>
                <a:lnTo>
                  <a:pt x="84804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4" y="84807"/>
                </a:lnTo>
                <a:lnTo>
                  <a:pt x="118542" y="55866"/>
                </a:lnTo>
                <a:lnTo>
                  <a:pt x="156480" y="32319"/>
                </a:lnTo>
                <a:lnTo>
                  <a:pt x="198024" y="14761"/>
                </a:lnTo>
                <a:lnTo>
                  <a:pt x="242577" y="3789"/>
                </a:lnTo>
                <a:lnTo>
                  <a:pt x="28954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869842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242580" y="3789"/>
                </a:lnTo>
                <a:lnTo>
                  <a:pt x="198026" y="14761"/>
                </a:lnTo>
                <a:lnTo>
                  <a:pt x="156482" y="32319"/>
                </a:lnTo>
                <a:lnTo>
                  <a:pt x="118542" y="55866"/>
                </a:lnTo>
                <a:lnTo>
                  <a:pt x="84805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5" y="494290"/>
                </a:lnTo>
                <a:lnTo>
                  <a:pt x="118542" y="523230"/>
                </a:lnTo>
                <a:lnTo>
                  <a:pt x="156482" y="546777"/>
                </a:lnTo>
                <a:lnTo>
                  <a:pt x="198026" y="564334"/>
                </a:lnTo>
                <a:lnTo>
                  <a:pt x="242580" y="575306"/>
                </a:lnTo>
                <a:lnTo>
                  <a:pt x="289547" y="579095"/>
                </a:lnTo>
                <a:lnTo>
                  <a:pt x="336514" y="575306"/>
                </a:lnTo>
                <a:lnTo>
                  <a:pt x="381068" y="564334"/>
                </a:lnTo>
                <a:lnTo>
                  <a:pt x="422612" y="546777"/>
                </a:lnTo>
                <a:lnTo>
                  <a:pt x="460552" y="523230"/>
                </a:lnTo>
                <a:lnTo>
                  <a:pt x="494290" y="494290"/>
                </a:lnTo>
                <a:lnTo>
                  <a:pt x="523230" y="460552"/>
                </a:lnTo>
                <a:lnTo>
                  <a:pt x="546777" y="422613"/>
                </a:lnTo>
                <a:lnTo>
                  <a:pt x="564334" y="381068"/>
                </a:lnTo>
                <a:lnTo>
                  <a:pt x="575306" y="336515"/>
                </a:lnTo>
                <a:lnTo>
                  <a:pt x="579095" y="289548"/>
                </a:lnTo>
                <a:lnTo>
                  <a:pt x="575306" y="242582"/>
                </a:lnTo>
                <a:lnTo>
                  <a:pt x="564334" y="198029"/>
                </a:lnTo>
                <a:lnTo>
                  <a:pt x="546777" y="156484"/>
                </a:lnTo>
                <a:lnTo>
                  <a:pt x="523230" y="118545"/>
                </a:lnTo>
                <a:lnTo>
                  <a:pt x="494290" y="84807"/>
                </a:lnTo>
                <a:lnTo>
                  <a:pt x="460552" y="55866"/>
                </a:lnTo>
                <a:lnTo>
                  <a:pt x="422612" y="32319"/>
                </a:lnTo>
                <a:lnTo>
                  <a:pt x="381068" y="14761"/>
                </a:lnTo>
                <a:lnTo>
                  <a:pt x="336514" y="3789"/>
                </a:lnTo>
                <a:lnTo>
                  <a:pt x="2895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869842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336514" y="3789"/>
                </a:lnTo>
                <a:lnTo>
                  <a:pt x="381068" y="14761"/>
                </a:lnTo>
                <a:lnTo>
                  <a:pt x="422612" y="32319"/>
                </a:lnTo>
                <a:lnTo>
                  <a:pt x="460552" y="55866"/>
                </a:lnTo>
                <a:lnTo>
                  <a:pt x="494290" y="84807"/>
                </a:lnTo>
                <a:lnTo>
                  <a:pt x="523230" y="118545"/>
                </a:lnTo>
                <a:lnTo>
                  <a:pt x="546777" y="156484"/>
                </a:lnTo>
                <a:lnTo>
                  <a:pt x="564334" y="198029"/>
                </a:lnTo>
                <a:lnTo>
                  <a:pt x="575306" y="242582"/>
                </a:lnTo>
                <a:lnTo>
                  <a:pt x="579095" y="289548"/>
                </a:lnTo>
                <a:lnTo>
                  <a:pt x="575306" y="336515"/>
                </a:lnTo>
                <a:lnTo>
                  <a:pt x="564334" y="381068"/>
                </a:lnTo>
                <a:lnTo>
                  <a:pt x="546777" y="422613"/>
                </a:lnTo>
                <a:lnTo>
                  <a:pt x="523230" y="460552"/>
                </a:lnTo>
                <a:lnTo>
                  <a:pt x="494290" y="494290"/>
                </a:lnTo>
                <a:lnTo>
                  <a:pt x="460552" y="523230"/>
                </a:lnTo>
                <a:lnTo>
                  <a:pt x="422612" y="546777"/>
                </a:lnTo>
                <a:lnTo>
                  <a:pt x="381068" y="564334"/>
                </a:lnTo>
                <a:lnTo>
                  <a:pt x="336514" y="575306"/>
                </a:lnTo>
                <a:lnTo>
                  <a:pt x="289547" y="579095"/>
                </a:lnTo>
                <a:lnTo>
                  <a:pt x="242580" y="575306"/>
                </a:lnTo>
                <a:lnTo>
                  <a:pt x="198026" y="564334"/>
                </a:lnTo>
                <a:lnTo>
                  <a:pt x="156482" y="546777"/>
                </a:lnTo>
                <a:lnTo>
                  <a:pt x="118542" y="523230"/>
                </a:lnTo>
                <a:lnTo>
                  <a:pt x="84805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5" y="84807"/>
                </a:lnTo>
                <a:lnTo>
                  <a:pt x="118542" y="55866"/>
                </a:lnTo>
                <a:lnTo>
                  <a:pt x="156482" y="32319"/>
                </a:lnTo>
                <a:lnTo>
                  <a:pt x="198026" y="14761"/>
                </a:lnTo>
                <a:lnTo>
                  <a:pt x="242580" y="3789"/>
                </a:lnTo>
                <a:lnTo>
                  <a:pt x="289547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9987656" y="4575625"/>
            <a:ext cx="259079" cy="86995"/>
          </a:xfrm>
          <a:custGeom>
            <a:avLst/>
            <a:gdLst/>
            <a:ahLst/>
            <a:cxnLst/>
            <a:rect l="l" t="t" r="r" b="b"/>
            <a:pathLst>
              <a:path w="259079" h="86995">
                <a:moveTo>
                  <a:pt x="35686" y="0"/>
                </a:moveTo>
                <a:lnTo>
                  <a:pt x="22969" y="1094"/>
                </a:lnTo>
                <a:lnTo>
                  <a:pt x="12002" y="6799"/>
                </a:lnTo>
                <a:lnTo>
                  <a:pt x="3955" y="16184"/>
                </a:lnTo>
                <a:lnTo>
                  <a:pt x="0" y="28320"/>
                </a:lnTo>
                <a:lnTo>
                  <a:pt x="1094" y="41038"/>
                </a:lnTo>
                <a:lnTo>
                  <a:pt x="6799" y="52006"/>
                </a:lnTo>
                <a:lnTo>
                  <a:pt x="16184" y="60055"/>
                </a:lnTo>
                <a:lnTo>
                  <a:pt x="28322" y="64011"/>
                </a:lnTo>
                <a:lnTo>
                  <a:pt x="223138" y="86432"/>
                </a:lnTo>
                <a:lnTo>
                  <a:pt x="235857" y="85335"/>
                </a:lnTo>
                <a:lnTo>
                  <a:pt x="246824" y="79628"/>
                </a:lnTo>
                <a:lnTo>
                  <a:pt x="254870" y="70241"/>
                </a:lnTo>
                <a:lnTo>
                  <a:pt x="258825" y="58103"/>
                </a:lnTo>
                <a:lnTo>
                  <a:pt x="257731" y="45387"/>
                </a:lnTo>
                <a:lnTo>
                  <a:pt x="252027" y="34420"/>
                </a:lnTo>
                <a:lnTo>
                  <a:pt x="242643" y="26374"/>
                </a:lnTo>
                <a:lnTo>
                  <a:pt x="230508" y="22420"/>
                </a:lnTo>
                <a:lnTo>
                  <a:pt x="3568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849311" y="4078421"/>
            <a:ext cx="152400" cy="527685"/>
          </a:xfrm>
          <a:custGeom>
            <a:avLst/>
            <a:gdLst/>
            <a:ahLst/>
            <a:cxnLst/>
            <a:rect l="l" t="t" r="r" b="b"/>
            <a:pathLst>
              <a:path w="152400" h="527685">
                <a:moveTo>
                  <a:pt x="112975" y="0"/>
                </a:moveTo>
                <a:lnTo>
                  <a:pt x="70423" y="68423"/>
                </a:lnTo>
                <a:lnTo>
                  <a:pt x="2765" y="226412"/>
                </a:lnTo>
                <a:lnTo>
                  <a:pt x="0" y="403046"/>
                </a:lnTo>
                <a:lnTo>
                  <a:pt x="152124" y="5274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9159385" y="4080095"/>
            <a:ext cx="842644" cy="525780"/>
          </a:xfrm>
          <a:custGeom>
            <a:avLst/>
            <a:gdLst/>
            <a:ahLst/>
            <a:cxnLst/>
            <a:rect l="l" t="t" r="r" b="b"/>
            <a:pathLst>
              <a:path w="842645" h="525779">
                <a:moveTo>
                  <a:pt x="0" y="0"/>
                </a:moveTo>
                <a:lnTo>
                  <a:pt x="24428" y="70627"/>
                </a:lnTo>
                <a:lnTo>
                  <a:pt x="135314" y="232151"/>
                </a:lnTo>
                <a:lnTo>
                  <a:pt x="389055" y="409032"/>
                </a:lnTo>
                <a:lnTo>
                  <a:pt x="842050" y="5257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875090" y="5131796"/>
            <a:ext cx="1336040" cy="184150"/>
          </a:xfrm>
          <a:custGeom>
            <a:avLst/>
            <a:gdLst/>
            <a:ahLst/>
            <a:cxnLst/>
            <a:rect l="l" t="t" r="r" b="b"/>
            <a:pathLst>
              <a:path w="1336040" h="184150">
                <a:moveTo>
                  <a:pt x="0" y="31906"/>
                </a:moveTo>
                <a:lnTo>
                  <a:pt x="30087" y="66467"/>
                </a:lnTo>
                <a:lnTo>
                  <a:pt x="62898" y="96340"/>
                </a:lnTo>
                <a:lnTo>
                  <a:pt x="98112" y="121643"/>
                </a:lnTo>
                <a:lnTo>
                  <a:pt x="135403" y="142491"/>
                </a:lnTo>
                <a:lnTo>
                  <a:pt x="174450" y="159002"/>
                </a:lnTo>
                <a:lnTo>
                  <a:pt x="214930" y="171292"/>
                </a:lnTo>
                <a:lnTo>
                  <a:pt x="256519" y="179477"/>
                </a:lnTo>
                <a:lnTo>
                  <a:pt x="298895" y="183674"/>
                </a:lnTo>
                <a:lnTo>
                  <a:pt x="341734" y="184000"/>
                </a:lnTo>
                <a:lnTo>
                  <a:pt x="384713" y="180572"/>
                </a:lnTo>
                <a:lnTo>
                  <a:pt x="427510" y="173506"/>
                </a:lnTo>
                <a:lnTo>
                  <a:pt x="469802" y="162918"/>
                </a:lnTo>
                <a:lnTo>
                  <a:pt x="511264" y="148925"/>
                </a:lnTo>
                <a:lnTo>
                  <a:pt x="551576" y="131644"/>
                </a:lnTo>
                <a:lnTo>
                  <a:pt x="590412" y="111192"/>
                </a:lnTo>
                <a:lnTo>
                  <a:pt x="627452" y="87685"/>
                </a:lnTo>
                <a:lnTo>
                  <a:pt x="662370" y="61239"/>
                </a:lnTo>
                <a:lnTo>
                  <a:pt x="694845" y="31972"/>
                </a:lnTo>
                <a:lnTo>
                  <a:pt x="724554" y="0"/>
                </a:lnTo>
                <a:lnTo>
                  <a:pt x="771338" y="35445"/>
                </a:lnTo>
                <a:lnTo>
                  <a:pt x="815898" y="67716"/>
                </a:lnTo>
                <a:lnTo>
                  <a:pt x="858548" y="96528"/>
                </a:lnTo>
                <a:lnTo>
                  <a:pt x="899601" y="121599"/>
                </a:lnTo>
                <a:lnTo>
                  <a:pt x="939372" y="142646"/>
                </a:lnTo>
                <a:lnTo>
                  <a:pt x="978176" y="159386"/>
                </a:lnTo>
                <a:lnTo>
                  <a:pt x="1016326" y="171536"/>
                </a:lnTo>
                <a:lnTo>
                  <a:pt x="1054137" y="178813"/>
                </a:lnTo>
                <a:lnTo>
                  <a:pt x="1091923" y="180935"/>
                </a:lnTo>
                <a:lnTo>
                  <a:pt x="1129998" y="177617"/>
                </a:lnTo>
                <a:lnTo>
                  <a:pt x="1168676" y="168579"/>
                </a:lnTo>
                <a:lnTo>
                  <a:pt x="1208272" y="153535"/>
                </a:lnTo>
                <a:lnTo>
                  <a:pt x="1249100" y="132204"/>
                </a:lnTo>
                <a:lnTo>
                  <a:pt x="1291474" y="104302"/>
                </a:lnTo>
                <a:lnTo>
                  <a:pt x="1335708" y="695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599644" y="4793670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4">
                <a:moveTo>
                  <a:pt x="0" y="338126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501563" y="5218333"/>
            <a:ext cx="34290" cy="299720"/>
          </a:xfrm>
          <a:custGeom>
            <a:avLst/>
            <a:gdLst/>
            <a:ahLst/>
            <a:cxnLst/>
            <a:rect l="l" t="t" r="r" b="b"/>
            <a:pathLst>
              <a:path w="34290" h="299720">
                <a:moveTo>
                  <a:pt x="34188" y="299304"/>
                </a:moveTo>
                <a:lnTo>
                  <a:pt x="33650" y="255318"/>
                </a:lnTo>
                <a:lnTo>
                  <a:pt x="33044" y="211472"/>
                </a:lnTo>
                <a:lnTo>
                  <a:pt x="31238" y="167345"/>
                </a:lnTo>
                <a:lnTo>
                  <a:pt x="27100" y="122515"/>
                </a:lnTo>
                <a:lnTo>
                  <a:pt x="19269" y="61014"/>
                </a:lnTo>
                <a:lnTo>
                  <a:pt x="12143" y="3064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665358" y="5194790"/>
            <a:ext cx="34290" cy="306705"/>
          </a:xfrm>
          <a:custGeom>
            <a:avLst/>
            <a:gdLst/>
            <a:ahLst/>
            <a:cxnLst/>
            <a:rect l="l" t="t" r="r" b="b"/>
            <a:pathLst>
              <a:path w="34290" h="306704">
                <a:moveTo>
                  <a:pt x="0" y="306567"/>
                </a:moveTo>
                <a:lnTo>
                  <a:pt x="540" y="262583"/>
                </a:lnTo>
                <a:lnTo>
                  <a:pt x="1149" y="218736"/>
                </a:lnTo>
                <a:lnTo>
                  <a:pt x="2955" y="174608"/>
                </a:lnTo>
                <a:lnTo>
                  <a:pt x="7087" y="129780"/>
                </a:lnTo>
                <a:lnTo>
                  <a:pt x="17161" y="62330"/>
                </a:lnTo>
                <a:lnTo>
                  <a:pt x="24591" y="29168"/>
                </a:lnTo>
                <a:lnTo>
                  <a:pt x="3426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2597152" y="7866965"/>
            <a:ext cx="41020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2113255" y="7865489"/>
            <a:ext cx="46735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7955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22257" y="5957437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1503" y="6360825"/>
            <a:ext cx="2384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分别位于髂前上棘上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200" spc="6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2cm，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1473" y="6575454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8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2c</a:t>
            </a:r>
            <a:r>
              <a:rPr sz="120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m</a:t>
            </a:r>
            <a:endParaRPr sz="12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38586" y="594439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4575" y="6400227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放松腰背部肌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增强腹部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深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555" y="6627657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层肌⾁⼒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量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减轻腰背部肌⾁负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担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4531" y="6855091"/>
            <a:ext cx="10426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背部肌⾁疼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8394" y="602640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53203" y="604082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8394" y="412400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1052" y="2845595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0309" y="2859948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290" y="4138509"/>
            <a:ext cx="259397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剖宫产伤⼝愈合后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配合家庭训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3617" y="370950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19345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31709" y="601915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919345" y="6034345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分别位于髂前上棘上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200" spc="-1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745683" y="613888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820493" y="6153311"/>
            <a:ext cx="2652395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 marR="5080" algn="just">
              <a:lnSpc>
                <a:spcPct val="124000"/>
              </a:lnSpc>
              <a:spcBef>
                <a:spcPts val="107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通过电刺激，放松腰背部肌⾁，增强腹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部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深层肌⾁⼒量，减轻腰背部肌⾁负担，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缓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解腰背部肌⾁疼痛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45683" y="421758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718342" y="2898565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817598" y="2912919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18571" y="4232088"/>
            <a:ext cx="259397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后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剖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宫产伤⼝愈合后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869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配合家庭训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30911" y="378054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247930" y="158668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682188" y="1392714"/>
            <a:ext cx="58502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腰背痛放松训练</a:t>
            </a:r>
            <a:r>
              <a:rPr sz="2500" b="1" spc="-14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（30s）</a:t>
            </a:r>
            <a:r>
              <a:rPr sz="2175" spc="-209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27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4120131" y="15959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558855" y="1401977"/>
            <a:ext cx="58458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腰背痛放松训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2500" b="1" spc="-17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（40s）</a:t>
            </a:r>
            <a:r>
              <a:rPr sz="2175" spc="-254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28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0289737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40052" y="0"/>
                </a:moveTo>
                <a:lnTo>
                  <a:pt x="26938" y="47512"/>
                </a:lnTo>
                <a:lnTo>
                  <a:pt x="16798" y="94557"/>
                </a:lnTo>
                <a:lnTo>
                  <a:pt x="9333" y="141308"/>
                </a:lnTo>
                <a:lnTo>
                  <a:pt x="4243" y="187939"/>
                </a:lnTo>
                <a:lnTo>
                  <a:pt x="1232" y="234622"/>
                </a:lnTo>
                <a:lnTo>
                  <a:pt x="0" y="281531"/>
                </a:lnTo>
                <a:lnTo>
                  <a:pt x="248" y="328839"/>
                </a:lnTo>
                <a:lnTo>
                  <a:pt x="1678" y="376720"/>
                </a:lnTo>
                <a:lnTo>
                  <a:pt x="3992" y="425347"/>
                </a:lnTo>
                <a:lnTo>
                  <a:pt x="6890" y="474892"/>
                </a:lnTo>
                <a:lnTo>
                  <a:pt x="10075" y="525531"/>
                </a:lnTo>
                <a:lnTo>
                  <a:pt x="18287" y="588576"/>
                </a:lnTo>
                <a:lnTo>
                  <a:pt x="34612" y="664913"/>
                </a:lnTo>
                <a:lnTo>
                  <a:pt x="45210" y="707365"/>
                </a:lnTo>
                <a:lnTo>
                  <a:pt x="57109" y="752301"/>
                </a:lnTo>
                <a:lnTo>
                  <a:pt x="70065" y="799439"/>
                </a:lnTo>
                <a:lnTo>
                  <a:pt x="83836" y="848499"/>
                </a:lnTo>
                <a:lnTo>
                  <a:pt x="98179" y="899202"/>
                </a:lnTo>
                <a:lnTo>
                  <a:pt x="112852" y="951268"/>
                </a:lnTo>
                <a:lnTo>
                  <a:pt x="127611" y="1004416"/>
                </a:lnTo>
                <a:lnTo>
                  <a:pt x="142214" y="1058366"/>
                </a:lnTo>
                <a:lnTo>
                  <a:pt x="156418" y="1112839"/>
                </a:lnTo>
                <a:lnTo>
                  <a:pt x="169981" y="1167554"/>
                </a:lnTo>
                <a:lnTo>
                  <a:pt x="182659" y="1222231"/>
                </a:lnTo>
                <a:lnTo>
                  <a:pt x="194211" y="1276591"/>
                </a:lnTo>
                <a:lnTo>
                  <a:pt x="204393" y="1330353"/>
                </a:lnTo>
                <a:lnTo>
                  <a:pt x="212962" y="1383236"/>
                </a:lnTo>
                <a:lnTo>
                  <a:pt x="219676" y="1434962"/>
                </a:lnTo>
                <a:lnTo>
                  <a:pt x="224292" y="1485250"/>
                </a:lnTo>
                <a:lnTo>
                  <a:pt x="226568" y="1533819"/>
                </a:lnTo>
                <a:lnTo>
                  <a:pt x="227700" y="1584773"/>
                </a:lnTo>
                <a:lnTo>
                  <a:pt x="228799" y="1634790"/>
                </a:lnTo>
                <a:lnTo>
                  <a:pt x="229747" y="1684027"/>
                </a:lnTo>
                <a:lnTo>
                  <a:pt x="230427" y="1732640"/>
                </a:lnTo>
                <a:lnTo>
                  <a:pt x="230721" y="1780786"/>
                </a:lnTo>
                <a:lnTo>
                  <a:pt x="230510" y="1828621"/>
                </a:lnTo>
                <a:lnTo>
                  <a:pt x="229677" y="1876302"/>
                </a:lnTo>
                <a:lnTo>
                  <a:pt x="228105" y="1923986"/>
                </a:lnTo>
                <a:lnTo>
                  <a:pt x="225675" y="1971829"/>
                </a:lnTo>
                <a:lnTo>
                  <a:pt x="222269" y="2019989"/>
                </a:lnTo>
                <a:lnTo>
                  <a:pt x="217771" y="2068620"/>
                </a:lnTo>
                <a:lnTo>
                  <a:pt x="212061" y="2117881"/>
                </a:lnTo>
                <a:lnTo>
                  <a:pt x="205022" y="2167928"/>
                </a:lnTo>
                <a:lnTo>
                  <a:pt x="196536" y="2218917"/>
                </a:lnTo>
                <a:lnTo>
                  <a:pt x="186485" y="2271006"/>
                </a:lnTo>
                <a:lnTo>
                  <a:pt x="174752" y="2324350"/>
                </a:lnTo>
                <a:lnTo>
                  <a:pt x="161219" y="2379106"/>
                </a:lnTo>
                <a:lnTo>
                  <a:pt x="145768" y="2435431"/>
                </a:lnTo>
                <a:lnTo>
                  <a:pt x="128280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568106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190671" y="0"/>
                </a:moveTo>
                <a:lnTo>
                  <a:pt x="203784" y="47512"/>
                </a:lnTo>
                <a:lnTo>
                  <a:pt x="213923" y="94557"/>
                </a:lnTo>
                <a:lnTo>
                  <a:pt x="221388" y="141308"/>
                </a:lnTo>
                <a:lnTo>
                  <a:pt x="226477" y="187939"/>
                </a:lnTo>
                <a:lnTo>
                  <a:pt x="229488" y="234622"/>
                </a:lnTo>
                <a:lnTo>
                  <a:pt x="230720" y="281531"/>
                </a:lnTo>
                <a:lnTo>
                  <a:pt x="230472" y="328839"/>
                </a:lnTo>
                <a:lnTo>
                  <a:pt x="229043" y="376720"/>
                </a:lnTo>
                <a:lnTo>
                  <a:pt x="226730" y="425347"/>
                </a:lnTo>
                <a:lnTo>
                  <a:pt x="223832" y="474892"/>
                </a:lnTo>
                <a:lnTo>
                  <a:pt x="220648" y="525531"/>
                </a:lnTo>
                <a:lnTo>
                  <a:pt x="212436" y="588576"/>
                </a:lnTo>
                <a:lnTo>
                  <a:pt x="196110" y="664913"/>
                </a:lnTo>
                <a:lnTo>
                  <a:pt x="185511" y="707365"/>
                </a:lnTo>
                <a:lnTo>
                  <a:pt x="173612" y="752301"/>
                </a:lnTo>
                <a:lnTo>
                  <a:pt x="160656" y="799439"/>
                </a:lnTo>
                <a:lnTo>
                  <a:pt x="146884" y="848499"/>
                </a:lnTo>
                <a:lnTo>
                  <a:pt x="132541" y="899202"/>
                </a:lnTo>
                <a:lnTo>
                  <a:pt x="117869" y="951268"/>
                </a:lnTo>
                <a:lnTo>
                  <a:pt x="103109" y="1004416"/>
                </a:lnTo>
                <a:lnTo>
                  <a:pt x="88506" y="1058366"/>
                </a:lnTo>
                <a:lnTo>
                  <a:pt x="74302" y="1112839"/>
                </a:lnTo>
                <a:lnTo>
                  <a:pt x="60739" y="1167554"/>
                </a:lnTo>
                <a:lnTo>
                  <a:pt x="48061" y="1222231"/>
                </a:lnTo>
                <a:lnTo>
                  <a:pt x="36509" y="1276591"/>
                </a:lnTo>
                <a:lnTo>
                  <a:pt x="26327" y="1330353"/>
                </a:lnTo>
                <a:lnTo>
                  <a:pt x="17758" y="1383236"/>
                </a:lnTo>
                <a:lnTo>
                  <a:pt x="11044" y="1434962"/>
                </a:lnTo>
                <a:lnTo>
                  <a:pt x="6427" y="1485250"/>
                </a:lnTo>
                <a:lnTo>
                  <a:pt x="4152" y="1533819"/>
                </a:lnTo>
                <a:lnTo>
                  <a:pt x="3020" y="1584773"/>
                </a:lnTo>
                <a:lnTo>
                  <a:pt x="1921" y="1634790"/>
                </a:lnTo>
                <a:lnTo>
                  <a:pt x="973" y="1684027"/>
                </a:lnTo>
                <a:lnTo>
                  <a:pt x="293" y="1732640"/>
                </a:lnTo>
                <a:lnTo>
                  <a:pt x="0" y="1780786"/>
                </a:lnTo>
                <a:lnTo>
                  <a:pt x="210" y="1828621"/>
                </a:lnTo>
                <a:lnTo>
                  <a:pt x="1043" y="1876302"/>
                </a:lnTo>
                <a:lnTo>
                  <a:pt x="2615" y="1923986"/>
                </a:lnTo>
                <a:lnTo>
                  <a:pt x="5046" y="1971829"/>
                </a:lnTo>
                <a:lnTo>
                  <a:pt x="8451" y="2019989"/>
                </a:lnTo>
                <a:lnTo>
                  <a:pt x="12950" y="2068620"/>
                </a:lnTo>
                <a:lnTo>
                  <a:pt x="18660" y="2117881"/>
                </a:lnTo>
                <a:lnTo>
                  <a:pt x="25699" y="2167928"/>
                </a:lnTo>
                <a:lnTo>
                  <a:pt x="34185" y="2218917"/>
                </a:lnTo>
                <a:lnTo>
                  <a:pt x="44235" y="2271006"/>
                </a:lnTo>
                <a:lnTo>
                  <a:pt x="55968" y="2324350"/>
                </a:lnTo>
                <a:lnTo>
                  <a:pt x="69501" y="2379106"/>
                </a:lnTo>
                <a:lnTo>
                  <a:pt x="84952" y="2435431"/>
                </a:lnTo>
                <a:lnTo>
                  <a:pt x="102439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9641333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242577" y="3789"/>
                </a:lnTo>
                <a:lnTo>
                  <a:pt x="198024" y="14761"/>
                </a:lnTo>
                <a:lnTo>
                  <a:pt x="156480" y="32319"/>
                </a:lnTo>
                <a:lnTo>
                  <a:pt x="118542" y="55866"/>
                </a:lnTo>
                <a:lnTo>
                  <a:pt x="84804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4" y="494290"/>
                </a:lnTo>
                <a:lnTo>
                  <a:pt x="118542" y="523230"/>
                </a:lnTo>
                <a:lnTo>
                  <a:pt x="156480" y="546777"/>
                </a:lnTo>
                <a:lnTo>
                  <a:pt x="198024" y="564334"/>
                </a:lnTo>
                <a:lnTo>
                  <a:pt x="242577" y="575306"/>
                </a:lnTo>
                <a:lnTo>
                  <a:pt x="289543" y="579095"/>
                </a:lnTo>
                <a:lnTo>
                  <a:pt x="336510" y="575306"/>
                </a:lnTo>
                <a:lnTo>
                  <a:pt x="381064" y="564334"/>
                </a:lnTo>
                <a:lnTo>
                  <a:pt x="422608" y="546777"/>
                </a:lnTo>
                <a:lnTo>
                  <a:pt x="460548" y="523230"/>
                </a:lnTo>
                <a:lnTo>
                  <a:pt x="494286" y="494290"/>
                </a:lnTo>
                <a:lnTo>
                  <a:pt x="523226" y="460552"/>
                </a:lnTo>
                <a:lnTo>
                  <a:pt x="546773" y="422613"/>
                </a:lnTo>
                <a:lnTo>
                  <a:pt x="564330" y="381068"/>
                </a:lnTo>
                <a:lnTo>
                  <a:pt x="575302" y="336515"/>
                </a:lnTo>
                <a:lnTo>
                  <a:pt x="579092" y="289548"/>
                </a:lnTo>
                <a:lnTo>
                  <a:pt x="575302" y="242582"/>
                </a:lnTo>
                <a:lnTo>
                  <a:pt x="564330" y="198029"/>
                </a:lnTo>
                <a:lnTo>
                  <a:pt x="546773" y="156484"/>
                </a:lnTo>
                <a:lnTo>
                  <a:pt x="523226" y="118545"/>
                </a:lnTo>
                <a:lnTo>
                  <a:pt x="494286" y="84807"/>
                </a:lnTo>
                <a:lnTo>
                  <a:pt x="460548" y="55866"/>
                </a:lnTo>
                <a:lnTo>
                  <a:pt x="422608" y="32319"/>
                </a:lnTo>
                <a:lnTo>
                  <a:pt x="381064" y="14761"/>
                </a:lnTo>
                <a:lnTo>
                  <a:pt x="336510" y="3789"/>
                </a:lnTo>
                <a:lnTo>
                  <a:pt x="2895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9641333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336510" y="3789"/>
                </a:lnTo>
                <a:lnTo>
                  <a:pt x="381064" y="14761"/>
                </a:lnTo>
                <a:lnTo>
                  <a:pt x="422608" y="32319"/>
                </a:lnTo>
                <a:lnTo>
                  <a:pt x="460548" y="55866"/>
                </a:lnTo>
                <a:lnTo>
                  <a:pt x="494286" y="84807"/>
                </a:lnTo>
                <a:lnTo>
                  <a:pt x="523226" y="118545"/>
                </a:lnTo>
                <a:lnTo>
                  <a:pt x="546773" y="156484"/>
                </a:lnTo>
                <a:lnTo>
                  <a:pt x="564330" y="198029"/>
                </a:lnTo>
                <a:lnTo>
                  <a:pt x="575302" y="242582"/>
                </a:lnTo>
                <a:lnTo>
                  <a:pt x="579092" y="289548"/>
                </a:lnTo>
                <a:lnTo>
                  <a:pt x="575302" y="336515"/>
                </a:lnTo>
                <a:lnTo>
                  <a:pt x="564330" y="381068"/>
                </a:lnTo>
                <a:lnTo>
                  <a:pt x="546773" y="422613"/>
                </a:lnTo>
                <a:lnTo>
                  <a:pt x="523226" y="460552"/>
                </a:lnTo>
                <a:lnTo>
                  <a:pt x="494286" y="494290"/>
                </a:lnTo>
                <a:lnTo>
                  <a:pt x="460548" y="523230"/>
                </a:lnTo>
                <a:lnTo>
                  <a:pt x="422608" y="546777"/>
                </a:lnTo>
                <a:lnTo>
                  <a:pt x="381064" y="564334"/>
                </a:lnTo>
                <a:lnTo>
                  <a:pt x="336510" y="575306"/>
                </a:lnTo>
                <a:lnTo>
                  <a:pt x="289543" y="579095"/>
                </a:lnTo>
                <a:lnTo>
                  <a:pt x="242577" y="575306"/>
                </a:lnTo>
                <a:lnTo>
                  <a:pt x="198024" y="564334"/>
                </a:lnTo>
                <a:lnTo>
                  <a:pt x="156480" y="546777"/>
                </a:lnTo>
                <a:lnTo>
                  <a:pt x="118542" y="523230"/>
                </a:lnTo>
                <a:lnTo>
                  <a:pt x="84804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4" y="84807"/>
                </a:lnTo>
                <a:lnTo>
                  <a:pt x="118542" y="55866"/>
                </a:lnTo>
                <a:lnTo>
                  <a:pt x="156480" y="32319"/>
                </a:lnTo>
                <a:lnTo>
                  <a:pt x="198024" y="14761"/>
                </a:lnTo>
                <a:lnTo>
                  <a:pt x="242577" y="3789"/>
                </a:lnTo>
                <a:lnTo>
                  <a:pt x="28954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869842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242580" y="3789"/>
                </a:lnTo>
                <a:lnTo>
                  <a:pt x="198026" y="14761"/>
                </a:lnTo>
                <a:lnTo>
                  <a:pt x="156482" y="32319"/>
                </a:lnTo>
                <a:lnTo>
                  <a:pt x="118542" y="55866"/>
                </a:lnTo>
                <a:lnTo>
                  <a:pt x="84805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5" y="494290"/>
                </a:lnTo>
                <a:lnTo>
                  <a:pt x="118542" y="523230"/>
                </a:lnTo>
                <a:lnTo>
                  <a:pt x="156482" y="546777"/>
                </a:lnTo>
                <a:lnTo>
                  <a:pt x="198026" y="564334"/>
                </a:lnTo>
                <a:lnTo>
                  <a:pt x="242580" y="575306"/>
                </a:lnTo>
                <a:lnTo>
                  <a:pt x="289547" y="579095"/>
                </a:lnTo>
                <a:lnTo>
                  <a:pt x="336514" y="575306"/>
                </a:lnTo>
                <a:lnTo>
                  <a:pt x="381068" y="564334"/>
                </a:lnTo>
                <a:lnTo>
                  <a:pt x="422612" y="546777"/>
                </a:lnTo>
                <a:lnTo>
                  <a:pt x="460552" y="523230"/>
                </a:lnTo>
                <a:lnTo>
                  <a:pt x="494290" y="494290"/>
                </a:lnTo>
                <a:lnTo>
                  <a:pt x="523230" y="460552"/>
                </a:lnTo>
                <a:lnTo>
                  <a:pt x="546777" y="422613"/>
                </a:lnTo>
                <a:lnTo>
                  <a:pt x="564334" y="381068"/>
                </a:lnTo>
                <a:lnTo>
                  <a:pt x="575306" y="336515"/>
                </a:lnTo>
                <a:lnTo>
                  <a:pt x="579095" y="289548"/>
                </a:lnTo>
                <a:lnTo>
                  <a:pt x="575306" y="242582"/>
                </a:lnTo>
                <a:lnTo>
                  <a:pt x="564334" y="198029"/>
                </a:lnTo>
                <a:lnTo>
                  <a:pt x="546777" y="156484"/>
                </a:lnTo>
                <a:lnTo>
                  <a:pt x="523230" y="118545"/>
                </a:lnTo>
                <a:lnTo>
                  <a:pt x="494290" y="84807"/>
                </a:lnTo>
                <a:lnTo>
                  <a:pt x="460552" y="55866"/>
                </a:lnTo>
                <a:lnTo>
                  <a:pt x="422612" y="32319"/>
                </a:lnTo>
                <a:lnTo>
                  <a:pt x="381068" y="14761"/>
                </a:lnTo>
                <a:lnTo>
                  <a:pt x="336514" y="3789"/>
                </a:lnTo>
                <a:lnTo>
                  <a:pt x="2895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869842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336514" y="3789"/>
                </a:lnTo>
                <a:lnTo>
                  <a:pt x="381068" y="14761"/>
                </a:lnTo>
                <a:lnTo>
                  <a:pt x="422612" y="32319"/>
                </a:lnTo>
                <a:lnTo>
                  <a:pt x="460552" y="55866"/>
                </a:lnTo>
                <a:lnTo>
                  <a:pt x="494290" y="84807"/>
                </a:lnTo>
                <a:lnTo>
                  <a:pt x="523230" y="118545"/>
                </a:lnTo>
                <a:lnTo>
                  <a:pt x="546777" y="156484"/>
                </a:lnTo>
                <a:lnTo>
                  <a:pt x="564334" y="198029"/>
                </a:lnTo>
                <a:lnTo>
                  <a:pt x="575306" y="242582"/>
                </a:lnTo>
                <a:lnTo>
                  <a:pt x="579095" y="289548"/>
                </a:lnTo>
                <a:lnTo>
                  <a:pt x="575306" y="336515"/>
                </a:lnTo>
                <a:lnTo>
                  <a:pt x="564334" y="381068"/>
                </a:lnTo>
                <a:lnTo>
                  <a:pt x="546777" y="422613"/>
                </a:lnTo>
                <a:lnTo>
                  <a:pt x="523230" y="460552"/>
                </a:lnTo>
                <a:lnTo>
                  <a:pt x="494290" y="494290"/>
                </a:lnTo>
                <a:lnTo>
                  <a:pt x="460552" y="523230"/>
                </a:lnTo>
                <a:lnTo>
                  <a:pt x="422612" y="546777"/>
                </a:lnTo>
                <a:lnTo>
                  <a:pt x="381068" y="564334"/>
                </a:lnTo>
                <a:lnTo>
                  <a:pt x="336514" y="575306"/>
                </a:lnTo>
                <a:lnTo>
                  <a:pt x="289547" y="579095"/>
                </a:lnTo>
                <a:lnTo>
                  <a:pt x="242580" y="575306"/>
                </a:lnTo>
                <a:lnTo>
                  <a:pt x="198026" y="564334"/>
                </a:lnTo>
                <a:lnTo>
                  <a:pt x="156482" y="546777"/>
                </a:lnTo>
                <a:lnTo>
                  <a:pt x="118542" y="523230"/>
                </a:lnTo>
                <a:lnTo>
                  <a:pt x="84805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5" y="84807"/>
                </a:lnTo>
                <a:lnTo>
                  <a:pt x="118542" y="55866"/>
                </a:lnTo>
                <a:lnTo>
                  <a:pt x="156482" y="32319"/>
                </a:lnTo>
                <a:lnTo>
                  <a:pt x="198026" y="14761"/>
                </a:lnTo>
                <a:lnTo>
                  <a:pt x="242580" y="3789"/>
                </a:lnTo>
                <a:lnTo>
                  <a:pt x="289547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9987656" y="4575625"/>
            <a:ext cx="259079" cy="86995"/>
          </a:xfrm>
          <a:custGeom>
            <a:avLst/>
            <a:gdLst/>
            <a:ahLst/>
            <a:cxnLst/>
            <a:rect l="l" t="t" r="r" b="b"/>
            <a:pathLst>
              <a:path w="259079" h="86995">
                <a:moveTo>
                  <a:pt x="35686" y="0"/>
                </a:moveTo>
                <a:lnTo>
                  <a:pt x="22969" y="1094"/>
                </a:lnTo>
                <a:lnTo>
                  <a:pt x="12002" y="6799"/>
                </a:lnTo>
                <a:lnTo>
                  <a:pt x="3955" y="16184"/>
                </a:lnTo>
                <a:lnTo>
                  <a:pt x="0" y="28320"/>
                </a:lnTo>
                <a:lnTo>
                  <a:pt x="1094" y="41038"/>
                </a:lnTo>
                <a:lnTo>
                  <a:pt x="6799" y="52006"/>
                </a:lnTo>
                <a:lnTo>
                  <a:pt x="16184" y="60055"/>
                </a:lnTo>
                <a:lnTo>
                  <a:pt x="28322" y="64011"/>
                </a:lnTo>
                <a:lnTo>
                  <a:pt x="223138" y="86432"/>
                </a:lnTo>
                <a:lnTo>
                  <a:pt x="235857" y="85335"/>
                </a:lnTo>
                <a:lnTo>
                  <a:pt x="246824" y="79628"/>
                </a:lnTo>
                <a:lnTo>
                  <a:pt x="254870" y="70241"/>
                </a:lnTo>
                <a:lnTo>
                  <a:pt x="258825" y="58103"/>
                </a:lnTo>
                <a:lnTo>
                  <a:pt x="257731" y="45387"/>
                </a:lnTo>
                <a:lnTo>
                  <a:pt x="252027" y="34420"/>
                </a:lnTo>
                <a:lnTo>
                  <a:pt x="242643" y="26374"/>
                </a:lnTo>
                <a:lnTo>
                  <a:pt x="230508" y="22420"/>
                </a:lnTo>
                <a:lnTo>
                  <a:pt x="3568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9849311" y="4078421"/>
            <a:ext cx="152400" cy="527685"/>
          </a:xfrm>
          <a:custGeom>
            <a:avLst/>
            <a:gdLst/>
            <a:ahLst/>
            <a:cxnLst/>
            <a:rect l="l" t="t" r="r" b="b"/>
            <a:pathLst>
              <a:path w="152400" h="527685">
                <a:moveTo>
                  <a:pt x="112975" y="0"/>
                </a:moveTo>
                <a:lnTo>
                  <a:pt x="70423" y="68423"/>
                </a:lnTo>
                <a:lnTo>
                  <a:pt x="2765" y="226412"/>
                </a:lnTo>
                <a:lnTo>
                  <a:pt x="0" y="403046"/>
                </a:lnTo>
                <a:lnTo>
                  <a:pt x="152124" y="5274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9159385" y="4080095"/>
            <a:ext cx="842644" cy="525780"/>
          </a:xfrm>
          <a:custGeom>
            <a:avLst/>
            <a:gdLst/>
            <a:ahLst/>
            <a:cxnLst/>
            <a:rect l="l" t="t" r="r" b="b"/>
            <a:pathLst>
              <a:path w="842645" h="525779">
                <a:moveTo>
                  <a:pt x="0" y="0"/>
                </a:moveTo>
                <a:lnTo>
                  <a:pt x="24428" y="70627"/>
                </a:lnTo>
                <a:lnTo>
                  <a:pt x="135314" y="232151"/>
                </a:lnTo>
                <a:lnTo>
                  <a:pt x="389055" y="409032"/>
                </a:lnTo>
                <a:lnTo>
                  <a:pt x="842050" y="5257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875090" y="5131796"/>
            <a:ext cx="1336040" cy="184150"/>
          </a:xfrm>
          <a:custGeom>
            <a:avLst/>
            <a:gdLst/>
            <a:ahLst/>
            <a:cxnLst/>
            <a:rect l="l" t="t" r="r" b="b"/>
            <a:pathLst>
              <a:path w="1336040" h="184150">
                <a:moveTo>
                  <a:pt x="0" y="31906"/>
                </a:moveTo>
                <a:lnTo>
                  <a:pt x="30087" y="66467"/>
                </a:lnTo>
                <a:lnTo>
                  <a:pt x="62898" y="96340"/>
                </a:lnTo>
                <a:lnTo>
                  <a:pt x="98112" y="121643"/>
                </a:lnTo>
                <a:lnTo>
                  <a:pt x="135403" y="142491"/>
                </a:lnTo>
                <a:lnTo>
                  <a:pt x="174450" y="159002"/>
                </a:lnTo>
                <a:lnTo>
                  <a:pt x="214930" y="171292"/>
                </a:lnTo>
                <a:lnTo>
                  <a:pt x="256519" y="179477"/>
                </a:lnTo>
                <a:lnTo>
                  <a:pt x="298895" y="183674"/>
                </a:lnTo>
                <a:lnTo>
                  <a:pt x="341734" y="184000"/>
                </a:lnTo>
                <a:lnTo>
                  <a:pt x="384713" y="180572"/>
                </a:lnTo>
                <a:lnTo>
                  <a:pt x="427510" y="173506"/>
                </a:lnTo>
                <a:lnTo>
                  <a:pt x="469802" y="162918"/>
                </a:lnTo>
                <a:lnTo>
                  <a:pt x="511264" y="148925"/>
                </a:lnTo>
                <a:lnTo>
                  <a:pt x="551576" y="131644"/>
                </a:lnTo>
                <a:lnTo>
                  <a:pt x="590412" y="111192"/>
                </a:lnTo>
                <a:lnTo>
                  <a:pt x="627452" y="87685"/>
                </a:lnTo>
                <a:lnTo>
                  <a:pt x="662370" y="61239"/>
                </a:lnTo>
                <a:lnTo>
                  <a:pt x="694845" y="31972"/>
                </a:lnTo>
                <a:lnTo>
                  <a:pt x="724554" y="0"/>
                </a:lnTo>
                <a:lnTo>
                  <a:pt x="771338" y="35445"/>
                </a:lnTo>
                <a:lnTo>
                  <a:pt x="815898" y="67716"/>
                </a:lnTo>
                <a:lnTo>
                  <a:pt x="858548" y="96528"/>
                </a:lnTo>
                <a:lnTo>
                  <a:pt x="899601" y="121599"/>
                </a:lnTo>
                <a:lnTo>
                  <a:pt x="939372" y="142646"/>
                </a:lnTo>
                <a:lnTo>
                  <a:pt x="978176" y="159386"/>
                </a:lnTo>
                <a:lnTo>
                  <a:pt x="1016326" y="171536"/>
                </a:lnTo>
                <a:lnTo>
                  <a:pt x="1054137" y="178813"/>
                </a:lnTo>
                <a:lnTo>
                  <a:pt x="1091923" y="180935"/>
                </a:lnTo>
                <a:lnTo>
                  <a:pt x="1129998" y="177617"/>
                </a:lnTo>
                <a:lnTo>
                  <a:pt x="1168676" y="168579"/>
                </a:lnTo>
                <a:lnTo>
                  <a:pt x="1208272" y="153535"/>
                </a:lnTo>
                <a:lnTo>
                  <a:pt x="1249100" y="132204"/>
                </a:lnTo>
                <a:lnTo>
                  <a:pt x="1291474" y="104302"/>
                </a:lnTo>
                <a:lnTo>
                  <a:pt x="1335708" y="695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9599644" y="4793670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4">
                <a:moveTo>
                  <a:pt x="0" y="338126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9501563" y="5218333"/>
            <a:ext cx="34290" cy="299720"/>
          </a:xfrm>
          <a:custGeom>
            <a:avLst/>
            <a:gdLst/>
            <a:ahLst/>
            <a:cxnLst/>
            <a:rect l="l" t="t" r="r" b="b"/>
            <a:pathLst>
              <a:path w="34290" h="299720">
                <a:moveTo>
                  <a:pt x="34188" y="299304"/>
                </a:moveTo>
                <a:lnTo>
                  <a:pt x="33650" y="255318"/>
                </a:lnTo>
                <a:lnTo>
                  <a:pt x="33044" y="211472"/>
                </a:lnTo>
                <a:lnTo>
                  <a:pt x="31238" y="167345"/>
                </a:lnTo>
                <a:lnTo>
                  <a:pt x="27100" y="122515"/>
                </a:lnTo>
                <a:lnTo>
                  <a:pt x="19269" y="61014"/>
                </a:lnTo>
                <a:lnTo>
                  <a:pt x="12143" y="3064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9665358" y="5194790"/>
            <a:ext cx="34290" cy="306705"/>
          </a:xfrm>
          <a:custGeom>
            <a:avLst/>
            <a:gdLst/>
            <a:ahLst/>
            <a:cxnLst/>
            <a:rect l="l" t="t" r="r" b="b"/>
            <a:pathLst>
              <a:path w="34290" h="306704">
                <a:moveTo>
                  <a:pt x="0" y="306567"/>
                </a:moveTo>
                <a:lnTo>
                  <a:pt x="540" y="262583"/>
                </a:lnTo>
                <a:lnTo>
                  <a:pt x="1149" y="218736"/>
                </a:lnTo>
                <a:lnTo>
                  <a:pt x="2955" y="174608"/>
                </a:lnTo>
                <a:lnTo>
                  <a:pt x="7087" y="129780"/>
                </a:lnTo>
                <a:lnTo>
                  <a:pt x="17161" y="62330"/>
                </a:lnTo>
                <a:lnTo>
                  <a:pt x="24591" y="29168"/>
                </a:lnTo>
                <a:lnTo>
                  <a:pt x="3426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318343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40052" y="0"/>
                </a:moveTo>
                <a:lnTo>
                  <a:pt x="26938" y="47512"/>
                </a:lnTo>
                <a:lnTo>
                  <a:pt x="16798" y="94557"/>
                </a:lnTo>
                <a:lnTo>
                  <a:pt x="9333" y="141308"/>
                </a:lnTo>
                <a:lnTo>
                  <a:pt x="4243" y="187939"/>
                </a:lnTo>
                <a:lnTo>
                  <a:pt x="1232" y="234622"/>
                </a:lnTo>
                <a:lnTo>
                  <a:pt x="0" y="281531"/>
                </a:lnTo>
                <a:lnTo>
                  <a:pt x="248" y="328839"/>
                </a:lnTo>
                <a:lnTo>
                  <a:pt x="1678" y="376720"/>
                </a:lnTo>
                <a:lnTo>
                  <a:pt x="3992" y="425347"/>
                </a:lnTo>
                <a:lnTo>
                  <a:pt x="6890" y="474892"/>
                </a:lnTo>
                <a:lnTo>
                  <a:pt x="10075" y="525531"/>
                </a:lnTo>
                <a:lnTo>
                  <a:pt x="18287" y="588576"/>
                </a:lnTo>
                <a:lnTo>
                  <a:pt x="34612" y="664913"/>
                </a:lnTo>
                <a:lnTo>
                  <a:pt x="45210" y="707365"/>
                </a:lnTo>
                <a:lnTo>
                  <a:pt x="57109" y="752301"/>
                </a:lnTo>
                <a:lnTo>
                  <a:pt x="70065" y="799439"/>
                </a:lnTo>
                <a:lnTo>
                  <a:pt x="83836" y="848499"/>
                </a:lnTo>
                <a:lnTo>
                  <a:pt x="98179" y="899202"/>
                </a:lnTo>
                <a:lnTo>
                  <a:pt x="112852" y="951268"/>
                </a:lnTo>
                <a:lnTo>
                  <a:pt x="127611" y="1004416"/>
                </a:lnTo>
                <a:lnTo>
                  <a:pt x="142214" y="1058366"/>
                </a:lnTo>
                <a:lnTo>
                  <a:pt x="156418" y="1112839"/>
                </a:lnTo>
                <a:lnTo>
                  <a:pt x="169981" y="1167554"/>
                </a:lnTo>
                <a:lnTo>
                  <a:pt x="182659" y="1222231"/>
                </a:lnTo>
                <a:lnTo>
                  <a:pt x="194211" y="1276591"/>
                </a:lnTo>
                <a:lnTo>
                  <a:pt x="204393" y="1330353"/>
                </a:lnTo>
                <a:lnTo>
                  <a:pt x="212962" y="1383236"/>
                </a:lnTo>
                <a:lnTo>
                  <a:pt x="219676" y="1434962"/>
                </a:lnTo>
                <a:lnTo>
                  <a:pt x="224292" y="1485250"/>
                </a:lnTo>
                <a:lnTo>
                  <a:pt x="226568" y="1533819"/>
                </a:lnTo>
                <a:lnTo>
                  <a:pt x="227700" y="1584773"/>
                </a:lnTo>
                <a:lnTo>
                  <a:pt x="228799" y="1634790"/>
                </a:lnTo>
                <a:lnTo>
                  <a:pt x="229747" y="1684027"/>
                </a:lnTo>
                <a:lnTo>
                  <a:pt x="230427" y="1732640"/>
                </a:lnTo>
                <a:lnTo>
                  <a:pt x="230721" y="1780786"/>
                </a:lnTo>
                <a:lnTo>
                  <a:pt x="230510" y="1828621"/>
                </a:lnTo>
                <a:lnTo>
                  <a:pt x="229678" y="1876302"/>
                </a:lnTo>
                <a:lnTo>
                  <a:pt x="228105" y="1923986"/>
                </a:lnTo>
                <a:lnTo>
                  <a:pt x="225675" y="1971829"/>
                </a:lnTo>
                <a:lnTo>
                  <a:pt x="222270" y="2019989"/>
                </a:lnTo>
                <a:lnTo>
                  <a:pt x="217771" y="2068620"/>
                </a:lnTo>
                <a:lnTo>
                  <a:pt x="212061" y="2117881"/>
                </a:lnTo>
                <a:lnTo>
                  <a:pt x="205022" y="2167928"/>
                </a:lnTo>
                <a:lnTo>
                  <a:pt x="196536" y="2218917"/>
                </a:lnTo>
                <a:lnTo>
                  <a:pt x="186486" y="2271006"/>
                </a:lnTo>
                <a:lnTo>
                  <a:pt x="174753" y="2324350"/>
                </a:lnTo>
                <a:lnTo>
                  <a:pt x="161219" y="2379106"/>
                </a:lnTo>
                <a:lnTo>
                  <a:pt x="145768" y="2435431"/>
                </a:lnTo>
                <a:lnTo>
                  <a:pt x="128280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596712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39" h="2493645">
                <a:moveTo>
                  <a:pt x="190671" y="0"/>
                </a:moveTo>
                <a:lnTo>
                  <a:pt x="203784" y="47512"/>
                </a:lnTo>
                <a:lnTo>
                  <a:pt x="213923" y="94557"/>
                </a:lnTo>
                <a:lnTo>
                  <a:pt x="221388" y="141308"/>
                </a:lnTo>
                <a:lnTo>
                  <a:pt x="226477" y="187939"/>
                </a:lnTo>
                <a:lnTo>
                  <a:pt x="229488" y="234622"/>
                </a:lnTo>
                <a:lnTo>
                  <a:pt x="230721" y="281531"/>
                </a:lnTo>
                <a:lnTo>
                  <a:pt x="230473" y="328839"/>
                </a:lnTo>
                <a:lnTo>
                  <a:pt x="229043" y="376720"/>
                </a:lnTo>
                <a:lnTo>
                  <a:pt x="226730" y="425347"/>
                </a:lnTo>
                <a:lnTo>
                  <a:pt x="223832" y="474892"/>
                </a:lnTo>
                <a:lnTo>
                  <a:pt x="220648" y="525531"/>
                </a:lnTo>
                <a:lnTo>
                  <a:pt x="212436" y="588576"/>
                </a:lnTo>
                <a:lnTo>
                  <a:pt x="196110" y="664913"/>
                </a:lnTo>
                <a:lnTo>
                  <a:pt x="185511" y="707365"/>
                </a:lnTo>
                <a:lnTo>
                  <a:pt x="173612" y="752301"/>
                </a:lnTo>
                <a:lnTo>
                  <a:pt x="160656" y="799439"/>
                </a:lnTo>
                <a:lnTo>
                  <a:pt x="146884" y="848499"/>
                </a:lnTo>
                <a:lnTo>
                  <a:pt x="132541" y="899202"/>
                </a:lnTo>
                <a:lnTo>
                  <a:pt x="117869" y="951268"/>
                </a:lnTo>
                <a:lnTo>
                  <a:pt x="103109" y="1004416"/>
                </a:lnTo>
                <a:lnTo>
                  <a:pt x="88506" y="1058366"/>
                </a:lnTo>
                <a:lnTo>
                  <a:pt x="74302" y="1112839"/>
                </a:lnTo>
                <a:lnTo>
                  <a:pt x="60739" y="1167554"/>
                </a:lnTo>
                <a:lnTo>
                  <a:pt x="48061" y="1222231"/>
                </a:lnTo>
                <a:lnTo>
                  <a:pt x="36509" y="1276591"/>
                </a:lnTo>
                <a:lnTo>
                  <a:pt x="26327" y="1330353"/>
                </a:lnTo>
                <a:lnTo>
                  <a:pt x="17758" y="1383236"/>
                </a:lnTo>
                <a:lnTo>
                  <a:pt x="11044" y="1434962"/>
                </a:lnTo>
                <a:lnTo>
                  <a:pt x="6427" y="1485250"/>
                </a:lnTo>
                <a:lnTo>
                  <a:pt x="4152" y="1533819"/>
                </a:lnTo>
                <a:lnTo>
                  <a:pt x="3020" y="1584773"/>
                </a:lnTo>
                <a:lnTo>
                  <a:pt x="1921" y="1634790"/>
                </a:lnTo>
                <a:lnTo>
                  <a:pt x="973" y="1684027"/>
                </a:lnTo>
                <a:lnTo>
                  <a:pt x="293" y="1732640"/>
                </a:lnTo>
                <a:lnTo>
                  <a:pt x="0" y="1780786"/>
                </a:lnTo>
                <a:lnTo>
                  <a:pt x="210" y="1828621"/>
                </a:lnTo>
                <a:lnTo>
                  <a:pt x="1043" y="1876302"/>
                </a:lnTo>
                <a:lnTo>
                  <a:pt x="2615" y="1923986"/>
                </a:lnTo>
                <a:lnTo>
                  <a:pt x="5046" y="1971829"/>
                </a:lnTo>
                <a:lnTo>
                  <a:pt x="8451" y="2019989"/>
                </a:lnTo>
                <a:lnTo>
                  <a:pt x="12950" y="2068620"/>
                </a:lnTo>
                <a:lnTo>
                  <a:pt x="18660" y="2117881"/>
                </a:lnTo>
                <a:lnTo>
                  <a:pt x="25699" y="2167928"/>
                </a:lnTo>
                <a:lnTo>
                  <a:pt x="34185" y="2218917"/>
                </a:lnTo>
                <a:lnTo>
                  <a:pt x="44235" y="2271006"/>
                </a:lnTo>
                <a:lnTo>
                  <a:pt x="55968" y="2324350"/>
                </a:lnTo>
                <a:lnTo>
                  <a:pt x="69501" y="2379106"/>
                </a:lnTo>
                <a:lnTo>
                  <a:pt x="84952" y="2435431"/>
                </a:lnTo>
                <a:lnTo>
                  <a:pt x="102439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69939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242577" y="3789"/>
                </a:lnTo>
                <a:lnTo>
                  <a:pt x="198024" y="14761"/>
                </a:lnTo>
                <a:lnTo>
                  <a:pt x="156480" y="32319"/>
                </a:lnTo>
                <a:lnTo>
                  <a:pt x="118542" y="55866"/>
                </a:lnTo>
                <a:lnTo>
                  <a:pt x="84804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4" y="494290"/>
                </a:lnTo>
                <a:lnTo>
                  <a:pt x="118542" y="523230"/>
                </a:lnTo>
                <a:lnTo>
                  <a:pt x="156480" y="546777"/>
                </a:lnTo>
                <a:lnTo>
                  <a:pt x="198024" y="564334"/>
                </a:lnTo>
                <a:lnTo>
                  <a:pt x="242577" y="575306"/>
                </a:lnTo>
                <a:lnTo>
                  <a:pt x="289543" y="579095"/>
                </a:lnTo>
                <a:lnTo>
                  <a:pt x="336510" y="575306"/>
                </a:lnTo>
                <a:lnTo>
                  <a:pt x="381064" y="564334"/>
                </a:lnTo>
                <a:lnTo>
                  <a:pt x="422608" y="546777"/>
                </a:lnTo>
                <a:lnTo>
                  <a:pt x="460548" y="523230"/>
                </a:lnTo>
                <a:lnTo>
                  <a:pt x="494286" y="494290"/>
                </a:lnTo>
                <a:lnTo>
                  <a:pt x="523226" y="460552"/>
                </a:lnTo>
                <a:lnTo>
                  <a:pt x="546773" y="422613"/>
                </a:lnTo>
                <a:lnTo>
                  <a:pt x="564330" y="381068"/>
                </a:lnTo>
                <a:lnTo>
                  <a:pt x="575302" y="336515"/>
                </a:lnTo>
                <a:lnTo>
                  <a:pt x="579092" y="289548"/>
                </a:lnTo>
                <a:lnTo>
                  <a:pt x="575302" y="242582"/>
                </a:lnTo>
                <a:lnTo>
                  <a:pt x="564330" y="198029"/>
                </a:lnTo>
                <a:lnTo>
                  <a:pt x="546773" y="156484"/>
                </a:lnTo>
                <a:lnTo>
                  <a:pt x="523226" y="118545"/>
                </a:lnTo>
                <a:lnTo>
                  <a:pt x="494286" y="84807"/>
                </a:lnTo>
                <a:lnTo>
                  <a:pt x="460548" y="55866"/>
                </a:lnTo>
                <a:lnTo>
                  <a:pt x="422608" y="32319"/>
                </a:lnTo>
                <a:lnTo>
                  <a:pt x="381064" y="14761"/>
                </a:lnTo>
                <a:lnTo>
                  <a:pt x="336510" y="3789"/>
                </a:lnTo>
                <a:lnTo>
                  <a:pt x="2895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669939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3" y="0"/>
                </a:moveTo>
                <a:lnTo>
                  <a:pt x="336510" y="3789"/>
                </a:lnTo>
                <a:lnTo>
                  <a:pt x="381064" y="14761"/>
                </a:lnTo>
                <a:lnTo>
                  <a:pt x="422608" y="32319"/>
                </a:lnTo>
                <a:lnTo>
                  <a:pt x="460548" y="55866"/>
                </a:lnTo>
                <a:lnTo>
                  <a:pt x="494286" y="84807"/>
                </a:lnTo>
                <a:lnTo>
                  <a:pt x="523226" y="118545"/>
                </a:lnTo>
                <a:lnTo>
                  <a:pt x="546773" y="156484"/>
                </a:lnTo>
                <a:lnTo>
                  <a:pt x="564330" y="198029"/>
                </a:lnTo>
                <a:lnTo>
                  <a:pt x="575302" y="242582"/>
                </a:lnTo>
                <a:lnTo>
                  <a:pt x="579092" y="289548"/>
                </a:lnTo>
                <a:lnTo>
                  <a:pt x="575302" y="336515"/>
                </a:lnTo>
                <a:lnTo>
                  <a:pt x="564330" y="381068"/>
                </a:lnTo>
                <a:lnTo>
                  <a:pt x="546773" y="422613"/>
                </a:lnTo>
                <a:lnTo>
                  <a:pt x="523226" y="460552"/>
                </a:lnTo>
                <a:lnTo>
                  <a:pt x="494286" y="494290"/>
                </a:lnTo>
                <a:lnTo>
                  <a:pt x="460548" y="523230"/>
                </a:lnTo>
                <a:lnTo>
                  <a:pt x="422608" y="546777"/>
                </a:lnTo>
                <a:lnTo>
                  <a:pt x="381064" y="564334"/>
                </a:lnTo>
                <a:lnTo>
                  <a:pt x="336510" y="575306"/>
                </a:lnTo>
                <a:lnTo>
                  <a:pt x="289543" y="579095"/>
                </a:lnTo>
                <a:lnTo>
                  <a:pt x="242577" y="575306"/>
                </a:lnTo>
                <a:lnTo>
                  <a:pt x="198024" y="564334"/>
                </a:lnTo>
                <a:lnTo>
                  <a:pt x="156480" y="546777"/>
                </a:lnTo>
                <a:lnTo>
                  <a:pt x="118542" y="523230"/>
                </a:lnTo>
                <a:lnTo>
                  <a:pt x="84804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4" y="84807"/>
                </a:lnTo>
                <a:lnTo>
                  <a:pt x="118542" y="55866"/>
                </a:lnTo>
                <a:lnTo>
                  <a:pt x="156480" y="32319"/>
                </a:lnTo>
                <a:lnTo>
                  <a:pt x="198024" y="14761"/>
                </a:lnTo>
                <a:lnTo>
                  <a:pt x="242577" y="3789"/>
                </a:lnTo>
                <a:lnTo>
                  <a:pt x="28954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898448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242580" y="3789"/>
                </a:lnTo>
                <a:lnTo>
                  <a:pt x="198026" y="14761"/>
                </a:lnTo>
                <a:lnTo>
                  <a:pt x="156482" y="32319"/>
                </a:lnTo>
                <a:lnTo>
                  <a:pt x="118542" y="55866"/>
                </a:lnTo>
                <a:lnTo>
                  <a:pt x="84805" y="84807"/>
                </a:lnTo>
                <a:lnTo>
                  <a:pt x="55864" y="118545"/>
                </a:lnTo>
                <a:lnTo>
                  <a:pt x="32318" y="156484"/>
                </a:lnTo>
                <a:lnTo>
                  <a:pt x="14760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0" y="381068"/>
                </a:lnTo>
                <a:lnTo>
                  <a:pt x="32318" y="422613"/>
                </a:lnTo>
                <a:lnTo>
                  <a:pt x="55864" y="460552"/>
                </a:lnTo>
                <a:lnTo>
                  <a:pt x="84805" y="494290"/>
                </a:lnTo>
                <a:lnTo>
                  <a:pt x="118542" y="523230"/>
                </a:lnTo>
                <a:lnTo>
                  <a:pt x="156482" y="546777"/>
                </a:lnTo>
                <a:lnTo>
                  <a:pt x="198026" y="564334"/>
                </a:lnTo>
                <a:lnTo>
                  <a:pt x="242580" y="575306"/>
                </a:lnTo>
                <a:lnTo>
                  <a:pt x="289547" y="579095"/>
                </a:lnTo>
                <a:lnTo>
                  <a:pt x="336514" y="575306"/>
                </a:lnTo>
                <a:lnTo>
                  <a:pt x="381068" y="564334"/>
                </a:lnTo>
                <a:lnTo>
                  <a:pt x="422612" y="546777"/>
                </a:lnTo>
                <a:lnTo>
                  <a:pt x="460552" y="523230"/>
                </a:lnTo>
                <a:lnTo>
                  <a:pt x="494290" y="494290"/>
                </a:lnTo>
                <a:lnTo>
                  <a:pt x="523230" y="460552"/>
                </a:lnTo>
                <a:lnTo>
                  <a:pt x="546777" y="422613"/>
                </a:lnTo>
                <a:lnTo>
                  <a:pt x="564334" y="381068"/>
                </a:lnTo>
                <a:lnTo>
                  <a:pt x="575306" y="336515"/>
                </a:lnTo>
                <a:lnTo>
                  <a:pt x="579095" y="289548"/>
                </a:lnTo>
                <a:lnTo>
                  <a:pt x="575306" y="242582"/>
                </a:lnTo>
                <a:lnTo>
                  <a:pt x="564334" y="198029"/>
                </a:lnTo>
                <a:lnTo>
                  <a:pt x="546777" y="156484"/>
                </a:lnTo>
                <a:lnTo>
                  <a:pt x="523230" y="118545"/>
                </a:lnTo>
                <a:lnTo>
                  <a:pt x="494290" y="84807"/>
                </a:lnTo>
                <a:lnTo>
                  <a:pt x="460552" y="55866"/>
                </a:lnTo>
                <a:lnTo>
                  <a:pt x="422612" y="32319"/>
                </a:lnTo>
                <a:lnTo>
                  <a:pt x="381068" y="14761"/>
                </a:lnTo>
                <a:lnTo>
                  <a:pt x="336514" y="3789"/>
                </a:lnTo>
                <a:lnTo>
                  <a:pt x="2895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898448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7" y="0"/>
                </a:moveTo>
                <a:lnTo>
                  <a:pt x="336514" y="3789"/>
                </a:lnTo>
                <a:lnTo>
                  <a:pt x="381068" y="14761"/>
                </a:lnTo>
                <a:lnTo>
                  <a:pt x="422612" y="32319"/>
                </a:lnTo>
                <a:lnTo>
                  <a:pt x="460552" y="55866"/>
                </a:lnTo>
                <a:lnTo>
                  <a:pt x="494290" y="84807"/>
                </a:lnTo>
                <a:lnTo>
                  <a:pt x="523230" y="118545"/>
                </a:lnTo>
                <a:lnTo>
                  <a:pt x="546777" y="156484"/>
                </a:lnTo>
                <a:lnTo>
                  <a:pt x="564334" y="198029"/>
                </a:lnTo>
                <a:lnTo>
                  <a:pt x="575306" y="242582"/>
                </a:lnTo>
                <a:lnTo>
                  <a:pt x="579095" y="289548"/>
                </a:lnTo>
                <a:lnTo>
                  <a:pt x="575306" y="336515"/>
                </a:lnTo>
                <a:lnTo>
                  <a:pt x="564334" y="381068"/>
                </a:lnTo>
                <a:lnTo>
                  <a:pt x="546777" y="422613"/>
                </a:lnTo>
                <a:lnTo>
                  <a:pt x="523230" y="460552"/>
                </a:lnTo>
                <a:lnTo>
                  <a:pt x="494290" y="494290"/>
                </a:lnTo>
                <a:lnTo>
                  <a:pt x="460552" y="523230"/>
                </a:lnTo>
                <a:lnTo>
                  <a:pt x="422612" y="546777"/>
                </a:lnTo>
                <a:lnTo>
                  <a:pt x="381068" y="564334"/>
                </a:lnTo>
                <a:lnTo>
                  <a:pt x="336514" y="575306"/>
                </a:lnTo>
                <a:lnTo>
                  <a:pt x="289547" y="579095"/>
                </a:lnTo>
                <a:lnTo>
                  <a:pt x="242580" y="575306"/>
                </a:lnTo>
                <a:lnTo>
                  <a:pt x="198026" y="564334"/>
                </a:lnTo>
                <a:lnTo>
                  <a:pt x="156482" y="546777"/>
                </a:lnTo>
                <a:lnTo>
                  <a:pt x="118542" y="523230"/>
                </a:lnTo>
                <a:lnTo>
                  <a:pt x="84805" y="494290"/>
                </a:lnTo>
                <a:lnTo>
                  <a:pt x="55864" y="460552"/>
                </a:lnTo>
                <a:lnTo>
                  <a:pt x="32318" y="422613"/>
                </a:lnTo>
                <a:lnTo>
                  <a:pt x="14760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0" y="198029"/>
                </a:lnTo>
                <a:lnTo>
                  <a:pt x="32318" y="156484"/>
                </a:lnTo>
                <a:lnTo>
                  <a:pt x="55864" y="118545"/>
                </a:lnTo>
                <a:lnTo>
                  <a:pt x="84805" y="84807"/>
                </a:lnTo>
                <a:lnTo>
                  <a:pt x="118542" y="55866"/>
                </a:lnTo>
                <a:lnTo>
                  <a:pt x="156482" y="32319"/>
                </a:lnTo>
                <a:lnTo>
                  <a:pt x="198026" y="14761"/>
                </a:lnTo>
                <a:lnTo>
                  <a:pt x="242580" y="3789"/>
                </a:lnTo>
                <a:lnTo>
                  <a:pt x="289547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016261" y="4575625"/>
            <a:ext cx="259079" cy="86995"/>
          </a:xfrm>
          <a:custGeom>
            <a:avLst/>
            <a:gdLst/>
            <a:ahLst/>
            <a:cxnLst/>
            <a:rect l="l" t="t" r="r" b="b"/>
            <a:pathLst>
              <a:path w="259079" h="86995">
                <a:moveTo>
                  <a:pt x="35687" y="0"/>
                </a:moveTo>
                <a:lnTo>
                  <a:pt x="22969" y="1094"/>
                </a:lnTo>
                <a:lnTo>
                  <a:pt x="12002" y="6799"/>
                </a:lnTo>
                <a:lnTo>
                  <a:pt x="3955" y="16184"/>
                </a:lnTo>
                <a:lnTo>
                  <a:pt x="0" y="28320"/>
                </a:lnTo>
                <a:lnTo>
                  <a:pt x="1095" y="41038"/>
                </a:lnTo>
                <a:lnTo>
                  <a:pt x="6799" y="52006"/>
                </a:lnTo>
                <a:lnTo>
                  <a:pt x="16185" y="60055"/>
                </a:lnTo>
                <a:lnTo>
                  <a:pt x="28322" y="64011"/>
                </a:lnTo>
                <a:lnTo>
                  <a:pt x="223138" y="86432"/>
                </a:lnTo>
                <a:lnTo>
                  <a:pt x="235857" y="85335"/>
                </a:lnTo>
                <a:lnTo>
                  <a:pt x="246824" y="79628"/>
                </a:lnTo>
                <a:lnTo>
                  <a:pt x="254870" y="70241"/>
                </a:lnTo>
                <a:lnTo>
                  <a:pt x="258825" y="58103"/>
                </a:lnTo>
                <a:lnTo>
                  <a:pt x="257731" y="45387"/>
                </a:lnTo>
                <a:lnTo>
                  <a:pt x="252027" y="34420"/>
                </a:lnTo>
                <a:lnTo>
                  <a:pt x="242643" y="26374"/>
                </a:lnTo>
                <a:lnTo>
                  <a:pt x="230508" y="22420"/>
                </a:lnTo>
                <a:lnTo>
                  <a:pt x="3568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877918" y="4078421"/>
            <a:ext cx="152400" cy="527685"/>
          </a:xfrm>
          <a:custGeom>
            <a:avLst/>
            <a:gdLst/>
            <a:ahLst/>
            <a:cxnLst/>
            <a:rect l="l" t="t" r="r" b="b"/>
            <a:pathLst>
              <a:path w="152400" h="527685">
                <a:moveTo>
                  <a:pt x="112975" y="0"/>
                </a:moveTo>
                <a:lnTo>
                  <a:pt x="70423" y="68423"/>
                </a:lnTo>
                <a:lnTo>
                  <a:pt x="2765" y="226412"/>
                </a:lnTo>
                <a:lnTo>
                  <a:pt x="0" y="403046"/>
                </a:lnTo>
                <a:lnTo>
                  <a:pt x="152125" y="5274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187991" y="4080095"/>
            <a:ext cx="842644" cy="525780"/>
          </a:xfrm>
          <a:custGeom>
            <a:avLst/>
            <a:gdLst/>
            <a:ahLst/>
            <a:cxnLst/>
            <a:rect l="l" t="t" r="r" b="b"/>
            <a:pathLst>
              <a:path w="842645" h="525779">
                <a:moveTo>
                  <a:pt x="0" y="0"/>
                </a:moveTo>
                <a:lnTo>
                  <a:pt x="24428" y="70627"/>
                </a:lnTo>
                <a:lnTo>
                  <a:pt x="135314" y="232151"/>
                </a:lnTo>
                <a:lnTo>
                  <a:pt x="389055" y="409032"/>
                </a:lnTo>
                <a:lnTo>
                  <a:pt x="842051" y="5257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903697" y="5131796"/>
            <a:ext cx="1336040" cy="184150"/>
          </a:xfrm>
          <a:custGeom>
            <a:avLst/>
            <a:gdLst/>
            <a:ahLst/>
            <a:cxnLst/>
            <a:rect l="l" t="t" r="r" b="b"/>
            <a:pathLst>
              <a:path w="1336039" h="184150">
                <a:moveTo>
                  <a:pt x="0" y="31906"/>
                </a:moveTo>
                <a:lnTo>
                  <a:pt x="30087" y="66467"/>
                </a:lnTo>
                <a:lnTo>
                  <a:pt x="62898" y="96340"/>
                </a:lnTo>
                <a:lnTo>
                  <a:pt x="98111" y="121643"/>
                </a:lnTo>
                <a:lnTo>
                  <a:pt x="135403" y="142491"/>
                </a:lnTo>
                <a:lnTo>
                  <a:pt x="174450" y="159002"/>
                </a:lnTo>
                <a:lnTo>
                  <a:pt x="214929" y="171292"/>
                </a:lnTo>
                <a:lnTo>
                  <a:pt x="256518" y="179477"/>
                </a:lnTo>
                <a:lnTo>
                  <a:pt x="298894" y="183674"/>
                </a:lnTo>
                <a:lnTo>
                  <a:pt x="341733" y="184000"/>
                </a:lnTo>
                <a:lnTo>
                  <a:pt x="384712" y="180572"/>
                </a:lnTo>
                <a:lnTo>
                  <a:pt x="427509" y="173506"/>
                </a:lnTo>
                <a:lnTo>
                  <a:pt x="469801" y="162918"/>
                </a:lnTo>
                <a:lnTo>
                  <a:pt x="511264" y="148925"/>
                </a:lnTo>
                <a:lnTo>
                  <a:pt x="551575" y="131644"/>
                </a:lnTo>
                <a:lnTo>
                  <a:pt x="590412" y="111192"/>
                </a:lnTo>
                <a:lnTo>
                  <a:pt x="627451" y="87685"/>
                </a:lnTo>
                <a:lnTo>
                  <a:pt x="662370" y="61239"/>
                </a:lnTo>
                <a:lnTo>
                  <a:pt x="694845" y="31972"/>
                </a:lnTo>
                <a:lnTo>
                  <a:pt x="724554" y="0"/>
                </a:lnTo>
                <a:lnTo>
                  <a:pt x="771338" y="35445"/>
                </a:lnTo>
                <a:lnTo>
                  <a:pt x="815898" y="67716"/>
                </a:lnTo>
                <a:lnTo>
                  <a:pt x="858548" y="96528"/>
                </a:lnTo>
                <a:lnTo>
                  <a:pt x="899601" y="121599"/>
                </a:lnTo>
                <a:lnTo>
                  <a:pt x="939372" y="142646"/>
                </a:lnTo>
                <a:lnTo>
                  <a:pt x="978176" y="159386"/>
                </a:lnTo>
                <a:lnTo>
                  <a:pt x="1016326" y="171536"/>
                </a:lnTo>
                <a:lnTo>
                  <a:pt x="1054136" y="178813"/>
                </a:lnTo>
                <a:lnTo>
                  <a:pt x="1091922" y="180935"/>
                </a:lnTo>
                <a:lnTo>
                  <a:pt x="1129997" y="177617"/>
                </a:lnTo>
                <a:lnTo>
                  <a:pt x="1168675" y="168579"/>
                </a:lnTo>
                <a:lnTo>
                  <a:pt x="1208271" y="153535"/>
                </a:lnTo>
                <a:lnTo>
                  <a:pt x="1249099" y="132204"/>
                </a:lnTo>
                <a:lnTo>
                  <a:pt x="1291473" y="104302"/>
                </a:lnTo>
                <a:lnTo>
                  <a:pt x="1335707" y="695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628251" y="4793670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4">
                <a:moveTo>
                  <a:pt x="0" y="338126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530169" y="5218333"/>
            <a:ext cx="34290" cy="299720"/>
          </a:xfrm>
          <a:custGeom>
            <a:avLst/>
            <a:gdLst/>
            <a:ahLst/>
            <a:cxnLst/>
            <a:rect l="l" t="t" r="r" b="b"/>
            <a:pathLst>
              <a:path w="34289" h="299720">
                <a:moveTo>
                  <a:pt x="34188" y="299304"/>
                </a:moveTo>
                <a:lnTo>
                  <a:pt x="33650" y="255318"/>
                </a:lnTo>
                <a:lnTo>
                  <a:pt x="33044" y="211472"/>
                </a:lnTo>
                <a:lnTo>
                  <a:pt x="31238" y="167345"/>
                </a:lnTo>
                <a:lnTo>
                  <a:pt x="27100" y="122515"/>
                </a:lnTo>
                <a:lnTo>
                  <a:pt x="19270" y="61014"/>
                </a:lnTo>
                <a:lnTo>
                  <a:pt x="12143" y="3064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693964" y="5194790"/>
            <a:ext cx="34290" cy="306705"/>
          </a:xfrm>
          <a:custGeom>
            <a:avLst/>
            <a:gdLst/>
            <a:ahLst/>
            <a:cxnLst/>
            <a:rect l="l" t="t" r="r" b="b"/>
            <a:pathLst>
              <a:path w="34289" h="306704">
                <a:moveTo>
                  <a:pt x="0" y="306567"/>
                </a:moveTo>
                <a:lnTo>
                  <a:pt x="540" y="262583"/>
                </a:lnTo>
                <a:lnTo>
                  <a:pt x="1149" y="218736"/>
                </a:lnTo>
                <a:lnTo>
                  <a:pt x="2955" y="174608"/>
                </a:lnTo>
                <a:lnTo>
                  <a:pt x="7089" y="129780"/>
                </a:lnTo>
                <a:lnTo>
                  <a:pt x="17161" y="62330"/>
                </a:lnTo>
                <a:lnTo>
                  <a:pt x="24591" y="29168"/>
                </a:lnTo>
                <a:lnTo>
                  <a:pt x="3426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2597152" y="7866965"/>
            <a:ext cx="4705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2100555" y="7865489"/>
            <a:ext cx="4813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2672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5038" y="601915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42672" y="6034345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髂前上棘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b="0" spc="-4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1200" spc="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7985" y="4586558"/>
            <a:ext cx="2356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剖宫产伤⼝愈合后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963" y="4813988"/>
            <a:ext cx="14960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055" y="613888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9863" y="6153311"/>
            <a:ext cx="2652395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 marR="5080" algn="just">
              <a:lnSpc>
                <a:spcPct val="124000"/>
              </a:lnSpc>
              <a:spcBef>
                <a:spcPts val="107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通过电刺激，放松腰背部肌⾁，增强腹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部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深层肌⾁⼒量，减轻腰背部肌⾁负担，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缓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解腰背部肌⾁疼痛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5055" y="421758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72149" y="423208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969" y="3267536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7713" y="2898565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69255" y="2912919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943" y="5041422"/>
            <a:ext cx="2593975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配合家庭训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282" y="378054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704876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82188" y="1392714"/>
            <a:ext cx="43072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产后腰背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2500" b="1" spc="22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29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92405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924057" y="5957437"/>
            <a:ext cx="324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314690" y="594439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1743445" y="4400206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746696" y="5720716"/>
            <a:ext cx="2584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通过腹部电极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给予不同强度的电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746666" y="5948146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使腹部肌⾁兴奋性提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腹部肌⾁被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746638" y="6175580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对肌群强化训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唤醒因受损⽽功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746614" y="6403014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暂停的肌⾁的本体感受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使分离的肌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746586" y="6630444"/>
            <a:ext cx="2432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恢复正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达到锻炼腹部肌⾁的⽬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746561" y="6857879"/>
            <a:ext cx="2660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牵拉肌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刺激⽣成新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746537" y="7085309"/>
            <a:ext cx="1994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胶原蛋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缓解背部肌⾁紧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1670516" y="534689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1745324" y="5361317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1670516" y="403123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5"/>
                </a:lnTo>
                <a:lnTo>
                  <a:pt x="717903" y="234218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1643174" y="2845595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1744716" y="2859948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743434" y="4045737"/>
            <a:ext cx="259397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spc="-10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171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755739" y="370950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0079253" y="1401977"/>
            <a:ext cx="43243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腹直肌分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30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313062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40" h="2493645">
                <a:moveTo>
                  <a:pt x="40051" y="0"/>
                </a:moveTo>
                <a:lnTo>
                  <a:pt x="26938" y="47512"/>
                </a:lnTo>
                <a:lnTo>
                  <a:pt x="16798" y="94557"/>
                </a:lnTo>
                <a:lnTo>
                  <a:pt x="9332" y="141308"/>
                </a:lnTo>
                <a:lnTo>
                  <a:pt x="4243" y="187939"/>
                </a:lnTo>
                <a:lnTo>
                  <a:pt x="1232" y="234622"/>
                </a:lnTo>
                <a:lnTo>
                  <a:pt x="0" y="281531"/>
                </a:lnTo>
                <a:lnTo>
                  <a:pt x="248" y="328839"/>
                </a:lnTo>
                <a:lnTo>
                  <a:pt x="1678" y="376720"/>
                </a:lnTo>
                <a:lnTo>
                  <a:pt x="3991" y="425347"/>
                </a:lnTo>
                <a:lnTo>
                  <a:pt x="6890" y="474892"/>
                </a:lnTo>
                <a:lnTo>
                  <a:pt x="10074" y="525531"/>
                </a:lnTo>
                <a:lnTo>
                  <a:pt x="18286" y="588576"/>
                </a:lnTo>
                <a:lnTo>
                  <a:pt x="34611" y="664913"/>
                </a:lnTo>
                <a:lnTo>
                  <a:pt x="45209" y="707365"/>
                </a:lnTo>
                <a:lnTo>
                  <a:pt x="57108" y="752301"/>
                </a:lnTo>
                <a:lnTo>
                  <a:pt x="70064" y="799439"/>
                </a:lnTo>
                <a:lnTo>
                  <a:pt x="83836" y="848499"/>
                </a:lnTo>
                <a:lnTo>
                  <a:pt x="98179" y="899202"/>
                </a:lnTo>
                <a:lnTo>
                  <a:pt x="112851" y="951268"/>
                </a:lnTo>
                <a:lnTo>
                  <a:pt x="127610" y="1004416"/>
                </a:lnTo>
                <a:lnTo>
                  <a:pt x="142213" y="1058366"/>
                </a:lnTo>
                <a:lnTo>
                  <a:pt x="156418" y="1112839"/>
                </a:lnTo>
                <a:lnTo>
                  <a:pt x="169980" y="1167554"/>
                </a:lnTo>
                <a:lnTo>
                  <a:pt x="182659" y="1222231"/>
                </a:lnTo>
                <a:lnTo>
                  <a:pt x="194210" y="1276591"/>
                </a:lnTo>
                <a:lnTo>
                  <a:pt x="204392" y="1330353"/>
                </a:lnTo>
                <a:lnTo>
                  <a:pt x="212961" y="1383236"/>
                </a:lnTo>
                <a:lnTo>
                  <a:pt x="219675" y="1434962"/>
                </a:lnTo>
                <a:lnTo>
                  <a:pt x="224292" y="1485250"/>
                </a:lnTo>
                <a:lnTo>
                  <a:pt x="226567" y="1533819"/>
                </a:lnTo>
                <a:lnTo>
                  <a:pt x="227699" y="1584773"/>
                </a:lnTo>
                <a:lnTo>
                  <a:pt x="228798" y="1634790"/>
                </a:lnTo>
                <a:lnTo>
                  <a:pt x="229747" y="1684027"/>
                </a:lnTo>
                <a:lnTo>
                  <a:pt x="230427" y="1732640"/>
                </a:lnTo>
                <a:lnTo>
                  <a:pt x="230720" y="1780786"/>
                </a:lnTo>
                <a:lnTo>
                  <a:pt x="230510" y="1828621"/>
                </a:lnTo>
                <a:lnTo>
                  <a:pt x="229677" y="1876302"/>
                </a:lnTo>
                <a:lnTo>
                  <a:pt x="228105" y="1923986"/>
                </a:lnTo>
                <a:lnTo>
                  <a:pt x="225675" y="1971829"/>
                </a:lnTo>
                <a:lnTo>
                  <a:pt x="222270" y="2019989"/>
                </a:lnTo>
                <a:lnTo>
                  <a:pt x="217771" y="2068620"/>
                </a:lnTo>
                <a:lnTo>
                  <a:pt x="212061" y="2117881"/>
                </a:lnTo>
                <a:lnTo>
                  <a:pt x="205022" y="2167928"/>
                </a:lnTo>
                <a:lnTo>
                  <a:pt x="196536" y="2218917"/>
                </a:lnTo>
                <a:lnTo>
                  <a:pt x="186486" y="2271006"/>
                </a:lnTo>
                <a:lnTo>
                  <a:pt x="174753" y="2324350"/>
                </a:lnTo>
                <a:lnTo>
                  <a:pt x="161219" y="2379106"/>
                </a:lnTo>
                <a:lnTo>
                  <a:pt x="145768" y="2435431"/>
                </a:lnTo>
                <a:lnTo>
                  <a:pt x="128281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591431" y="3024155"/>
            <a:ext cx="231140" cy="2493645"/>
          </a:xfrm>
          <a:custGeom>
            <a:avLst/>
            <a:gdLst/>
            <a:ahLst/>
            <a:cxnLst/>
            <a:rect l="l" t="t" r="r" b="b"/>
            <a:pathLst>
              <a:path w="231139" h="2493645">
                <a:moveTo>
                  <a:pt x="190672" y="0"/>
                </a:moveTo>
                <a:lnTo>
                  <a:pt x="203784" y="47512"/>
                </a:lnTo>
                <a:lnTo>
                  <a:pt x="213924" y="94557"/>
                </a:lnTo>
                <a:lnTo>
                  <a:pt x="221389" y="141308"/>
                </a:lnTo>
                <a:lnTo>
                  <a:pt x="226477" y="187939"/>
                </a:lnTo>
                <a:lnTo>
                  <a:pt x="229488" y="234622"/>
                </a:lnTo>
                <a:lnTo>
                  <a:pt x="230721" y="281531"/>
                </a:lnTo>
                <a:lnTo>
                  <a:pt x="230473" y="328839"/>
                </a:lnTo>
                <a:lnTo>
                  <a:pt x="229043" y="376720"/>
                </a:lnTo>
                <a:lnTo>
                  <a:pt x="226730" y="425347"/>
                </a:lnTo>
                <a:lnTo>
                  <a:pt x="223833" y="474892"/>
                </a:lnTo>
                <a:lnTo>
                  <a:pt x="220649" y="525531"/>
                </a:lnTo>
                <a:lnTo>
                  <a:pt x="212437" y="588576"/>
                </a:lnTo>
                <a:lnTo>
                  <a:pt x="196110" y="664913"/>
                </a:lnTo>
                <a:lnTo>
                  <a:pt x="185512" y="707365"/>
                </a:lnTo>
                <a:lnTo>
                  <a:pt x="173613" y="752301"/>
                </a:lnTo>
                <a:lnTo>
                  <a:pt x="160656" y="799439"/>
                </a:lnTo>
                <a:lnTo>
                  <a:pt x="146885" y="848499"/>
                </a:lnTo>
                <a:lnTo>
                  <a:pt x="132541" y="899202"/>
                </a:lnTo>
                <a:lnTo>
                  <a:pt x="117869" y="951268"/>
                </a:lnTo>
                <a:lnTo>
                  <a:pt x="103109" y="1004416"/>
                </a:lnTo>
                <a:lnTo>
                  <a:pt x="88506" y="1058366"/>
                </a:lnTo>
                <a:lnTo>
                  <a:pt x="74302" y="1112839"/>
                </a:lnTo>
                <a:lnTo>
                  <a:pt x="60739" y="1167554"/>
                </a:lnTo>
                <a:lnTo>
                  <a:pt x="48061" y="1222231"/>
                </a:lnTo>
                <a:lnTo>
                  <a:pt x="36509" y="1276591"/>
                </a:lnTo>
                <a:lnTo>
                  <a:pt x="26327" y="1330353"/>
                </a:lnTo>
                <a:lnTo>
                  <a:pt x="17758" y="1383236"/>
                </a:lnTo>
                <a:lnTo>
                  <a:pt x="11044" y="1434962"/>
                </a:lnTo>
                <a:lnTo>
                  <a:pt x="6428" y="1485250"/>
                </a:lnTo>
                <a:lnTo>
                  <a:pt x="4152" y="1533819"/>
                </a:lnTo>
                <a:lnTo>
                  <a:pt x="3020" y="1584773"/>
                </a:lnTo>
                <a:lnTo>
                  <a:pt x="1921" y="1634790"/>
                </a:lnTo>
                <a:lnTo>
                  <a:pt x="973" y="1684027"/>
                </a:lnTo>
                <a:lnTo>
                  <a:pt x="293" y="1732640"/>
                </a:lnTo>
                <a:lnTo>
                  <a:pt x="0" y="1780786"/>
                </a:lnTo>
                <a:lnTo>
                  <a:pt x="210" y="1828621"/>
                </a:lnTo>
                <a:lnTo>
                  <a:pt x="1043" y="1876302"/>
                </a:lnTo>
                <a:lnTo>
                  <a:pt x="2615" y="1923986"/>
                </a:lnTo>
                <a:lnTo>
                  <a:pt x="5046" y="1971829"/>
                </a:lnTo>
                <a:lnTo>
                  <a:pt x="8451" y="2019989"/>
                </a:lnTo>
                <a:lnTo>
                  <a:pt x="12950" y="2068620"/>
                </a:lnTo>
                <a:lnTo>
                  <a:pt x="18660" y="2117881"/>
                </a:lnTo>
                <a:lnTo>
                  <a:pt x="25699" y="2167928"/>
                </a:lnTo>
                <a:lnTo>
                  <a:pt x="34185" y="2218917"/>
                </a:lnTo>
                <a:lnTo>
                  <a:pt x="44235" y="2271006"/>
                </a:lnTo>
                <a:lnTo>
                  <a:pt x="55968" y="2324350"/>
                </a:lnTo>
                <a:lnTo>
                  <a:pt x="69501" y="2379106"/>
                </a:lnTo>
                <a:lnTo>
                  <a:pt x="84952" y="2435431"/>
                </a:lnTo>
                <a:lnTo>
                  <a:pt x="102439" y="24934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664657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4" y="0"/>
                </a:moveTo>
                <a:lnTo>
                  <a:pt x="242578" y="3789"/>
                </a:lnTo>
                <a:lnTo>
                  <a:pt x="198025" y="14761"/>
                </a:lnTo>
                <a:lnTo>
                  <a:pt x="156481" y="32319"/>
                </a:lnTo>
                <a:lnTo>
                  <a:pt x="118542" y="55866"/>
                </a:lnTo>
                <a:lnTo>
                  <a:pt x="84805" y="84807"/>
                </a:lnTo>
                <a:lnTo>
                  <a:pt x="55865" y="118545"/>
                </a:lnTo>
                <a:lnTo>
                  <a:pt x="32318" y="156484"/>
                </a:lnTo>
                <a:lnTo>
                  <a:pt x="14761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1" y="381068"/>
                </a:lnTo>
                <a:lnTo>
                  <a:pt x="32318" y="422613"/>
                </a:lnTo>
                <a:lnTo>
                  <a:pt x="55865" y="460552"/>
                </a:lnTo>
                <a:lnTo>
                  <a:pt x="84805" y="494290"/>
                </a:lnTo>
                <a:lnTo>
                  <a:pt x="118542" y="523230"/>
                </a:lnTo>
                <a:lnTo>
                  <a:pt x="156481" y="546777"/>
                </a:lnTo>
                <a:lnTo>
                  <a:pt x="198025" y="564334"/>
                </a:lnTo>
                <a:lnTo>
                  <a:pt x="242578" y="575306"/>
                </a:lnTo>
                <a:lnTo>
                  <a:pt x="289544" y="579095"/>
                </a:lnTo>
                <a:lnTo>
                  <a:pt x="336511" y="575306"/>
                </a:lnTo>
                <a:lnTo>
                  <a:pt x="381065" y="564334"/>
                </a:lnTo>
                <a:lnTo>
                  <a:pt x="422610" y="546777"/>
                </a:lnTo>
                <a:lnTo>
                  <a:pt x="460549" y="523230"/>
                </a:lnTo>
                <a:lnTo>
                  <a:pt x="494287" y="494290"/>
                </a:lnTo>
                <a:lnTo>
                  <a:pt x="523228" y="460552"/>
                </a:lnTo>
                <a:lnTo>
                  <a:pt x="546774" y="422613"/>
                </a:lnTo>
                <a:lnTo>
                  <a:pt x="564332" y="381068"/>
                </a:lnTo>
                <a:lnTo>
                  <a:pt x="575303" y="336515"/>
                </a:lnTo>
                <a:lnTo>
                  <a:pt x="579093" y="289548"/>
                </a:lnTo>
                <a:lnTo>
                  <a:pt x="575303" y="242582"/>
                </a:lnTo>
                <a:lnTo>
                  <a:pt x="564332" y="198029"/>
                </a:lnTo>
                <a:lnTo>
                  <a:pt x="546774" y="156484"/>
                </a:lnTo>
                <a:lnTo>
                  <a:pt x="523228" y="118545"/>
                </a:lnTo>
                <a:lnTo>
                  <a:pt x="494287" y="84807"/>
                </a:lnTo>
                <a:lnTo>
                  <a:pt x="460549" y="55866"/>
                </a:lnTo>
                <a:lnTo>
                  <a:pt x="422610" y="32319"/>
                </a:lnTo>
                <a:lnTo>
                  <a:pt x="381065" y="14761"/>
                </a:lnTo>
                <a:lnTo>
                  <a:pt x="336511" y="3789"/>
                </a:lnTo>
                <a:lnTo>
                  <a:pt x="2895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664657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4" y="0"/>
                </a:moveTo>
                <a:lnTo>
                  <a:pt x="336511" y="3789"/>
                </a:lnTo>
                <a:lnTo>
                  <a:pt x="381065" y="14761"/>
                </a:lnTo>
                <a:lnTo>
                  <a:pt x="422610" y="32319"/>
                </a:lnTo>
                <a:lnTo>
                  <a:pt x="460549" y="55866"/>
                </a:lnTo>
                <a:lnTo>
                  <a:pt x="494287" y="84807"/>
                </a:lnTo>
                <a:lnTo>
                  <a:pt x="523228" y="118545"/>
                </a:lnTo>
                <a:lnTo>
                  <a:pt x="546774" y="156484"/>
                </a:lnTo>
                <a:lnTo>
                  <a:pt x="564332" y="198029"/>
                </a:lnTo>
                <a:lnTo>
                  <a:pt x="575303" y="242582"/>
                </a:lnTo>
                <a:lnTo>
                  <a:pt x="579093" y="289548"/>
                </a:lnTo>
                <a:lnTo>
                  <a:pt x="575303" y="336515"/>
                </a:lnTo>
                <a:lnTo>
                  <a:pt x="564332" y="381068"/>
                </a:lnTo>
                <a:lnTo>
                  <a:pt x="546774" y="422613"/>
                </a:lnTo>
                <a:lnTo>
                  <a:pt x="523228" y="460552"/>
                </a:lnTo>
                <a:lnTo>
                  <a:pt x="494287" y="494290"/>
                </a:lnTo>
                <a:lnTo>
                  <a:pt x="460549" y="523230"/>
                </a:lnTo>
                <a:lnTo>
                  <a:pt x="422610" y="546777"/>
                </a:lnTo>
                <a:lnTo>
                  <a:pt x="381065" y="564334"/>
                </a:lnTo>
                <a:lnTo>
                  <a:pt x="336511" y="575306"/>
                </a:lnTo>
                <a:lnTo>
                  <a:pt x="289544" y="579095"/>
                </a:lnTo>
                <a:lnTo>
                  <a:pt x="242578" y="575306"/>
                </a:lnTo>
                <a:lnTo>
                  <a:pt x="198025" y="564334"/>
                </a:lnTo>
                <a:lnTo>
                  <a:pt x="156481" y="546777"/>
                </a:lnTo>
                <a:lnTo>
                  <a:pt x="118542" y="523230"/>
                </a:lnTo>
                <a:lnTo>
                  <a:pt x="84805" y="494290"/>
                </a:lnTo>
                <a:lnTo>
                  <a:pt x="55865" y="460552"/>
                </a:lnTo>
                <a:lnTo>
                  <a:pt x="32318" y="422613"/>
                </a:lnTo>
                <a:lnTo>
                  <a:pt x="14761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1" y="198029"/>
                </a:lnTo>
                <a:lnTo>
                  <a:pt x="32318" y="156484"/>
                </a:lnTo>
                <a:lnTo>
                  <a:pt x="55865" y="118545"/>
                </a:lnTo>
                <a:lnTo>
                  <a:pt x="84805" y="84807"/>
                </a:lnTo>
                <a:lnTo>
                  <a:pt x="118542" y="55866"/>
                </a:lnTo>
                <a:lnTo>
                  <a:pt x="156481" y="32319"/>
                </a:lnTo>
                <a:lnTo>
                  <a:pt x="198025" y="14761"/>
                </a:lnTo>
                <a:lnTo>
                  <a:pt x="242578" y="3789"/>
                </a:lnTo>
                <a:lnTo>
                  <a:pt x="289544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893166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8" y="0"/>
                </a:moveTo>
                <a:lnTo>
                  <a:pt x="242581" y="3789"/>
                </a:lnTo>
                <a:lnTo>
                  <a:pt x="198027" y="14761"/>
                </a:lnTo>
                <a:lnTo>
                  <a:pt x="156483" y="32319"/>
                </a:lnTo>
                <a:lnTo>
                  <a:pt x="118543" y="55866"/>
                </a:lnTo>
                <a:lnTo>
                  <a:pt x="84805" y="84807"/>
                </a:lnTo>
                <a:lnTo>
                  <a:pt x="55865" y="118545"/>
                </a:lnTo>
                <a:lnTo>
                  <a:pt x="32318" y="156484"/>
                </a:lnTo>
                <a:lnTo>
                  <a:pt x="14761" y="198029"/>
                </a:lnTo>
                <a:lnTo>
                  <a:pt x="3789" y="242582"/>
                </a:lnTo>
                <a:lnTo>
                  <a:pt x="0" y="289548"/>
                </a:lnTo>
                <a:lnTo>
                  <a:pt x="3789" y="336515"/>
                </a:lnTo>
                <a:lnTo>
                  <a:pt x="14761" y="381068"/>
                </a:lnTo>
                <a:lnTo>
                  <a:pt x="32318" y="422613"/>
                </a:lnTo>
                <a:lnTo>
                  <a:pt x="55865" y="460552"/>
                </a:lnTo>
                <a:lnTo>
                  <a:pt x="84805" y="494290"/>
                </a:lnTo>
                <a:lnTo>
                  <a:pt x="118543" y="523230"/>
                </a:lnTo>
                <a:lnTo>
                  <a:pt x="156483" y="546777"/>
                </a:lnTo>
                <a:lnTo>
                  <a:pt x="198027" y="564334"/>
                </a:lnTo>
                <a:lnTo>
                  <a:pt x="242581" y="575306"/>
                </a:lnTo>
                <a:lnTo>
                  <a:pt x="289548" y="579095"/>
                </a:lnTo>
                <a:lnTo>
                  <a:pt x="336515" y="575306"/>
                </a:lnTo>
                <a:lnTo>
                  <a:pt x="381069" y="564334"/>
                </a:lnTo>
                <a:lnTo>
                  <a:pt x="422613" y="546777"/>
                </a:lnTo>
                <a:lnTo>
                  <a:pt x="460552" y="523230"/>
                </a:lnTo>
                <a:lnTo>
                  <a:pt x="494290" y="494290"/>
                </a:lnTo>
                <a:lnTo>
                  <a:pt x="523230" y="460552"/>
                </a:lnTo>
                <a:lnTo>
                  <a:pt x="546777" y="422613"/>
                </a:lnTo>
                <a:lnTo>
                  <a:pt x="564334" y="381068"/>
                </a:lnTo>
                <a:lnTo>
                  <a:pt x="575306" y="336515"/>
                </a:lnTo>
                <a:lnTo>
                  <a:pt x="579095" y="289548"/>
                </a:lnTo>
                <a:lnTo>
                  <a:pt x="575306" y="242582"/>
                </a:lnTo>
                <a:lnTo>
                  <a:pt x="564334" y="198029"/>
                </a:lnTo>
                <a:lnTo>
                  <a:pt x="546777" y="156484"/>
                </a:lnTo>
                <a:lnTo>
                  <a:pt x="523230" y="118545"/>
                </a:lnTo>
                <a:lnTo>
                  <a:pt x="494290" y="84807"/>
                </a:lnTo>
                <a:lnTo>
                  <a:pt x="460552" y="55866"/>
                </a:lnTo>
                <a:lnTo>
                  <a:pt x="422613" y="32319"/>
                </a:lnTo>
                <a:lnTo>
                  <a:pt x="381069" y="14761"/>
                </a:lnTo>
                <a:lnTo>
                  <a:pt x="336515" y="3789"/>
                </a:lnTo>
                <a:lnTo>
                  <a:pt x="28954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893166" y="35010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20" h="579120">
                <a:moveTo>
                  <a:pt x="289548" y="0"/>
                </a:moveTo>
                <a:lnTo>
                  <a:pt x="336515" y="3789"/>
                </a:lnTo>
                <a:lnTo>
                  <a:pt x="381069" y="14761"/>
                </a:lnTo>
                <a:lnTo>
                  <a:pt x="422613" y="32319"/>
                </a:lnTo>
                <a:lnTo>
                  <a:pt x="460552" y="55866"/>
                </a:lnTo>
                <a:lnTo>
                  <a:pt x="494290" y="84807"/>
                </a:lnTo>
                <a:lnTo>
                  <a:pt x="523230" y="118545"/>
                </a:lnTo>
                <a:lnTo>
                  <a:pt x="546777" y="156484"/>
                </a:lnTo>
                <a:lnTo>
                  <a:pt x="564334" y="198029"/>
                </a:lnTo>
                <a:lnTo>
                  <a:pt x="575306" y="242582"/>
                </a:lnTo>
                <a:lnTo>
                  <a:pt x="579095" y="289548"/>
                </a:lnTo>
                <a:lnTo>
                  <a:pt x="575306" y="336515"/>
                </a:lnTo>
                <a:lnTo>
                  <a:pt x="564334" y="381068"/>
                </a:lnTo>
                <a:lnTo>
                  <a:pt x="546777" y="422613"/>
                </a:lnTo>
                <a:lnTo>
                  <a:pt x="523230" y="460552"/>
                </a:lnTo>
                <a:lnTo>
                  <a:pt x="494290" y="494290"/>
                </a:lnTo>
                <a:lnTo>
                  <a:pt x="460552" y="523230"/>
                </a:lnTo>
                <a:lnTo>
                  <a:pt x="422613" y="546777"/>
                </a:lnTo>
                <a:lnTo>
                  <a:pt x="381069" y="564334"/>
                </a:lnTo>
                <a:lnTo>
                  <a:pt x="336515" y="575306"/>
                </a:lnTo>
                <a:lnTo>
                  <a:pt x="289548" y="579095"/>
                </a:lnTo>
                <a:lnTo>
                  <a:pt x="242581" y="575306"/>
                </a:lnTo>
                <a:lnTo>
                  <a:pt x="198027" y="564334"/>
                </a:lnTo>
                <a:lnTo>
                  <a:pt x="156483" y="546777"/>
                </a:lnTo>
                <a:lnTo>
                  <a:pt x="118543" y="523230"/>
                </a:lnTo>
                <a:lnTo>
                  <a:pt x="84805" y="494290"/>
                </a:lnTo>
                <a:lnTo>
                  <a:pt x="55865" y="460552"/>
                </a:lnTo>
                <a:lnTo>
                  <a:pt x="32318" y="422613"/>
                </a:lnTo>
                <a:lnTo>
                  <a:pt x="14761" y="381068"/>
                </a:lnTo>
                <a:lnTo>
                  <a:pt x="3789" y="336515"/>
                </a:lnTo>
                <a:lnTo>
                  <a:pt x="0" y="289548"/>
                </a:lnTo>
                <a:lnTo>
                  <a:pt x="3789" y="242582"/>
                </a:lnTo>
                <a:lnTo>
                  <a:pt x="14761" y="198029"/>
                </a:lnTo>
                <a:lnTo>
                  <a:pt x="32318" y="156484"/>
                </a:lnTo>
                <a:lnTo>
                  <a:pt x="55865" y="118545"/>
                </a:lnTo>
                <a:lnTo>
                  <a:pt x="84805" y="84807"/>
                </a:lnTo>
                <a:lnTo>
                  <a:pt x="118543" y="55866"/>
                </a:lnTo>
                <a:lnTo>
                  <a:pt x="156483" y="32319"/>
                </a:lnTo>
                <a:lnTo>
                  <a:pt x="198027" y="14761"/>
                </a:lnTo>
                <a:lnTo>
                  <a:pt x="242581" y="3789"/>
                </a:lnTo>
                <a:lnTo>
                  <a:pt x="289548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010981" y="4575625"/>
            <a:ext cx="259079" cy="86995"/>
          </a:xfrm>
          <a:custGeom>
            <a:avLst/>
            <a:gdLst/>
            <a:ahLst/>
            <a:cxnLst/>
            <a:rect l="l" t="t" r="r" b="b"/>
            <a:pathLst>
              <a:path w="259079" h="86995">
                <a:moveTo>
                  <a:pt x="35686" y="0"/>
                </a:moveTo>
                <a:lnTo>
                  <a:pt x="22968" y="1094"/>
                </a:lnTo>
                <a:lnTo>
                  <a:pt x="12001" y="6799"/>
                </a:lnTo>
                <a:lnTo>
                  <a:pt x="3955" y="16184"/>
                </a:lnTo>
                <a:lnTo>
                  <a:pt x="0" y="28320"/>
                </a:lnTo>
                <a:lnTo>
                  <a:pt x="1094" y="41038"/>
                </a:lnTo>
                <a:lnTo>
                  <a:pt x="6799" y="52006"/>
                </a:lnTo>
                <a:lnTo>
                  <a:pt x="16184" y="60055"/>
                </a:lnTo>
                <a:lnTo>
                  <a:pt x="28320" y="64011"/>
                </a:lnTo>
                <a:lnTo>
                  <a:pt x="223138" y="86432"/>
                </a:lnTo>
                <a:lnTo>
                  <a:pt x="235856" y="85335"/>
                </a:lnTo>
                <a:lnTo>
                  <a:pt x="246823" y="79628"/>
                </a:lnTo>
                <a:lnTo>
                  <a:pt x="254870" y="70241"/>
                </a:lnTo>
                <a:lnTo>
                  <a:pt x="258825" y="58103"/>
                </a:lnTo>
                <a:lnTo>
                  <a:pt x="257731" y="45387"/>
                </a:lnTo>
                <a:lnTo>
                  <a:pt x="252027" y="34420"/>
                </a:lnTo>
                <a:lnTo>
                  <a:pt x="242642" y="26374"/>
                </a:lnTo>
                <a:lnTo>
                  <a:pt x="230507" y="22420"/>
                </a:lnTo>
                <a:lnTo>
                  <a:pt x="3568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72636" y="4078421"/>
            <a:ext cx="152400" cy="527685"/>
          </a:xfrm>
          <a:custGeom>
            <a:avLst/>
            <a:gdLst/>
            <a:ahLst/>
            <a:cxnLst/>
            <a:rect l="l" t="t" r="r" b="b"/>
            <a:pathLst>
              <a:path w="152400" h="527685">
                <a:moveTo>
                  <a:pt x="112974" y="0"/>
                </a:moveTo>
                <a:lnTo>
                  <a:pt x="70422" y="68423"/>
                </a:lnTo>
                <a:lnTo>
                  <a:pt x="2765" y="226412"/>
                </a:lnTo>
                <a:lnTo>
                  <a:pt x="0" y="403046"/>
                </a:lnTo>
                <a:lnTo>
                  <a:pt x="152125" y="5274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182711" y="4080095"/>
            <a:ext cx="842644" cy="525780"/>
          </a:xfrm>
          <a:custGeom>
            <a:avLst/>
            <a:gdLst/>
            <a:ahLst/>
            <a:cxnLst/>
            <a:rect l="l" t="t" r="r" b="b"/>
            <a:pathLst>
              <a:path w="842645" h="525779">
                <a:moveTo>
                  <a:pt x="0" y="0"/>
                </a:moveTo>
                <a:lnTo>
                  <a:pt x="24428" y="70627"/>
                </a:lnTo>
                <a:lnTo>
                  <a:pt x="135313" y="232151"/>
                </a:lnTo>
                <a:lnTo>
                  <a:pt x="389054" y="409032"/>
                </a:lnTo>
                <a:lnTo>
                  <a:pt x="842050" y="5257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898415" y="5131796"/>
            <a:ext cx="1336040" cy="184150"/>
          </a:xfrm>
          <a:custGeom>
            <a:avLst/>
            <a:gdLst/>
            <a:ahLst/>
            <a:cxnLst/>
            <a:rect l="l" t="t" r="r" b="b"/>
            <a:pathLst>
              <a:path w="1336039" h="184150">
                <a:moveTo>
                  <a:pt x="0" y="31906"/>
                </a:moveTo>
                <a:lnTo>
                  <a:pt x="30087" y="66467"/>
                </a:lnTo>
                <a:lnTo>
                  <a:pt x="62898" y="96340"/>
                </a:lnTo>
                <a:lnTo>
                  <a:pt x="98111" y="121643"/>
                </a:lnTo>
                <a:lnTo>
                  <a:pt x="135403" y="142491"/>
                </a:lnTo>
                <a:lnTo>
                  <a:pt x="174450" y="159002"/>
                </a:lnTo>
                <a:lnTo>
                  <a:pt x="214930" y="171292"/>
                </a:lnTo>
                <a:lnTo>
                  <a:pt x="256519" y="179477"/>
                </a:lnTo>
                <a:lnTo>
                  <a:pt x="298894" y="183674"/>
                </a:lnTo>
                <a:lnTo>
                  <a:pt x="341733" y="184000"/>
                </a:lnTo>
                <a:lnTo>
                  <a:pt x="384713" y="180572"/>
                </a:lnTo>
                <a:lnTo>
                  <a:pt x="427510" y="173506"/>
                </a:lnTo>
                <a:lnTo>
                  <a:pt x="469801" y="162918"/>
                </a:lnTo>
                <a:lnTo>
                  <a:pt x="511264" y="148925"/>
                </a:lnTo>
                <a:lnTo>
                  <a:pt x="551576" y="131644"/>
                </a:lnTo>
                <a:lnTo>
                  <a:pt x="590412" y="111192"/>
                </a:lnTo>
                <a:lnTo>
                  <a:pt x="627451" y="87685"/>
                </a:lnTo>
                <a:lnTo>
                  <a:pt x="662370" y="61239"/>
                </a:lnTo>
                <a:lnTo>
                  <a:pt x="694845" y="31972"/>
                </a:lnTo>
                <a:lnTo>
                  <a:pt x="724554" y="0"/>
                </a:lnTo>
                <a:lnTo>
                  <a:pt x="771338" y="35445"/>
                </a:lnTo>
                <a:lnTo>
                  <a:pt x="815898" y="67716"/>
                </a:lnTo>
                <a:lnTo>
                  <a:pt x="858548" y="96528"/>
                </a:lnTo>
                <a:lnTo>
                  <a:pt x="899601" y="121599"/>
                </a:lnTo>
                <a:lnTo>
                  <a:pt x="939372" y="142646"/>
                </a:lnTo>
                <a:lnTo>
                  <a:pt x="978176" y="159386"/>
                </a:lnTo>
                <a:lnTo>
                  <a:pt x="1016326" y="171536"/>
                </a:lnTo>
                <a:lnTo>
                  <a:pt x="1054136" y="178813"/>
                </a:lnTo>
                <a:lnTo>
                  <a:pt x="1091922" y="180935"/>
                </a:lnTo>
                <a:lnTo>
                  <a:pt x="1129997" y="177617"/>
                </a:lnTo>
                <a:lnTo>
                  <a:pt x="1168675" y="168579"/>
                </a:lnTo>
                <a:lnTo>
                  <a:pt x="1208272" y="153535"/>
                </a:lnTo>
                <a:lnTo>
                  <a:pt x="1249099" y="132204"/>
                </a:lnTo>
                <a:lnTo>
                  <a:pt x="1291474" y="104302"/>
                </a:lnTo>
                <a:lnTo>
                  <a:pt x="1335708" y="695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622969" y="4793670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4">
                <a:moveTo>
                  <a:pt x="0" y="338126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24887" y="5218333"/>
            <a:ext cx="34290" cy="299720"/>
          </a:xfrm>
          <a:custGeom>
            <a:avLst/>
            <a:gdLst/>
            <a:ahLst/>
            <a:cxnLst/>
            <a:rect l="l" t="t" r="r" b="b"/>
            <a:pathLst>
              <a:path w="34289" h="299720">
                <a:moveTo>
                  <a:pt x="34189" y="299304"/>
                </a:moveTo>
                <a:lnTo>
                  <a:pt x="33652" y="255318"/>
                </a:lnTo>
                <a:lnTo>
                  <a:pt x="33045" y="211472"/>
                </a:lnTo>
                <a:lnTo>
                  <a:pt x="31239" y="167345"/>
                </a:lnTo>
                <a:lnTo>
                  <a:pt x="27100" y="122515"/>
                </a:lnTo>
                <a:lnTo>
                  <a:pt x="19270" y="61014"/>
                </a:lnTo>
                <a:lnTo>
                  <a:pt x="12143" y="3064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688684" y="5194790"/>
            <a:ext cx="34290" cy="306705"/>
          </a:xfrm>
          <a:custGeom>
            <a:avLst/>
            <a:gdLst/>
            <a:ahLst/>
            <a:cxnLst/>
            <a:rect l="l" t="t" r="r" b="b"/>
            <a:pathLst>
              <a:path w="34289" h="306704">
                <a:moveTo>
                  <a:pt x="0" y="306567"/>
                </a:moveTo>
                <a:lnTo>
                  <a:pt x="540" y="262583"/>
                </a:lnTo>
                <a:lnTo>
                  <a:pt x="1149" y="218736"/>
                </a:lnTo>
                <a:lnTo>
                  <a:pt x="2955" y="174608"/>
                </a:lnTo>
                <a:lnTo>
                  <a:pt x="7087" y="129780"/>
                </a:lnTo>
                <a:lnTo>
                  <a:pt x="17161" y="62330"/>
                </a:lnTo>
                <a:lnTo>
                  <a:pt x="24591" y="29168"/>
                </a:lnTo>
                <a:lnTo>
                  <a:pt x="3426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2584452" y="7866965"/>
            <a:ext cx="41020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113255" y="7865489"/>
            <a:ext cx="441959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029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62656" y="589324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50290" y="5908431"/>
            <a:ext cx="324993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08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b="0" spc="-4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和脐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r>
              <a:rPr sz="1200" b="0" spc="-4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各⼀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659" y="4165245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910" y="5514382"/>
            <a:ext cx="2584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通过腹部电极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给予不同强度的电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870" y="5741816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使腹部肌⾁兴奋性提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腹部肌⾁被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844" y="5969246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对肌群强化训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唤醒因受损⽽功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819" y="619668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暂停的肌⾁的本体感受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使分离的肌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786" y="6424110"/>
            <a:ext cx="2432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恢复正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达到锻炼腹部肌⾁的⽬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760" y="6651545"/>
            <a:ext cx="2660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牵拉肌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刺激⽣成新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720" y="6878979"/>
            <a:ext cx="1994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胶原蛋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缓解背部肌⾁紧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8729" y="514055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8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7"/>
                </a:lnTo>
                <a:lnTo>
                  <a:pt x="717904" y="234220"/>
                </a:lnTo>
                <a:lnTo>
                  <a:pt x="670565" y="243839"/>
                </a:lnTo>
                <a:lnTo>
                  <a:pt x="121918" y="243839"/>
                </a:lnTo>
                <a:lnTo>
                  <a:pt x="74579" y="234220"/>
                </a:lnTo>
                <a:lnTo>
                  <a:pt x="35812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9" y="9619"/>
                </a:lnTo>
                <a:lnTo>
                  <a:pt x="121918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63539" y="5154984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8729" y="379627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8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8" y="243838"/>
                </a:lnTo>
                <a:lnTo>
                  <a:pt x="74579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9" y="9619"/>
                </a:lnTo>
                <a:lnTo>
                  <a:pt x="121918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60644" y="3078024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1388" y="270905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2930" y="2723407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655" y="3810775"/>
            <a:ext cx="2593975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spc="-10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186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957" y="3462341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496699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82188" y="1392714"/>
            <a:ext cx="51104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腹直肌分离（⼀</a:t>
            </a:r>
            <a:r>
              <a:rPr sz="2500" b="1" spc="-4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2175" spc="-60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31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92405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320092" y="5908431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236422" y="589324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259339" y="6228490"/>
            <a:ext cx="2395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患者仰卧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-1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</a:t>
            </a:r>
            <a:r>
              <a:rPr sz="1200" spc="-1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200" spc="3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电极⽚分别贴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59315" y="6454037"/>
            <a:ext cx="2301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腹中线两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-114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r>
              <a:rPr sz="1200" spc="4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59296" y="6679584"/>
            <a:ext cx="961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200" spc="6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c</a:t>
            </a:r>
            <a:r>
              <a:rPr sz="1200" spc="-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m</a:t>
            </a:r>
            <a:r>
              <a:rPr sz="1200" spc="4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各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124178" y="4200176"/>
            <a:ext cx="897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127429" y="5537289"/>
            <a:ext cx="2584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通过腹部电极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给予不同强度的电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127403" y="5764719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使腹部肌⾁兴奋性提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腹部肌⾁被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127379" y="5992149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对肌群强化训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唤醒因受损⽽功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127354" y="6219583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暂停的肌⾁的本体感受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使分离的肌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127330" y="6447014"/>
            <a:ext cx="2432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恢复正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达到锻炼腹部肌⾁的⽬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127300" y="6674448"/>
            <a:ext cx="2660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牵拉肌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刺激⽣成新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127279" y="6901878"/>
            <a:ext cx="1994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胶原蛋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缓解背部肌⾁紧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2051248" y="516346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2126057" y="517789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051248" y="38312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2123162" y="3100207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⻓条形电极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023906" y="2731237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12125448" y="2745590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124170" y="3845707"/>
            <a:ext cx="2593975" cy="107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53035" indent="-140335">
              <a:lnSpc>
                <a:spcPct val="100000"/>
              </a:lnSpc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182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2136467" y="349818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10079253" y="1401977"/>
            <a:ext cx="4324350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4125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腹直肌分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离</a:t>
            </a:r>
            <a:r>
              <a:rPr sz="2500" b="1" spc="23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32</a:t>
            </a:r>
            <a:endParaRPr sz="2175" baseline="17000">
              <a:latin typeface="Arial" panose="020B0604020202020204"/>
              <a:cs typeface="Arial" panose="020B0604020202020204"/>
            </a:endParaRPr>
          </a:p>
          <a:p>
            <a:pPr marL="2049145">
              <a:lnSpc>
                <a:spcPts val="2325"/>
              </a:lnSpc>
            </a:pPr>
            <a:r>
              <a:rPr sz="2000" b="1" spc="-1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(</a:t>
            </a:r>
            <a:r>
              <a:rPr sz="2000" b="1" spc="-8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</a:t>
            </a:r>
            <a:r>
              <a:rPr sz="2000" b="1" spc="-4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电触发电刺</a:t>
            </a:r>
            <a:r>
              <a:rPr sz="2000" b="1" spc="-3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2000" b="1" spc="-1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)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556618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4" y="0"/>
                </a:moveTo>
                <a:lnTo>
                  <a:pt x="156257" y="50306"/>
                </a:lnTo>
                <a:lnTo>
                  <a:pt x="171093" y="100182"/>
                </a:lnTo>
                <a:lnTo>
                  <a:pt x="183797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7" y="300158"/>
                </a:lnTo>
                <a:lnTo>
                  <a:pt x="211029" y="351462"/>
                </a:lnTo>
                <a:lnTo>
                  <a:pt x="211371" y="403767"/>
                </a:lnTo>
                <a:lnTo>
                  <a:pt x="208899" y="457311"/>
                </a:lnTo>
                <a:lnTo>
                  <a:pt x="198901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0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7" y="1279167"/>
                </a:lnTo>
                <a:lnTo>
                  <a:pt x="4067" y="1328374"/>
                </a:lnTo>
                <a:lnTo>
                  <a:pt x="2811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6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374434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3" y="0"/>
                </a:moveTo>
                <a:lnTo>
                  <a:pt x="55110" y="50306"/>
                </a:lnTo>
                <a:lnTo>
                  <a:pt x="40275" y="100182"/>
                </a:lnTo>
                <a:lnTo>
                  <a:pt x="27571" y="149867"/>
                </a:lnTo>
                <a:lnTo>
                  <a:pt x="17112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1" y="602010"/>
                </a:lnTo>
                <a:lnTo>
                  <a:pt x="45208" y="646672"/>
                </a:lnTo>
                <a:lnTo>
                  <a:pt x="59405" y="693968"/>
                </a:lnTo>
                <a:lnTo>
                  <a:pt x="74640" y="743516"/>
                </a:lnTo>
                <a:lnTo>
                  <a:pt x="90553" y="794937"/>
                </a:lnTo>
                <a:lnTo>
                  <a:pt x="106781" y="847850"/>
                </a:lnTo>
                <a:lnTo>
                  <a:pt x="122962" y="901873"/>
                </a:lnTo>
                <a:lnTo>
                  <a:pt x="138734" y="956627"/>
                </a:lnTo>
                <a:lnTo>
                  <a:pt x="153736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6" y="1425913"/>
                </a:lnTo>
                <a:lnTo>
                  <a:pt x="210733" y="1473380"/>
                </a:lnTo>
                <a:lnTo>
                  <a:pt x="211325" y="1520233"/>
                </a:lnTo>
                <a:lnTo>
                  <a:pt x="211370" y="1566659"/>
                </a:lnTo>
                <a:lnTo>
                  <a:pt x="210703" y="1612848"/>
                </a:lnTo>
                <a:lnTo>
                  <a:pt x="209163" y="1658991"/>
                </a:lnTo>
                <a:lnTo>
                  <a:pt x="206585" y="1705276"/>
                </a:lnTo>
                <a:lnTo>
                  <a:pt x="202807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1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11780" y="3728329"/>
            <a:ext cx="94431" cy="88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435422" y="4969461"/>
            <a:ext cx="247650" cy="438784"/>
          </a:xfrm>
          <a:custGeom>
            <a:avLst/>
            <a:gdLst/>
            <a:ahLst/>
            <a:cxnLst/>
            <a:rect l="l" t="t" r="r" b="b"/>
            <a:pathLst>
              <a:path w="247650" h="438785">
                <a:moveTo>
                  <a:pt x="1661" y="438224"/>
                </a:moveTo>
                <a:lnTo>
                  <a:pt x="728" y="396874"/>
                </a:lnTo>
                <a:lnTo>
                  <a:pt x="0" y="349579"/>
                </a:lnTo>
                <a:lnTo>
                  <a:pt x="145" y="298421"/>
                </a:lnTo>
                <a:lnTo>
                  <a:pt x="1837" y="245484"/>
                </a:lnTo>
                <a:lnTo>
                  <a:pt x="5746" y="192849"/>
                </a:lnTo>
                <a:lnTo>
                  <a:pt x="12542" y="142599"/>
                </a:lnTo>
                <a:lnTo>
                  <a:pt x="22897" y="96816"/>
                </a:lnTo>
                <a:lnTo>
                  <a:pt x="37482" y="57582"/>
                </a:lnTo>
                <a:lnTo>
                  <a:pt x="82025" y="7092"/>
                </a:lnTo>
                <a:lnTo>
                  <a:pt x="113326" y="0"/>
                </a:lnTo>
                <a:lnTo>
                  <a:pt x="140175" y="7095"/>
                </a:lnTo>
                <a:lnTo>
                  <a:pt x="182534" y="57592"/>
                </a:lnTo>
                <a:lnTo>
                  <a:pt x="198683" y="96816"/>
                </a:lnTo>
                <a:lnTo>
                  <a:pt x="211903" y="142570"/>
                </a:lnTo>
                <a:lnTo>
                  <a:pt x="222513" y="192766"/>
                </a:lnTo>
                <a:lnTo>
                  <a:pt x="230833" y="245315"/>
                </a:lnTo>
                <a:lnTo>
                  <a:pt x="237182" y="298127"/>
                </a:lnTo>
                <a:lnTo>
                  <a:pt x="241880" y="349114"/>
                </a:lnTo>
                <a:lnTo>
                  <a:pt x="245244" y="396185"/>
                </a:lnTo>
                <a:lnTo>
                  <a:pt x="247595" y="4372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900636" y="4585360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0" y="0"/>
                </a:moveTo>
                <a:lnTo>
                  <a:pt x="25069" y="44097"/>
                </a:lnTo>
                <a:lnTo>
                  <a:pt x="51632" y="87142"/>
                </a:lnTo>
                <a:lnTo>
                  <a:pt x="80234" y="128404"/>
                </a:lnTo>
                <a:lnTo>
                  <a:pt x="111424" y="167155"/>
                </a:lnTo>
                <a:lnTo>
                  <a:pt x="145747" y="202665"/>
                </a:lnTo>
                <a:lnTo>
                  <a:pt x="183751" y="234204"/>
                </a:lnTo>
                <a:lnTo>
                  <a:pt x="228697" y="263892"/>
                </a:lnTo>
                <a:lnTo>
                  <a:pt x="276161" y="289331"/>
                </a:lnTo>
                <a:lnTo>
                  <a:pt x="325809" y="310835"/>
                </a:lnTo>
                <a:lnTo>
                  <a:pt x="377312" y="328717"/>
                </a:lnTo>
                <a:lnTo>
                  <a:pt x="430338" y="343288"/>
                </a:lnTo>
                <a:lnTo>
                  <a:pt x="484557" y="3548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695315" y="4558219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39" h="354964">
                <a:moveTo>
                  <a:pt x="484557" y="0"/>
                </a:moveTo>
                <a:lnTo>
                  <a:pt x="459487" y="44097"/>
                </a:lnTo>
                <a:lnTo>
                  <a:pt x="432924" y="87142"/>
                </a:lnTo>
                <a:lnTo>
                  <a:pt x="404322" y="128405"/>
                </a:lnTo>
                <a:lnTo>
                  <a:pt x="373133" y="167156"/>
                </a:lnTo>
                <a:lnTo>
                  <a:pt x="338809" y="202666"/>
                </a:lnTo>
                <a:lnTo>
                  <a:pt x="300805" y="234205"/>
                </a:lnTo>
                <a:lnTo>
                  <a:pt x="255859" y="263893"/>
                </a:lnTo>
                <a:lnTo>
                  <a:pt x="208395" y="289332"/>
                </a:lnTo>
                <a:lnTo>
                  <a:pt x="158747" y="310837"/>
                </a:lnTo>
                <a:lnTo>
                  <a:pt x="107244" y="328718"/>
                </a:lnTo>
                <a:lnTo>
                  <a:pt x="54218" y="343289"/>
                </a:lnTo>
                <a:lnTo>
                  <a:pt x="0" y="354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120679" y="4286657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33" y="0"/>
                </a:moveTo>
                <a:lnTo>
                  <a:pt x="13043" y="1682"/>
                </a:lnTo>
                <a:lnTo>
                  <a:pt x="6262" y="6263"/>
                </a:lnTo>
                <a:lnTo>
                  <a:pt x="1681" y="13044"/>
                </a:lnTo>
                <a:lnTo>
                  <a:pt x="0" y="21325"/>
                </a:lnTo>
                <a:lnTo>
                  <a:pt x="0" y="151163"/>
                </a:lnTo>
                <a:lnTo>
                  <a:pt x="1681" y="159447"/>
                </a:lnTo>
                <a:lnTo>
                  <a:pt x="6262" y="166229"/>
                </a:lnTo>
                <a:lnTo>
                  <a:pt x="13043" y="170811"/>
                </a:lnTo>
                <a:lnTo>
                  <a:pt x="21327" y="172493"/>
                </a:lnTo>
                <a:lnTo>
                  <a:pt x="29615" y="170811"/>
                </a:lnTo>
                <a:lnTo>
                  <a:pt x="36397" y="166229"/>
                </a:lnTo>
                <a:lnTo>
                  <a:pt x="40978" y="159447"/>
                </a:lnTo>
                <a:lnTo>
                  <a:pt x="42660" y="151163"/>
                </a:lnTo>
                <a:lnTo>
                  <a:pt x="42660" y="21325"/>
                </a:lnTo>
                <a:lnTo>
                  <a:pt x="40978" y="13044"/>
                </a:lnTo>
                <a:lnTo>
                  <a:pt x="36397" y="6263"/>
                </a:lnTo>
                <a:lnTo>
                  <a:pt x="29615" y="1682"/>
                </a:lnTo>
                <a:lnTo>
                  <a:pt x="2133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800006" y="4015730"/>
            <a:ext cx="342265" cy="287020"/>
          </a:xfrm>
          <a:custGeom>
            <a:avLst/>
            <a:gdLst/>
            <a:ahLst/>
            <a:cxnLst/>
            <a:rect l="l" t="t" r="r" b="b"/>
            <a:pathLst>
              <a:path w="342264" h="287020">
                <a:moveTo>
                  <a:pt x="0" y="808"/>
                </a:moveTo>
                <a:lnTo>
                  <a:pt x="41537" y="0"/>
                </a:lnTo>
                <a:lnTo>
                  <a:pt x="82310" y="1062"/>
                </a:lnTo>
                <a:lnTo>
                  <a:pt x="121836" y="4776"/>
                </a:lnTo>
                <a:lnTo>
                  <a:pt x="159633" y="11924"/>
                </a:lnTo>
                <a:lnTo>
                  <a:pt x="228112" y="39642"/>
                </a:lnTo>
                <a:lnTo>
                  <a:pt x="283889" y="90463"/>
                </a:lnTo>
                <a:lnTo>
                  <a:pt x="305810" y="126490"/>
                </a:lnTo>
                <a:lnTo>
                  <a:pt x="323109" y="170635"/>
                </a:lnTo>
                <a:lnTo>
                  <a:pt x="335304" y="223679"/>
                </a:lnTo>
                <a:lnTo>
                  <a:pt x="341914" y="2864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800006" y="3476102"/>
            <a:ext cx="342900" cy="835025"/>
          </a:xfrm>
          <a:custGeom>
            <a:avLst/>
            <a:gdLst/>
            <a:ahLst/>
            <a:cxnLst/>
            <a:rect l="l" t="t" r="r" b="b"/>
            <a:pathLst>
              <a:path w="342900" h="835025">
                <a:moveTo>
                  <a:pt x="0" y="0"/>
                </a:moveTo>
                <a:lnTo>
                  <a:pt x="42878" y="3019"/>
                </a:lnTo>
                <a:lnTo>
                  <a:pt x="81902" y="11678"/>
                </a:lnTo>
                <a:lnTo>
                  <a:pt x="149134" y="44344"/>
                </a:lnTo>
                <a:lnTo>
                  <a:pt x="203184" y="94859"/>
                </a:lnTo>
                <a:lnTo>
                  <a:pt x="225732" y="125830"/>
                </a:lnTo>
                <a:lnTo>
                  <a:pt x="245544" y="160087"/>
                </a:lnTo>
                <a:lnTo>
                  <a:pt x="262805" y="197237"/>
                </a:lnTo>
                <a:lnTo>
                  <a:pt x="277702" y="236889"/>
                </a:lnTo>
                <a:lnTo>
                  <a:pt x="290422" y="278649"/>
                </a:lnTo>
                <a:lnTo>
                  <a:pt x="301149" y="322127"/>
                </a:lnTo>
                <a:lnTo>
                  <a:pt x="310072" y="366929"/>
                </a:lnTo>
                <a:lnTo>
                  <a:pt x="317375" y="412663"/>
                </a:lnTo>
                <a:lnTo>
                  <a:pt x="323246" y="458937"/>
                </a:lnTo>
                <a:lnTo>
                  <a:pt x="327870" y="505359"/>
                </a:lnTo>
                <a:lnTo>
                  <a:pt x="331434" y="551537"/>
                </a:lnTo>
                <a:lnTo>
                  <a:pt x="334123" y="597078"/>
                </a:lnTo>
                <a:lnTo>
                  <a:pt x="336125" y="641590"/>
                </a:lnTo>
                <a:lnTo>
                  <a:pt x="337625" y="684681"/>
                </a:lnTo>
                <a:lnTo>
                  <a:pt x="338810" y="725959"/>
                </a:lnTo>
                <a:lnTo>
                  <a:pt x="339865" y="765031"/>
                </a:lnTo>
                <a:lnTo>
                  <a:pt x="340978" y="801506"/>
                </a:lnTo>
                <a:lnTo>
                  <a:pt x="342334" y="8349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266284" y="3376268"/>
            <a:ext cx="534035" cy="200025"/>
          </a:xfrm>
          <a:custGeom>
            <a:avLst/>
            <a:gdLst/>
            <a:ahLst/>
            <a:cxnLst/>
            <a:rect l="l" t="t" r="r" b="b"/>
            <a:pathLst>
              <a:path w="534035" h="200025">
                <a:moveTo>
                  <a:pt x="502668" y="0"/>
                </a:moveTo>
                <a:lnTo>
                  <a:pt x="31054" y="0"/>
                </a:lnTo>
                <a:lnTo>
                  <a:pt x="18996" y="2450"/>
                </a:lnTo>
                <a:lnTo>
                  <a:pt x="9122" y="9122"/>
                </a:lnTo>
                <a:lnTo>
                  <a:pt x="2450" y="18997"/>
                </a:lnTo>
                <a:lnTo>
                  <a:pt x="0" y="31056"/>
                </a:lnTo>
                <a:lnTo>
                  <a:pt x="0" y="168609"/>
                </a:lnTo>
                <a:lnTo>
                  <a:pt x="2450" y="180667"/>
                </a:lnTo>
                <a:lnTo>
                  <a:pt x="9122" y="190542"/>
                </a:lnTo>
                <a:lnTo>
                  <a:pt x="18996" y="197215"/>
                </a:lnTo>
                <a:lnTo>
                  <a:pt x="31054" y="199665"/>
                </a:lnTo>
                <a:lnTo>
                  <a:pt x="502668" y="199665"/>
                </a:lnTo>
                <a:lnTo>
                  <a:pt x="514725" y="197215"/>
                </a:lnTo>
                <a:lnTo>
                  <a:pt x="524599" y="190542"/>
                </a:lnTo>
                <a:lnTo>
                  <a:pt x="531270" y="180667"/>
                </a:lnTo>
                <a:lnTo>
                  <a:pt x="533721" y="168609"/>
                </a:lnTo>
                <a:lnTo>
                  <a:pt x="533721" y="31056"/>
                </a:lnTo>
                <a:lnTo>
                  <a:pt x="531270" y="18997"/>
                </a:lnTo>
                <a:lnTo>
                  <a:pt x="524599" y="9122"/>
                </a:lnTo>
                <a:lnTo>
                  <a:pt x="514725" y="2450"/>
                </a:lnTo>
                <a:lnTo>
                  <a:pt x="50266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266284" y="3916700"/>
            <a:ext cx="534035" cy="200025"/>
          </a:xfrm>
          <a:custGeom>
            <a:avLst/>
            <a:gdLst/>
            <a:ahLst/>
            <a:cxnLst/>
            <a:rect l="l" t="t" r="r" b="b"/>
            <a:pathLst>
              <a:path w="534035" h="200025">
                <a:moveTo>
                  <a:pt x="502668" y="0"/>
                </a:moveTo>
                <a:lnTo>
                  <a:pt x="31054" y="0"/>
                </a:lnTo>
                <a:lnTo>
                  <a:pt x="18996" y="2450"/>
                </a:lnTo>
                <a:lnTo>
                  <a:pt x="9122" y="9122"/>
                </a:lnTo>
                <a:lnTo>
                  <a:pt x="2450" y="18997"/>
                </a:lnTo>
                <a:lnTo>
                  <a:pt x="0" y="31056"/>
                </a:lnTo>
                <a:lnTo>
                  <a:pt x="0" y="168609"/>
                </a:lnTo>
                <a:lnTo>
                  <a:pt x="2450" y="180667"/>
                </a:lnTo>
                <a:lnTo>
                  <a:pt x="9122" y="190542"/>
                </a:lnTo>
                <a:lnTo>
                  <a:pt x="18996" y="197215"/>
                </a:lnTo>
                <a:lnTo>
                  <a:pt x="31054" y="199665"/>
                </a:lnTo>
                <a:lnTo>
                  <a:pt x="502668" y="199665"/>
                </a:lnTo>
                <a:lnTo>
                  <a:pt x="514725" y="197215"/>
                </a:lnTo>
                <a:lnTo>
                  <a:pt x="524599" y="190542"/>
                </a:lnTo>
                <a:lnTo>
                  <a:pt x="531270" y="180667"/>
                </a:lnTo>
                <a:lnTo>
                  <a:pt x="533721" y="168609"/>
                </a:lnTo>
                <a:lnTo>
                  <a:pt x="533721" y="31056"/>
                </a:lnTo>
                <a:lnTo>
                  <a:pt x="531270" y="18997"/>
                </a:lnTo>
                <a:lnTo>
                  <a:pt x="524599" y="9122"/>
                </a:lnTo>
                <a:lnTo>
                  <a:pt x="514725" y="2450"/>
                </a:lnTo>
                <a:lnTo>
                  <a:pt x="50266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610122" y="3091111"/>
            <a:ext cx="212090" cy="2486025"/>
          </a:xfrm>
          <a:custGeom>
            <a:avLst/>
            <a:gdLst/>
            <a:ahLst/>
            <a:cxnLst/>
            <a:rect l="l" t="t" r="r" b="b"/>
            <a:pathLst>
              <a:path w="212090" h="2486025">
                <a:moveTo>
                  <a:pt x="150804" y="0"/>
                </a:moveTo>
                <a:lnTo>
                  <a:pt x="166774" y="51901"/>
                </a:lnTo>
                <a:lnTo>
                  <a:pt x="180080" y="102967"/>
                </a:lnTo>
                <a:lnTo>
                  <a:pt x="190859" y="153502"/>
                </a:lnTo>
                <a:lnTo>
                  <a:pt x="199249" y="203808"/>
                </a:lnTo>
                <a:lnTo>
                  <a:pt x="205387" y="254188"/>
                </a:lnTo>
                <a:lnTo>
                  <a:pt x="209408" y="304946"/>
                </a:lnTo>
                <a:lnTo>
                  <a:pt x="211451" y="356385"/>
                </a:lnTo>
                <a:lnTo>
                  <a:pt x="211652" y="408808"/>
                </a:lnTo>
                <a:lnTo>
                  <a:pt x="210148" y="462517"/>
                </a:lnTo>
                <a:lnTo>
                  <a:pt x="207077" y="517817"/>
                </a:lnTo>
                <a:lnTo>
                  <a:pt x="199022" y="580820"/>
                </a:lnTo>
                <a:lnTo>
                  <a:pt x="183570" y="657342"/>
                </a:lnTo>
                <a:lnTo>
                  <a:pt x="173624" y="699955"/>
                </a:lnTo>
                <a:lnTo>
                  <a:pt x="162494" y="745086"/>
                </a:lnTo>
                <a:lnTo>
                  <a:pt x="150403" y="792448"/>
                </a:lnTo>
                <a:lnTo>
                  <a:pt x="137573" y="841755"/>
                </a:lnTo>
                <a:lnTo>
                  <a:pt x="124224" y="892719"/>
                </a:lnTo>
                <a:lnTo>
                  <a:pt x="110580" y="945052"/>
                </a:lnTo>
                <a:lnTo>
                  <a:pt x="96862" y="998469"/>
                </a:lnTo>
                <a:lnTo>
                  <a:pt x="83292" y="1052682"/>
                </a:lnTo>
                <a:lnTo>
                  <a:pt x="70092" y="1107404"/>
                </a:lnTo>
                <a:lnTo>
                  <a:pt x="57485" y="1162348"/>
                </a:lnTo>
                <a:lnTo>
                  <a:pt x="45691" y="1217226"/>
                </a:lnTo>
                <a:lnTo>
                  <a:pt x="34934" y="1271753"/>
                </a:lnTo>
                <a:lnTo>
                  <a:pt x="25435" y="1325640"/>
                </a:lnTo>
                <a:lnTo>
                  <a:pt x="17415" y="1378600"/>
                </a:lnTo>
                <a:lnTo>
                  <a:pt x="11098" y="1430347"/>
                </a:lnTo>
                <a:lnTo>
                  <a:pt x="6705" y="1480594"/>
                </a:lnTo>
                <a:lnTo>
                  <a:pt x="4457" y="1529053"/>
                </a:lnTo>
                <a:lnTo>
                  <a:pt x="3242" y="1579849"/>
                </a:lnTo>
                <a:lnTo>
                  <a:pt x="2062" y="1629712"/>
                </a:lnTo>
                <a:lnTo>
                  <a:pt x="1044" y="1678796"/>
                </a:lnTo>
                <a:lnTo>
                  <a:pt x="315" y="1727258"/>
                </a:lnTo>
                <a:lnTo>
                  <a:pt x="0" y="1775254"/>
                </a:lnTo>
                <a:lnTo>
                  <a:pt x="225" y="1822941"/>
                </a:lnTo>
                <a:lnTo>
                  <a:pt x="1119" y="1870473"/>
                </a:lnTo>
                <a:lnTo>
                  <a:pt x="2805" y="1918009"/>
                </a:lnTo>
                <a:lnTo>
                  <a:pt x="5413" y="1965703"/>
                </a:lnTo>
                <a:lnTo>
                  <a:pt x="9066" y="2013713"/>
                </a:lnTo>
                <a:lnTo>
                  <a:pt x="13893" y="2062193"/>
                </a:lnTo>
                <a:lnTo>
                  <a:pt x="20019" y="2111301"/>
                </a:lnTo>
                <a:lnTo>
                  <a:pt x="27570" y="2161192"/>
                </a:lnTo>
                <a:lnTo>
                  <a:pt x="36674" y="2212022"/>
                </a:lnTo>
                <a:lnTo>
                  <a:pt x="47456" y="2263949"/>
                </a:lnTo>
                <a:lnTo>
                  <a:pt x="60043" y="2317127"/>
                </a:lnTo>
                <a:lnTo>
                  <a:pt x="74562" y="2371713"/>
                </a:lnTo>
                <a:lnTo>
                  <a:pt x="91138" y="2427864"/>
                </a:lnTo>
                <a:lnTo>
                  <a:pt x="109898" y="248573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276213" y="3091111"/>
            <a:ext cx="212090" cy="2486025"/>
          </a:xfrm>
          <a:custGeom>
            <a:avLst/>
            <a:gdLst/>
            <a:ahLst/>
            <a:cxnLst/>
            <a:rect l="l" t="t" r="r" b="b"/>
            <a:pathLst>
              <a:path w="212090" h="2486025">
                <a:moveTo>
                  <a:pt x="60844" y="0"/>
                </a:moveTo>
                <a:lnTo>
                  <a:pt x="44875" y="51901"/>
                </a:lnTo>
                <a:lnTo>
                  <a:pt x="31570" y="102967"/>
                </a:lnTo>
                <a:lnTo>
                  <a:pt x="20791" y="153502"/>
                </a:lnTo>
                <a:lnTo>
                  <a:pt x="12402" y="203808"/>
                </a:lnTo>
                <a:lnTo>
                  <a:pt x="6265" y="254188"/>
                </a:lnTo>
                <a:lnTo>
                  <a:pt x="2243" y="304946"/>
                </a:lnTo>
                <a:lnTo>
                  <a:pt x="200" y="356385"/>
                </a:lnTo>
                <a:lnTo>
                  <a:pt x="0" y="408808"/>
                </a:lnTo>
                <a:lnTo>
                  <a:pt x="1503" y="462517"/>
                </a:lnTo>
                <a:lnTo>
                  <a:pt x="4575" y="517817"/>
                </a:lnTo>
                <a:lnTo>
                  <a:pt x="12629" y="580820"/>
                </a:lnTo>
                <a:lnTo>
                  <a:pt x="28081" y="657342"/>
                </a:lnTo>
                <a:lnTo>
                  <a:pt x="38026" y="699955"/>
                </a:lnTo>
                <a:lnTo>
                  <a:pt x="49155" y="745086"/>
                </a:lnTo>
                <a:lnTo>
                  <a:pt x="61246" y="792448"/>
                </a:lnTo>
                <a:lnTo>
                  <a:pt x="74077" y="841755"/>
                </a:lnTo>
                <a:lnTo>
                  <a:pt x="87425" y="892719"/>
                </a:lnTo>
                <a:lnTo>
                  <a:pt x="101069" y="945052"/>
                </a:lnTo>
                <a:lnTo>
                  <a:pt x="114787" y="998469"/>
                </a:lnTo>
                <a:lnTo>
                  <a:pt x="128357" y="1052682"/>
                </a:lnTo>
                <a:lnTo>
                  <a:pt x="141557" y="1107404"/>
                </a:lnTo>
                <a:lnTo>
                  <a:pt x="154164" y="1162348"/>
                </a:lnTo>
                <a:lnTo>
                  <a:pt x="165958" y="1217226"/>
                </a:lnTo>
                <a:lnTo>
                  <a:pt x="176716" y="1271753"/>
                </a:lnTo>
                <a:lnTo>
                  <a:pt x="186215" y="1325640"/>
                </a:lnTo>
                <a:lnTo>
                  <a:pt x="194235" y="1378600"/>
                </a:lnTo>
                <a:lnTo>
                  <a:pt x="200553" y="1430347"/>
                </a:lnTo>
                <a:lnTo>
                  <a:pt x="204947" y="1480594"/>
                </a:lnTo>
                <a:lnTo>
                  <a:pt x="207195" y="1529053"/>
                </a:lnTo>
                <a:lnTo>
                  <a:pt x="208410" y="1579849"/>
                </a:lnTo>
                <a:lnTo>
                  <a:pt x="209589" y="1629712"/>
                </a:lnTo>
                <a:lnTo>
                  <a:pt x="210607" y="1678796"/>
                </a:lnTo>
                <a:lnTo>
                  <a:pt x="211337" y="1727258"/>
                </a:lnTo>
                <a:lnTo>
                  <a:pt x="211652" y="1775254"/>
                </a:lnTo>
                <a:lnTo>
                  <a:pt x="211426" y="1822941"/>
                </a:lnTo>
                <a:lnTo>
                  <a:pt x="210532" y="1870473"/>
                </a:lnTo>
                <a:lnTo>
                  <a:pt x="208845" y="1918009"/>
                </a:lnTo>
                <a:lnTo>
                  <a:pt x="206237" y="1965703"/>
                </a:lnTo>
                <a:lnTo>
                  <a:pt x="202584" y="2013713"/>
                </a:lnTo>
                <a:lnTo>
                  <a:pt x="197757" y="2062193"/>
                </a:lnTo>
                <a:lnTo>
                  <a:pt x="191630" y="2111301"/>
                </a:lnTo>
                <a:lnTo>
                  <a:pt x="184079" y="2161192"/>
                </a:lnTo>
                <a:lnTo>
                  <a:pt x="174975" y="2212022"/>
                </a:lnTo>
                <a:lnTo>
                  <a:pt x="164192" y="2263949"/>
                </a:lnTo>
                <a:lnTo>
                  <a:pt x="151605" y="2317127"/>
                </a:lnTo>
                <a:lnTo>
                  <a:pt x="137087" y="2371713"/>
                </a:lnTo>
                <a:lnTo>
                  <a:pt x="120510" y="2427864"/>
                </a:lnTo>
                <a:lnTo>
                  <a:pt x="101750" y="248573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9109403" y="3619844"/>
            <a:ext cx="885825" cy="206375"/>
          </a:xfrm>
          <a:custGeom>
            <a:avLst/>
            <a:gdLst/>
            <a:ahLst/>
            <a:cxnLst/>
            <a:rect l="l" t="t" r="r" b="b"/>
            <a:pathLst>
              <a:path w="885825" h="206375">
                <a:moveTo>
                  <a:pt x="782802" y="0"/>
                </a:moveTo>
                <a:lnTo>
                  <a:pt x="102999" y="0"/>
                </a:lnTo>
                <a:lnTo>
                  <a:pt x="63005" y="8126"/>
                </a:lnTo>
                <a:lnTo>
                  <a:pt x="30254" y="30252"/>
                </a:lnTo>
                <a:lnTo>
                  <a:pt x="8126" y="63001"/>
                </a:lnTo>
                <a:lnTo>
                  <a:pt x="0" y="102995"/>
                </a:lnTo>
                <a:lnTo>
                  <a:pt x="8126" y="142990"/>
                </a:lnTo>
                <a:lnTo>
                  <a:pt x="30254" y="175742"/>
                </a:lnTo>
                <a:lnTo>
                  <a:pt x="63005" y="197871"/>
                </a:lnTo>
                <a:lnTo>
                  <a:pt x="102999" y="205999"/>
                </a:lnTo>
                <a:lnTo>
                  <a:pt x="782802" y="205999"/>
                </a:lnTo>
                <a:lnTo>
                  <a:pt x="822795" y="197871"/>
                </a:lnTo>
                <a:lnTo>
                  <a:pt x="855545" y="175742"/>
                </a:lnTo>
                <a:lnTo>
                  <a:pt x="877674" y="142990"/>
                </a:lnTo>
                <a:lnTo>
                  <a:pt x="885802" y="102995"/>
                </a:lnTo>
                <a:lnTo>
                  <a:pt x="877674" y="63001"/>
                </a:lnTo>
                <a:lnTo>
                  <a:pt x="855545" y="30252"/>
                </a:lnTo>
                <a:lnTo>
                  <a:pt x="822795" y="8126"/>
                </a:lnTo>
                <a:lnTo>
                  <a:pt x="7828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109403" y="4267459"/>
            <a:ext cx="885825" cy="206375"/>
          </a:xfrm>
          <a:custGeom>
            <a:avLst/>
            <a:gdLst/>
            <a:ahLst/>
            <a:cxnLst/>
            <a:rect l="l" t="t" r="r" b="b"/>
            <a:pathLst>
              <a:path w="885825" h="206375">
                <a:moveTo>
                  <a:pt x="782802" y="0"/>
                </a:moveTo>
                <a:lnTo>
                  <a:pt x="102999" y="0"/>
                </a:lnTo>
                <a:lnTo>
                  <a:pt x="63005" y="8126"/>
                </a:lnTo>
                <a:lnTo>
                  <a:pt x="30254" y="30252"/>
                </a:lnTo>
                <a:lnTo>
                  <a:pt x="8126" y="63001"/>
                </a:lnTo>
                <a:lnTo>
                  <a:pt x="0" y="102995"/>
                </a:lnTo>
                <a:lnTo>
                  <a:pt x="8126" y="142991"/>
                </a:lnTo>
                <a:lnTo>
                  <a:pt x="30254" y="175743"/>
                </a:lnTo>
                <a:lnTo>
                  <a:pt x="63005" y="197872"/>
                </a:lnTo>
                <a:lnTo>
                  <a:pt x="102999" y="205999"/>
                </a:lnTo>
                <a:lnTo>
                  <a:pt x="782802" y="205999"/>
                </a:lnTo>
                <a:lnTo>
                  <a:pt x="822795" y="197872"/>
                </a:lnTo>
                <a:lnTo>
                  <a:pt x="855545" y="175743"/>
                </a:lnTo>
                <a:lnTo>
                  <a:pt x="877674" y="142991"/>
                </a:lnTo>
                <a:lnTo>
                  <a:pt x="885802" y="102995"/>
                </a:lnTo>
                <a:lnTo>
                  <a:pt x="877674" y="63001"/>
                </a:lnTo>
                <a:lnTo>
                  <a:pt x="855545" y="30252"/>
                </a:lnTo>
                <a:lnTo>
                  <a:pt x="822795" y="8126"/>
                </a:lnTo>
                <a:lnTo>
                  <a:pt x="7828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419325" y="5104105"/>
            <a:ext cx="267970" cy="474345"/>
          </a:xfrm>
          <a:custGeom>
            <a:avLst/>
            <a:gdLst/>
            <a:ahLst/>
            <a:cxnLst/>
            <a:rect l="l" t="t" r="r" b="b"/>
            <a:pathLst>
              <a:path w="267970" h="474345">
                <a:moveTo>
                  <a:pt x="1806" y="473878"/>
                </a:moveTo>
                <a:lnTo>
                  <a:pt x="883" y="433167"/>
                </a:lnTo>
                <a:lnTo>
                  <a:pt x="95" y="386896"/>
                </a:lnTo>
                <a:lnTo>
                  <a:pt x="0" y="336801"/>
                </a:lnTo>
                <a:lnTo>
                  <a:pt x="1157" y="284615"/>
                </a:lnTo>
                <a:lnTo>
                  <a:pt x="4125" y="232072"/>
                </a:lnTo>
                <a:lnTo>
                  <a:pt x="9463" y="180909"/>
                </a:lnTo>
                <a:lnTo>
                  <a:pt x="17729" y="132858"/>
                </a:lnTo>
                <a:lnTo>
                  <a:pt x="29484" y="89654"/>
                </a:lnTo>
                <a:lnTo>
                  <a:pt x="45285" y="53032"/>
                </a:lnTo>
                <a:lnTo>
                  <a:pt x="91263" y="6470"/>
                </a:lnTo>
                <a:lnTo>
                  <a:pt x="122557" y="0"/>
                </a:lnTo>
                <a:lnTo>
                  <a:pt x="149337" y="6473"/>
                </a:lnTo>
                <a:lnTo>
                  <a:pt x="192496" y="53043"/>
                </a:lnTo>
                <a:lnTo>
                  <a:pt x="209407" y="89658"/>
                </a:lnTo>
                <a:lnTo>
                  <a:pt x="223560" y="132841"/>
                </a:lnTo>
                <a:lnTo>
                  <a:pt x="235222" y="180850"/>
                </a:lnTo>
                <a:lnTo>
                  <a:pt x="244657" y="231946"/>
                </a:lnTo>
                <a:lnTo>
                  <a:pt x="252133" y="284389"/>
                </a:lnTo>
                <a:lnTo>
                  <a:pt x="257914" y="336439"/>
                </a:lnTo>
                <a:lnTo>
                  <a:pt x="262266" y="386355"/>
                </a:lnTo>
                <a:lnTo>
                  <a:pt x="265456" y="432398"/>
                </a:lnTo>
                <a:lnTo>
                  <a:pt x="267749" y="47282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920178" y="4597917"/>
            <a:ext cx="455295" cy="334010"/>
          </a:xfrm>
          <a:custGeom>
            <a:avLst/>
            <a:gdLst/>
            <a:ahLst/>
            <a:cxnLst/>
            <a:rect l="l" t="t" r="r" b="b"/>
            <a:pathLst>
              <a:path w="455295" h="334010">
                <a:moveTo>
                  <a:pt x="0" y="0"/>
                </a:moveTo>
                <a:lnTo>
                  <a:pt x="23553" y="41430"/>
                </a:lnTo>
                <a:lnTo>
                  <a:pt x="48510" y="81872"/>
                </a:lnTo>
                <a:lnTo>
                  <a:pt x="75383" y="120639"/>
                </a:lnTo>
                <a:lnTo>
                  <a:pt x="104686" y="157046"/>
                </a:lnTo>
                <a:lnTo>
                  <a:pt x="136934" y="190409"/>
                </a:lnTo>
                <a:lnTo>
                  <a:pt x="172641" y="220042"/>
                </a:lnTo>
                <a:lnTo>
                  <a:pt x="214869" y="247934"/>
                </a:lnTo>
                <a:lnTo>
                  <a:pt x="259461" y="271834"/>
                </a:lnTo>
                <a:lnTo>
                  <a:pt x="306107" y="292037"/>
                </a:lnTo>
                <a:lnTo>
                  <a:pt x="354495" y="308837"/>
                </a:lnTo>
                <a:lnTo>
                  <a:pt x="404315" y="322528"/>
                </a:lnTo>
                <a:lnTo>
                  <a:pt x="455255" y="33340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9666799" y="4643784"/>
            <a:ext cx="410845" cy="316865"/>
          </a:xfrm>
          <a:custGeom>
            <a:avLst/>
            <a:gdLst/>
            <a:ahLst/>
            <a:cxnLst/>
            <a:rect l="l" t="t" r="r" b="b"/>
            <a:pathLst>
              <a:path w="410845" h="316864">
                <a:moveTo>
                  <a:pt x="410616" y="0"/>
                </a:moveTo>
                <a:lnTo>
                  <a:pt x="380893" y="52415"/>
                </a:lnTo>
                <a:lnTo>
                  <a:pt x="352579" y="98605"/>
                </a:lnTo>
                <a:lnTo>
                  <a:pt x="324695" y="139068"/>
                </a:lnTo>
                <a:lnTo>
                  <a:pt x="296266" y="174300"/>
                </a:lnTo>
                <a:lnTo>
                  <a:pt x="266316" y="204798"/>
                </a:lnTo>
                <a:lnTo>
                  <a:pt x="233868" y="231061"/>
                </a:lnTo>
                <a:lnTo>
                  <a:pt x="197947" y="253585"/>
                </a:lnTo>
                <a:lnTo>
                  <a:pt x="157576" y="272867"/>
                </a:lnTo>
                <a:lnTo>
                  <a:pt x="111778" y="289405"/>
                </a:lnTo>
                <a:lnTo>
                  <a:pt x="59578" y="303697"/>
                </a:lnTo>
                <a:lnTo>
                  <a:pt x="0" y="31623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674823" y="4687428"/>
            <a:ext cx="169545" cy="76200"/>
          </a:xfrm>
          <a:custGeom>
            <a:avLst/>
            <a:gdLst/>
            <a:ahLst/>
            <a:cxnLst/>
            <a:rect l="l" t="t" r="r" b="b"/>
            <a:pathLst>
              <a:path w="169545" h="76200">
                <a:moveTo>
                  <a:pt x="18274" y="0"/>
                </a:moveTo>
                <a:lnTo>
                  <a:pt x="10471" y="2735"/>
                </a:lnTo>
                <a:lnTo>
                  <a:pt x="4253" y="8184"/>
                </a:lnTo>
                <a:lnTo>
                  <a:pt x="481" y="15842"/>
                </a:lnTo>
                <a:lnTo>
                  <a:pt x="0" y="24373"/>
                </a:lnTo>
                <a:lnTo>
                  <a:pt x="2736" y="32175"/>
                </a:lnTo>
                <a:lnTo>
                  <a:pt x="8186" y="38394"/>
                </a:lnTo>
                <a:lnTo>
                  <a:pt x="15846" y="42165"/>
                </a:lnTo>
                <a:lnTo>
                  <a:pt x="142714" y="75494"/>
                </a:lnTo>
                <a:lnTo>
                  <a:pt x="151238" y="75976"/>
                </a:lnTo>
                <a:lnTo>
                  <a:pt x="159040" y="73240"/>
                </a:lnTo>
                <a:lnTo>
                  <a:pt x="165258" y="67789"/>
                </a:lnTo>
                <a:lnTo>
                  <a:pt x="169027" y="60129"/>
                </a:lnTo>
                <a:lnTo>
                  <a:pt x="169511" y="51600"/>
                </a:lnTo>
                <a:lnTo>
                  <a:pt x="166775" y="43798"/>
                </a:lnTo>
                <a:lnTo>
                  <a:pt x="161325" y="37580"/>
                </a:lnTo>
                <a:lnTo>
                  <a:pt x="153665" y="33810"/>
                </a:lnTo>
                <a:lnTo>
                  <a:pt x="26797" y="480"/>
                </a:lnTo>
                <a:lnTo>
                  <a:pt x="1827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257657" y="4689146"/>
            <a:ext cx="169545" cy="76200"/>
          </a:xfrm>
          <a:custGeom>
            <a:avLst/>
            <a:gdLst/>
            <a:ahLst/>
            <a:cxnLst/>
            <a:rect l="l" t="t" r="r" b="b"/>
            <a:pathLst>
              <a:path w="169545" h="76200">
                <a:moveTo>
                  <a:pt x="151236" y="0"/>
                </a:moveTo>
                <a:lnTo>
                  <a:pt x="15846" y="33809"/>
                </a:lnTo>
                <a:lnTo>
                  <a:pt x="0" y="51600"/>
                </a:lnTo>
                <a:lnTo>
                  <a:pt x="484" y="60129"/>
                </a:lnTo>
                <a:lnTo>
                  <a:pt x="4253" y="67789"/>
                </a:lnTo>
                <a:lnTo>
                  <a:pt x="10470" y="73239"/>
                </a:lnTo>
                <a:lnTo>
                  <a:pt x="18273" y="75976"/>
                </a:lnTo>
                <a:lnTo>
                  <a:pt x="26797" y="75493"/>
                </a:lnTo>
                <a:lnTo>
                  <a:pt x="153663" y="42165"/>
                </a:lnTo>
                <a:lnTo>
                  <a:pt x="161324" y="38393"/>
                </a:lnTo>
                <a:lnTo>
                  <a:pt x="166775" y="32175"/>
                </a:lnTo>
                <a:lnTo>
                  <a:pt x="169511" y="24372"/>
                </a:lnTo>
                <a:lnTo>
                  <a:pt x="169029" y="15841"/>
                </a:lnTo>
                <a:lnTo>
                  <a:pt x="165258" y="8184"/>
                </a:lnTo>
                <a:lnTo>
                  <a:pt x="159039" y="2735"/>
                </a:lnTo>
                <a:lnTo>
                  <a:pt x="15123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552305" y="4473458"/>
            <a:ext cx="128270" cy="231140"/>
          </a:xfrm>
          <a:custGeom>
            <a:avLst/>
            <a:gdLst/>
            <a:ahLst/>
            <a:cxnLst/>
            <a:rect l="l" t="t" r="r" b="b"/>
            <a:pathLst>
              <a:path w="128270" h="231139">
                <a:moveTo>
                  <a:pt x="0" y="0"/>
                </a:moveTo>
                <a:lnTo>
                  <a:pt x="1536" y="30516"/>
                </a:lnTo>
                <a:lnTo>
                  <a:pt x="14777" y="100599"/>
                </a:lnTo>
                <a:lnTo>
                  <a:pt x="52667" y="178051"/>
                </a:lnTo>
                <a:lnTo>
                  <a:pt x="128153" y="230672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422207" y="4473458"/>
            <a:ext cx="130175" cy="232410"/>
          </a:xfrm>
          <a:custGeom>
            <a:avLst/>
            <a:gdLst/>
            <a:ahLst/>
            <a:cxnLst/>
            <a:rect l="l" t="t" r="r" b="b"/>
            <a:pathLst>
              <a:path w="130175" h="232410">
                <a:moveTo>
                  <a:pt x="129870" y="0"/>
                </a:moveTo>
                <a:lnTo>
                  <a:pt x="128065" y="30717"/>
                </a:lnTo>
                <a:lnTo>
                  <a:pt x="114236" y="101244"/>
                </a:lnTo>
                <a:lnTo>
                  <a:pt x="75755" y="179138"/>
                </a:lnTo>
                <a:lnTo>
                  <a:pt x="0" y="231961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674823" y="3339592"/>
            <a:ext cx="169545" cy="76200"/>
          </a:xfrm>
          <a:custGeom>
            <a:avLst/>
            <a:gdLst/>
            <a:ahLst/>
            <a:cxnLst/>
            <a:rect l="l" t="t" r="r" b="b"/>
            <a:pathLst>
              <a:path w="169545" h="76200">
                <a:moveTo>
                  <a:pt x="151238" y="0"/>
                </a:moveTo>
                <a:lnTo>
                  <a:pt x="15846" y="33809"/>
                </a:lnTo>
                <a:lnTo>
                  <a:pt x="0" y="51601"/>
                </a:lnTo>
                <a:lnTo>
                  <a:pt x="481" y="60132"/>
                </a:lnTo>
                <a:lnTo>
                  <a:pt x="4253" y="67791"/>
                </a:lnTo>
                <a:lnTo>
                  <a:pt x="10471" y="73240"/>
                </a:lnTo>
                <a:lnTo>
                  <a:pt x="18274" y="75976"/>
                </a:lnTo>
                <a:lnTo>
                  <a:pt x="26797" y="75493"/>
                </a:lnTo>
                <a:lnTo>
                  <a:pt x="153665" y="42164"/>
                </a:lnTo>
                <a:lnTo>
                  <a:pt x="161325" y="38395"/>
                </a:lnTo>
                <a:lnTo>
                  <a:pt x="166775" y="32177"/>
                </a:lnTo>
                <a:lnTo>
                  <a:pt x="169511" y="24375"/>
                </a:lnTo>
                <a:lnTo>
                  <a:pt x="169027" y="15845"/>
                </a:lnTo>
                <a:lnTo>
                  <a:pt x="165258" y="8185"/>
                </a:lnTo>
                <a:lnTo>
                  <a:pt x="159040" y="2736"/>
                </a:lnTo>
                <a:lnTo>
                  <a:pt x="15123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257657" y="3337875"/>
            <a:ext cx="169545" cy="76200"/>
          </a:xfrm>
          <a:custGeom>
            <a:avLst/>
            <a:gdLst/>
            <a:ahLst/>
            <a:cxnLst/>
            <a:rect l="l" t="t" r="r" b="b"/>
            <a:pathLst>
              <a:path w="169545" h="76200">
                <a:moveTo>
                  <a:pt x="18273" y="0"/>
                </a:moveTo>
                <a:lnTo>
                  <a:pt x="10470" y="2736"/>
                </a:lnTo>
                <a:lnTo>
                  <a:pt x="4253" y="8185"/>
                </a:lnTo>
                <a:lnTo>
                  <a:pt x="484" y="15845"/>
                </a:lnTo>
                <a:lnTo>
                  <a:pt x="0" y="24376"/>
                </a:lnTo>
                <a:lnTo>
                  <a:pt x="2736" y="32178"/>
                </a:lnTo>
                <a:lnTo>
                  <a:pt x="8186" y="38395"/>
                </a:lnTo>
                <a:lnTo>
                  <a:pt x="15846" y="42164"/>
                </a:lnTo>
                <a:lnTo>
                  <a:pt x="142712" y="75493"/>
                </a:lnTo>
                <a:lnTo>
                  <a:pt x="151236" y="75976"/>
                </a:lnTo>
                <a:lnTo>
                  <a:pt x="159039" y="73240"/>
                </a:lnTo>
                <a:lnTo>
                  <a:pt x="165258" y="67791"/>
                </a:lnTo>
                <a:lnTo>
                  <a:pt x="169029" y="60132"/>
                </a:lnTo>
                <a:lnTo>
                  <a:pt x="169511" y="51601"/>
                </a:lnTo>
                <a:lnTo>
                  <a:pt x="166775" y="43799"/>
                </a:lnTo>
                <a:lnTo>
                  <a:pt x="161324" y="37582"/>
                </a:lnTo>
                <a:lnTo>
                  <a:pt x="153663" y="33813"/>
                </a:lnTo>
                <a:lnTo>
                  <a:pt x="26797" y="480"/>
                </a:lnTo>
                <a:lnTo>
                  <a:pt x="1827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552305" y="3399721"/>
            <a:ext cx="123189" cy="220345"/>
          </a:xfrm>
          <a:custGeom>
            <a:avLst/>
            <a:gdLst/>
            <a:ahLst/>
            <a:cxnLst/>
            <a:rect l="l" t="t" r="r" b="b"/>
            <a:pathLst>
              <a:path w="123190" h="220345">
                <a:moveTo>
                  <a:pt x="0" y="220122"/>
                </a:moveTo>
                <a:lnTo>
                  <a:pt x="731" y="191254"/>
                </a:lnTo>
                <a:lnTo>
                  <a:pt x="12201" y="124797"/>
                </a:lnTo>
                <a:lnTo>
                  <a:pt x="48322" y="50972"/>
                </a:lnTo>
                <a:lnTo>
                  <a:pt x="123004" y="0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9421534" y="3397147"/>
            <a:ext cx="130810" cy="222885"/>
          </a:xfrm>
          <a:custGeom>
            <a:avLst/>
            <a:gdLst/>
            <a:ahLst/>
            <a:cxnLst/>
            <a:rect l="l" t="t" r="r" b="b"/>
            <a:pathLst>
              <a:path w="130809" h="222885">
                <a:moveTo>
                  <a:pt x="130543" y="222697"/>
                </a:moveTo>
                <a:lnTo>
                  <a:pt x="128633" y="193427"/>
                </a:lnTo>
                <a:lnTo>
                  <a:pt x="114571" y="126086"/>
                </a:lnTo>
                <a:lnTo>
                  <a:pt x="75859" y="51376"/>
                </a:lnTo>
                <a:lnTo>
                  <a:pt x="0" y="0"/>
                </a:lnTo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9502422" y="3920435"/>
            <a:ext cx="101083" cy="942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 txBox="1"/>
          <p:nvPr/>
        </p:nvSpPr>
        <p:spPr>
          <a:xfrm>
            <a:off x="2597152" y="7866965"/>
            <a:ext cx="45339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2113255" y="7865489"/>
            <a:ext cx="44069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98224" y="5729544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7470" y="6132931"/>
            <a:ext cx="2619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EFEFE"/>
                </a:solidFill>
                <a:latin typeface="Malgun Gothic" panose="020B0503020000020004" charset="-127"/>
                <a:cs typeface="Malgun Gothic" panose="020B0503020000020004" charset="-127"/>
              </a:rPr>
              <a:t>2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对电极⽚分别贴于腹中线两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2cm，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7438" y="6358478"/>
            <a:ext cx="1899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r>
              <a:rPr sz="1200" spc="4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r>
              <a:rPr sz="1200" spc="3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2cm</a:t>
            </a:r>
            <a:r>
              <a:rPr sz="1200" spc="4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各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14552" y="57165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42312" y="5729544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58641" y="571435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81558" y="6133388"/>
            <a:ext cx="239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两个电极⽚分别位于髂前上棘上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1534" y="6358935"/>
            <a:ext cx="1115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0" spc="-17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spc="-17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b="0" spc="-4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2cm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116" y="5764719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使腹部肌⾁兴奋性提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腹部肌⾁被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3089" y="5992149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对肌群强化训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唤醒因受损⽽功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064" y="6219583"/>
            <a:ext cx="2722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暂停的肌⾁的本体感受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使分离的肌群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032" y="6447014"/>
            <a:ext cx="2286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达到锻炼腹部肌⾁的⽬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984" y="6614658"/>
            <a:ext cx="266065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牵拉肌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刺激⽣成新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胶原蛋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缓解背部肌⾁紧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6960" y="516346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1770" y="5177890"/>
            <a:ext cx="2585720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3970">
              <a:lnSpc>
                <a:spcPct val="100000"/>
              </a:lnSpc>
              <a:spcBef>
                <a:spcPts val="139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通过腹部电极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给予不同强度的电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6960" y="38312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9619" y="2731237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38875" y="2745590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9872" y="3845707"/>
            <a:ext cx="2593975" cy="107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阴道分</a:t>
            </a:r>
            <a:r>
              <a:rPr sz="1100" b="1" spc="-7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娩</a:t>
            </a:r>
            <a:r>
              <a:rPr sz="1100" b="1" spc="-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1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b="1" spc="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后；剖宫产伤⼝恢复</a:t>
            </a:r>
            <a:r>
              <a:rPr sz="1100" b="1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184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2188" y="349818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02891" y="4236890"/>
            <a:ext cx="897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04505" y="6202577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对肌群强化训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唤醒因受损⽽功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04477" y="6430011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暂停的肌⾁的本体感受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使分离的肌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04405" y="6597647"/>
            <a:ext cx="2660650" cy="7080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恢复正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常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达到锻炼腹部肌⾁的⽬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36000"/>
              </a:lnSpc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加强⾎液循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牵拉肌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刺激⽣成新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胶原蛋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缓解背部肌⾁紧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731700" y="537388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803943" y="5383569"/>
            <a:ext cx="2653665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36000"/>
              </a:lnSpc>
              <a:spcBef>
                <a:spcPts val="955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通过腹部电极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给予不同强度的电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 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使腹部肌⾁兴奋性提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腹部肌⾁被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731700" y="387888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731700" y="2521541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5"/>
                </a:lnTo>
                <a:lnTo>
                  <a:pt x="885072" y="234218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8"/>
                </a:lnTo>
                <a:lnTo>
                  <a:pt x="35811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798000" y="2535894"/>
            <a:ext cx="82169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802888" y="3888568"/>
            <a:ext cx="2588895" cy="118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53035" indent="-140335">
              <a:lnSpc>
                <a:spcPct val="100000"/>
              </a:lnSpc>
              <a:buSzPct val="91000"/>
              <a:buChar char="•"/>
              <a:tabLst>
                <a:tab pos="153035" algn="l"/>
              </a:tabLst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30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9050">
              <a:lnSpc>
                <a:spcPct val="100000"/>
              </a:lnSpc>
              <a:spcBef>
                <a:spcPts val="26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809732" y="342754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706809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82188" y="1392714"/>
            <a:ext cx="43078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腹横肌训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33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0079253" y="1401977"/>
            <a:ext cx="43243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腹斜肌训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34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165144" y="3187717"/>
            <a:ext cx="308610" cy="2184400"/>
          </a:xfrm>
          <a:custGeom>
            <a:avLst/>
            <a:gdLst/>
            <a:ahLst/>
            <a:cxnLst/>
            <a:rect l="l" t="t" r="r" b="b"/>
            <a:pathLst>
              <a:path w="308610" h="2184400">
                <a:moveTo>
                  <a:pt x="308074" y="0"/>
                </a:moveTo>
                <a:lnTo>
                  <a:pt x="226020" y="171879"/>
                </a:lnTo>
                <a:lnTo>
                  <a:pt x="75505" y="640335"/>
                </a:lnTo>
                <a:lnTo>
                  <a:pt x="0" y="1334592"/>
                </a:lnTo>
                <a:lnTo>
                  <a:pt x="142974" y="218387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669205" y="3187717"/>
            <a:ext cx="308610" cy="2184400"/>
          </a:xfrm>
          <a:custGeom>
            <a:avLst/>
            <a:gdLst/>
            <a:ahLst/>
            <a:cxnLst/>
            <a:rect l="l" t="t" r="r" b="b"/>
            <a:pathLst>
              <a:path w="308609" h="2184400">
                <a:moveTo>
                  <a:pt x="0" y="0"/>
                </a:moveTo>
                <a:lnTo>
                  <a:pt x="82053" y="171879"/>
                </a:lnTo>
                <a:lnTo>
                  <a:pt x="232568" y="640335"/>
                </a:lnTo>
                <a:lnTo>
                  <a:pt x="308073" y="1334592"/>
                </a:lnTo>
                <a:lnTo>
                  <a:pt x="165098" y="218387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604979" y="4253346"/>
            <a:ext cx="771525" cy="412750"/>
          </a:xfrm>
          <a:custGeom>
            <a:avLst/>
            <a:gdLst/>
            <a:ahLst/>
            <a:cxnLst/>
            <a:rect l="l" t="t" r="r" b="b"/>
            <a:pathLst>
              <a:path w="771525" h="412750">
                <a:moveTo>
                  <a:pt x="0" y="0"/>
                </a:moveTo>
                <a:lnTo>
                  <a:pt x="69206" y="57795"/>
                </a:lnTo>
                <a:lnTo>
                  <a:pt x="248844" y="188516"/>
                </a:lnTo>
                <a:lnTo>
                  <a:pt x="496942" y="328166"/>
                </a:lnTo>
                <a:lnTo>
                  <a:pt x="771530" y="4127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791831" y="4253346"/>
            <a:ext cx="771525" cy="412750"/>
          </a:xfrm>
          <a:custGeom>
            <a:avLst/>
            <a:gdLst/>
            <a:ahLst/>
            <a:cxnLst/>
            <a:rect l="l" t="t" r="r" b="b"/>
            <a:pathLst>
              <a:path w="771525" h="412750">
                <a:moveTo>
                  <a:pt x="771530" y="0"/>
                </a:moveTo>
                <a:lnTo>
                  <a:pt x="702323" y="57795"/>
                </a:lnTo>
                <a:lnTo>
                  <a:pt x="522685" y="188516"/>
                </a:lnTo>
                <a:lnTo>
                  <a:pt x="274587" y="328166"/>
                </a:lnTo>
                <a:lnTo>
                  <a:pt x="0" y="4127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697064" y="3551659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7" y="0"/>
                </a:lnTo>
                <a:lnTo>
                  <a:pt x="269877" y="269877"/>
                </a:lnTo>
                <a:lnTo>
                  <a:pt x="0" y="269877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273456" y="3551659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7" y="0"/>
                </a:lnTo>
                <a:lnTo>
                  <a:pt x="269877" y="269877"/>
                </a:lnTo>
                <a:lnTo>
                  <a:pt x="0" y="269877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040832" y="3918374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7" y="0"/>
                </a:lnTo>
                <a:lnTo>
                  <a:pt x="269877" y="269877"/>
                </a:lnTo>
                <a:lnTo>
                  <a:pt x="0" y="269877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930426" y="3918374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7" y="0"/>
                </a:lnTo>
                <a:lnTo>
                  <a:pt x="269877" y="269877"/>
                </a:lnTo>
                <a:lnTo>
                  <a:pt x="0" y="269877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465419" y="4532739"/>
            <a:ext cx="79372" cy="225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692431" y="4532739"/>
            <a:ext cx="79372" cy="2254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966942" y="3686597"/>
            <a:ext cx="538480" cy="846455"/>
          </a:xfrm>
          <a:custGeom>
            <a:avLst/>
            <a:gdLst/>
            <a:ahLst/>
            <a:cxnLst/>
            <a:rect l="l" t="t" r="r" b="b"/>
            <a:pathLst>
              <a:path w="538479" h="846454">
                <a:moveTo>
                  <a:pt x="0" y="0"/>
                </a:moveTo>
                <a:lnTo>
                  <a:pt x="84757" y="40232"/>
                </a:lnTo>
                <a:lnTo>
                  <a:pt x="270866" y="177798"/>
                </a:lnTo>
                <a:lnTo>
                  <a:pt x="456083" y="438000"/>
                </a:lnTo>
                <a:lnTo>
                  <a:pt x="538163" y="8461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200304" y="4053313"/>
            <a:ext cx="223520" cy="71755"/>
          </a:xfrm>
          <a:custGeom>
            <a:avLst/>
            <a:gdLst/>
            <a:ahLst/>
            <a:cxnLst/>
            <a:rect l="l" t="t" r="r" b="b"/>
            <a:pathLst>
              <a:path w="223520" h="71754">
                <a:moveTo>
                  <a:pt x="0" y="0"/>
                </a:moveTo>
                <a:lnTo>
                  <a:pt x="30780" y="1143"/>
                </a:lnTo>
                <a:lnTo>
                  <a:pt x="100658" y="9026"/>
                </a:lnTo>
                <a:lnTo>
                  <a:pt x="175938" y="30328"/>
                </a:lnTo>
                <a:lnTo>
                  <a:pt x="222923" y="7172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735293" y="3686597"/>
            <a:ext cx="538480" cy="846455"/>
          </a:xfrm>
          <a:custGeom>
            <a:avLst/>
            <a:gdLst/>
            <a:ahLst/>
            <a:cxnLst/>
            <a:rect l="l" t="t" r="r" b="b"/>
            <a:pathLst>
              <a:path w="538479" h="846454">
                <a:moveTo>
                  <a:pt x="538163" y="0"/>
                </a:moveTo>
                <a:lnTo>
                  <a:pt x="453406" y="40232"/>
                </a:lnTo>
                <a:lnTo>
                  <a:pt x="267296" y="177798"/>
                </a:lnTo>
                <a:lnTo>
                  <a:pt x="82079" y="438000"/>
                </a:lnTo>
                <a:lnTo>
                  <a:pt x="0" y="84614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17171" y="4053313"/>
            <a:ext cx="223520" cy="71755"/>
          </a:xfrm>
          <a:custGeom>
            <a:avLst/>
            <a:gdLst/>
            <a:ahLst/>
            <a:cxnLst/>
            <a:rect l="l" t="t" r="r" b="b"/>
            <a:pathLst>
              <a:path w="223520" h="71754">
                <a:moveTo>
                  <a:pt x="222923" y="0"/>
                </a:moveTo>
                <a:lnTo>
                  <a:pt x="192142" y="1143"/>
                </a:lnTo>
                <a:lnTo>
                  <a:pt x="122264" y="9026"/>
                </a:lnTo>
                <a:lnTo>
                  <a:pt x="46984" y="30328"/>
                </a:lnTo>
                <a:lnTo>
                  <a:pt x="0" y="7172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528764" y="3332772"/>
            <a:ext cx="94432" cy="880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335827" y="3190579"/>
            <a:ext cx="256540" cy="2129790"/>
          </a:xfrm>
          <a:custGeom>
            <a:avLst/>
            <a:gdLst/>
            <a:ahLst/>
            <a:cxnLst/>
            <a:rect l="l" t="t" r="r" b="b"/>
            <a:pathLst>
              <a:path w="256540" h="2129790">
                <a:moveTo>
                  <a:pt x="243091" y="0"/>
                </a:moveTo>
                <a:lnTo>
                  <a:pt x="250345" y="42803"/>
                </a:lnTo>
                <a:lnTo>
                  <a:pt x="254615" y="86750"/>
                </a:lnTo>
                <a:lnTo>
                  <a:pt x="256096" y="131743"/>
                </a:lnTo>
                <a:lnTo>
                  <a:pt x="254983" y="177690"/>
                </a:lnTo>
                <a:lnTo>
                  <a:pt x="251473" y="224494"/>
                </a:lnTo>
                <a:lnTo>
                  <a:pt x="245760" y="272062"/>
                </a:lnTo>
                <a:lnTo>
                  <a:pt x="238042" y="320299"/>
                </a:lnTo>
                <a:lnTo>
                  <a:pt x="228512" y="369110"/>
                </a:lnTo>
                <a:lnTo>
                  <a:pt x="217367" y="418401"/>
                </a:lnTo>
                <a:lnTo>
                  <a:pt x="204802" y="468077"/>
                </a:lnTo>
                <a:lnTo>
                  <a:pt x="191013" y="518043"/>
                </a:lnTo>
                <a:lnTo>
                  <a:pt x="176196" y="568204"/>
                </a:lnTo>
                <a:lnTo>
                  <a:pt x="160546" y="618466"/>
                </a:lnTo>
                <a:lnTo>
                  <a:pt x="144258" y="668735"/>
                </a:lnTo>
                <a:lnTo>
                  <a:pt x="127529" y="718916"/>
                </a:lnTo>
                <a:lnTo>
                  <a:pt x="110554" y="768913"/>
                </a:lnTo>
                <a:lnTo>
                  <a:pt x="93528" y="818633"/>
                </a:lnTo>
                <a:lnTo>
                  <a:pt x="76647" y="867980"/>
                </a:lnTo>
                <a:lnTo>
                  <a:pt x="60108" y="916861"/>
                </a:lnTo>
                <a:lnTo>
                  <a:pt x="44104" y="965180"/>
                </a:lnTo>
                <a:lnTo>
                  <a:pt x="28833" y="1012842"/>
                </a:lnTo>
                <a:lnTo>
                  <a:pt x="17008" y="1058190"/>
                </a:lnTo>
                <a:lnTo>
                  <a:pt x="8466" y="1107506"/>
                </a:lnTo>
                <a:lnTo>
                  <a:pt x="2952" y="1160263"/>
                </a:lnTo>
                <a:lnTo>
                  <a:pt x="214" y="1215937"/>
                </a:lnTo>
                <a:lnTo>
                  <a:pt x="0" y="1274002"/>
                </a:lnTo>
                <a:lnTo>
                  <a:pt x="2055" y="1333934"/>
                </a:lnTo>
                <a:lnTo>
                  <a:pt x="6127" y="1395208"/>
                </a:lnTo>
                <a:lnTo>
                  <a:pt x="11964" y="1457298"/>
                </a:lnTo>
                <a:lnTo>
                  <a:pt x="19312" y="1519680"/>
                </a:lnTo>
                <a:lnTo>
                  <a:pt x="27918" y="1581828"/>
                </a:lnTo>
                <a:lnTo>
                  <a:pt x="37529" y="1643217"/>
                </a:lnTo>
                <a:lnTo>
                  <a:pt x="47893" y="1703322"/>
                </a:lnTo>
                <a:lnTo>
                  <a:pt x="58757" y="1761618"/>
                </a:lnTo>
                <a:lnTo>
                  <a:pt x="69866" y="1817580"/>
                </a:lnTo>
                <a:lnTo>
                  <a:pt x="80970" y="1870683"/>
                </a:lnTo>
                <a:lnTo>
                  <a:pt x="91813" y="1920402"/>
                </a:lnTo>
                <a:lnTo>
                  <a:pt x="102145" y="1966211"/>
                </a:lnTo>
                <a:lnTo>
                  <a:pt x="111711" y="2007586"/>
                </a:lnTo>
                <a:lnTo>
                  <a:pt x="127536" y="2074932"/>
                </a:lnTo>
                <a:lnTo>
                  <a:pt x="133289" y="2099853"/>
                </a:lnTo>
                <a:lnTo>
                  <a:pt x="137264" y="2118240"/>
                </a:lnTo>
                <a:lnTo>
                  <a:pt x="139210" y="212956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0560267" y="3190579"/>
            <a:ext cx="256540" cy="2129790"/>
          </a:xfrm>
          <a:custGeom>
            <a:avLst/>
            <a:gdLst/>
            <a:ahLst/>
            <a:cxnLst/>
            <a:rect l="l" t="t" r="r" b="b"/>
            <a:pathLst>
              <a:path w="256540" h="2129790">
                <a:moveTo>
                  <a:pt x="13004" y="0"/>
                </a:moveTo>
                <a:lnTo>
                  <a:pt x="5750" y="42803"/>
                </a:lnTo>
                <a:lnTo>
                  <a:pt x="1480" y="86750"/>
                </a:lnTo>
                <a:lnTo>
                  <a:pt x="0" y="131743"/>
                </a:lnTo>
                <a:lnTo>
                  <a:pt x="1112" y="177690"/>
                </a:lnTo>
                <a:lnTo>
                  <a:pt x="4622" y="224494"/>
                </a:lnTo>
                <a:lnTo>
                  <a:pt x="10335" y="272062"/>
                </a:lnTo>
                <a:lnTo>
                  <a:pt x="18054" y="320299"/>
                </a:lnTo>
                <a:lnTo>
                  <a:pt x="27584" y="369110"/>
                </a:lnTo>
                <a:lnTo>
                  <a:pt x="38729" y="418401"/>
                </a:lnTo>
                <a:lnTo>
                  <a:pt x="51294" y="468077"/>
                </a:lnTo>
                <a:lnTo>
                  <a:pt x="65083" y="518043"/>
                </a:lnTo>
                <a:lnTo>
                  <a:pt x="79901" y="568204"/>
                </a:lnTo>
                <a:lnTo>
                  <a:pt x="95551" y="618466"/>
                </a:lnTo>
                <a:lnTo>
                  <a:pt x="111838" y="668735"/>
                </a:lnTo>
                <a:lnTo>
                  <a:pt x="128568" y="718916"/>
                </a:lnTo>
                <a:lnTo>
                  <a:pt x="145543" y="768913"/>
                </a:lnTo>
                <a:lnTo>
                  <a:pt x="162568" y="818633"/>
                </a:lnTo>
                <a:lnTo>
                  <a:pt x="179449" y="867980"/>
                </a:lnTo>
                <a:lnTo>
                  <a:pt x="195988" y="916861"/>
                </a:lnTo>
                <a:lnTo>
                  <a:pt x="211991" y="965180"/>
                </a:lnTo>
                <a:lnTo>
                  <a:pt x="227262" y="1012842"/>
                </a:lnTo>
                <a:lnTo>
                  <a:pt x="239087" y="1058190"/>
                </a:lnTo>
                <a:lnTo>
                  <a:pt x="247629" y="1107506"/>
                </a:lnTo>
                <a:lnTo>
                  <a:pt x="253143" y="1160263"/>
                </a:lnTo>
                <a:lnTo>
                  <a:pt x="255881" y="1215937"/>
                </a:lnTo>
                <a:lnTo>
                  <a:pt x="256096" y="1274002"/>
                </a:lnTo>
                <a:lnTo>
                  <a:pt x="254041" y="1333934"/>
                </a:lnTo>
                <a:lnTo>
                  <a:pt x="249968" y="1395208"/>
                </a:lnTo>
                <a:lnTo>
                  <a:pt x="244132" y="1457298"/>
                </a:lnTo>
                <a:lnTo>
                  <a:pt x="236784" y="1519680"/>
                </a:lnTo>
                <a:lnTo>
                  <a:pt x="228178" y="1581828"/>
                </a:lnTo>
                <a:lnTo>
                  <a:pt x="218567" y="1643217"/>
                </a:lnTo>
                <a:lnTo>
                  <a:pt x="208203" y="1703322"/>
                </a:lnTo>
                <a:lnTo>
                  <a:pt x="197340" y="1761618"/>
                </a:lnTo>
                <a:lnTo>
                  <a:pt x="186230" y="1817580"/>
                </a:lnTo>
                <a:lnTo>
                  <a:pt x="175127" y="1870683"/>
                </a:lnTo>
                <a:lnTo>
                  <a:pt x="164283" y="1920402"/>
                </a:lnTo>
                <a:lnTo>
                  <a:pt x="153952" y="1966211"/>
                </a:lnTo>
                <a:lnTo>
                  <a:pt x="144386" y="2007586"/>
                </a:lnTo>
                <a:lnTo>
                  <a:pt x="128561" y="2074932"/>
                </a:lnTo>
                <a:lnTo>
                  <a:pt x="122808" y="2099853"/>
                </a:lnTo>
                <a:lnTo>
                  <a:pt x="118832" y="2118240"/>
                </a:lnTo>
                <a:lnTo>
                  <a:pt x="116886" y="212956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558535" y="3705069"/>
            <a:ext cx="96268" cy="897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413204" y="4935481"/>
            <a:ext cx="336550" cy="380365"/>
          </a:xfrm>
          <a:custGeom>
            <a:avLst/>
            <a:gdLst/>
            <a:ahLst/>
            <a:cxnLst/>
            <a:rect l="l" t="t" r="r" b="b"/>
            <a:pathLst>
              <a:path w="336550" h="380364">
                <a:moveTo>
                  <a:pt x="0" y="378190"/>
                </a:moveTo>
                <a:lnTo>
                  <a:pt x="10955" y="319326"/>
                </a:lnTo>
                <a:lnTo>
                  <a:pt x="43824" y="189704"/>
                </a:lnTo>
                <a:lnTo>
                  <a:pt x="98604" y="59777"/>
                </a:lnTo>
                <a:lnTo>
                  <a:pt x="175298" y="0"/>
                </a:lnTo>
                <a:lnTo>
                  <a:pt x="208239" y="9407"/>
                </a:lnTo>
                <a:lnTo>
                  <a:pt x="237042" y="35916"/>
                </a:lnTo>
                <a:lnTo>
                  <a:pt x="261852" y="75494"/>
                </a:lnTo>
                <a:lnTo>
                  <a:pt x="282815" y="124109"/>
                </a:lnTo>
                <a:lnTo>
                  <a:pt x="300077" y="177731"/>
                </a:lnTo>
                <a:lnTo>
                  <a:pt x="313784" y="232326"/>
                </a:lnTo>
                <a:lnTo>
                  <a:pt x="324083" y="283863"/>
                </a:lnTo>
                <a:lnTo>
                  <a:pt x="331120" y="328311"/>
                </a:lnTo>
                <a:lnTo>
                  <a:pt x="335040" y="361638"/>
                </a:lnTo>
                <a:lnTo>
                  <a:pt x="335991" y="3798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661686" y="4388472"/>
            <a:ext cx="678815" cy="380365"/>
          </a:xfrm>
          <a:custGeom>
            <a:avLst/>
            <a:gdLst/>
            <a:ahLst/>
            <a:cxnLst/>
            <a:rect l="l" t="t" r="r" b="b"/>
            <a:pathLst>
              <a:path w="678815" h="380364">
                <a:moveTo>
                  <a:pt x="0" y="0"/>
                </a:moveTo>
                <a:lnTo>
                  <a:pt x="40822" y="52762"/>
                </a:lnTo>
                <a:lnTo>
                  <a:pt x="99168" y="106008"/>
                </a:lnTo>
                <a:lnTo>
                  <a:pt x="136211" y="135869"/>
                </a:lnTo>
                <a:lnTo>
                  <a:pt x="177848" y="166919"/>
                </a:lnTo>
                <a:lnTo>
                  <a:pt x="223589" y="198430"/>
                </a:lnTo>
                <a:lnTo>
                  <a:pt x="272944" y="229675"/>
                </a:lnTo>
                <a:lnTo>
                  <a:pt x="325423" y="259926"/>
                </a:lnTo>
                <a:lnTo>
                  <a:pt x="380536" y="288455"/>
                </a:lnTo>
                <a:lnTo>
                  <a:pt x="437794" y="314536"/>
                </a:lnTo>
                <a:lnTo>
                  <a:pt x="496707" y="337440"/>
                </a:lnTo>
                <a:lnTo>
                  <a:pt x="556785" y="356440"/>
                </a:lnTo>
                <a:lnTo>
                  <a:pt x="617538" y="370808"/>
                </a:lnTo>
                <a:lnTo>
                  <a:pt x="678477" y="37981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9766227" y="4388472"/>
            <a:ext cx="678815" cy="380365"/>
          </a:xfrm>
          <a:custGeom>
            <a:avLst/>
            <a:gdLst/>
            <a:ahLst/>
            <a:cxnLst/>
            <a:rect l="l" t="t" r="r" b="b"/>
            <a:pathLst>
              <a:path w="678815" h="380364">
                <a:moveTo>
                  <a:pt x="678477" y="0"/>
                </a:moveTo>
                <a:lnTo>
                  <a:pt x="637654" y="52762"/>
                </a:lnTo>
                <a:lnTo>
                  <a:pt x="579308" y="106008"/>
                </a:lnTo>
                <a:lnTo>
                  <a:pt x="542265" y="135869"/>
                </a:lnTo>
                <a:lnTo>
                  <a:pt x="500628" y="166919"/>
                </a:lnTo>
                <a:lnTo>
                  <a:pt x="454887" y="198430"/>
                </a:lnTo>
                <a:lnTo>
                  <a:pt x="405533" y="229675"/>
                </a:lnTo>
                <a:lnTo>
                  <a:pt x="353054" y="259926"/>
                </a:lnTo>
                <a:lnTo>
                  <a:pt x="297940" y="288455"/>
                </a:lnTo>
                <a:lnTo>
                  <a:pt x="240682" y="314536"/>
                </a:lnTo>
                <a:lnTo>
                  <a:pt x="181769" y="337440"/>
                </a:lnTo>
                <a:lnTo>
                  <a:pt x="121691" y="356440"/>
                </a:lnTo>
                <a:lnTo>
                  <a:pt x="60938" y="370808"/>
                </a:lnTo>
                <a:lnTo>
                  <a:pt x="0" y="37981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645108" y="3253562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528" y="0"/>
                </a:moveTo>
                <a:lnTo>
                  <a:pt x="0" y="179528"/>
                </a:lnTo>
                <a:lnTo>
                  <a:pt x="179528" y="359055"/>
                </a:lnTo>
                <a:lnTo>
                  <a:pt x="359056" y="179528"/>
                </a:lnTo>
                <a:lnTo>
                  <a:pt x="17952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950259" y="359118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528" y="0"/>
                </a:moveTo>
                <a:lnTo>
                  <a:pt x="0" y="179528"/>
                </a:lnTo>
                <a:lnTo>
                  <a:pt x="179528" y="359056"/>
                </a:lnTo>
                <a:lnTo>
                  <a:pt x="359056" y="179528"/>
                </a:lnTo>
                <a:lnTo>
                  <a:pt x="17952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146858" y="3253562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528" y="0"/>
                </a:moveTo>
                <a:lnTo>
                  <a:pt x="0" y="179528"/>
                </a:lnTo>
                <a:lnTo>
                  <a:pt x="179528" y="359055"/>
                </a:lnTo>
                <a:lnTo>
                  <a:pt x="359056" y="179528"/>
                </a:lnTo>
                <a:lnTo>
                  <a:pt x="17952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0146858" y="3253562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528" y="0"/>
                </a:moveTo>
                <a:lnTo>
                  <a:pt x="0" y="179528"/>
                </a:lnTo>
                <a:lnTo>
                  <a:pt x="179528" y="359055"/>
                </a:lnTo>
                <a:lnTo>
                  <a:pt x="359056" y="179528"/>
                </a:lnTo>
                <a:lnTo>
                  <a:pt x="179528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9841708" y="359118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528" y="0"/>
                </a:moveTo>
                <a:lnTo>
                  <a:pt x="0" y="179528"/>
                </a:lnTo>
                <a:lnTo>
                  <a:pt x="179528" y="359056"/>
                </a:lnTo>
                <a:lnTo>
                  <a:pt x="359056" y="179528"/>
                </a:lnTo>
                <a:lnTo>
                  <a:pt x="17952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630917" y="3522855"/>
            <a:ext cx="363855" cy="724535"/>
          </a:xfrm>
          <a:custGeom>
            <a:avLst/>
            <a:gdLst/>
            <a:ahLst/>
            <a:cxnLst/>
            <a:rect l="l" t="t" r="r" b="b"/>
            <a:pathLst>
              <a:path w="363854" h="724535">
                <a:moveTo>
                  <a:pt x="103953" y="0"/>
                </a:moveTo>
                <a:lnTo>
                  <a:pt x="56859" y="43802"/>
                </a:lnTo>
                <a:lnTo>
                  <a:pt x="0" y="177175"/>
                </a:lnTo>
                <a:lnTo>
                  <a:pt x="60007" y="403067"/>
                </a:lnTo>
                <a:lnTo>
                  <a:pt x="363513" y="7244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8908426" y="3860470"/>
            <a:ext cx="132080" cy="387350"/>
          </a:xfrm>
          <a:custGeom>
            <a:avLst/>
            <a:gdLst/>
            <a:ahLst/>
            <a:cxnLst/>
            <a:rect l="l" t="t" r="r" b="b"/>
            <a:pathLst>
              <a:path w="132079" h="387350">
                <a:moveTo>
                  <a:pt x="131598" y="0"/>
                </a:moveTo>
                <a:lnTo>
                  <a:pt x="93431" y="26201"/>
                </a:lnTo>
                <a:lnTo>
                  <a:pt x="26020" y="102104"/>
                </a:lnTo>
                <a:lnTo>
                  <a:pt x="0" y="223658"/>
                </a:lnTo>
                <a:lnTo>
                  <a:pt x="86004" y="38681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0156597" y="3522855"/>
            <a:ext cx="363855" cy="724535"/>
          </a:xfrm>
          <a:custGeom>
            <a:avLst/>
            <a:gdLst/>
            <a:ahLst/>
            <a:cxnLst/>
            <a:rect l="l" t="t" r="r" b="b"/>
            <a:pathLst>
              <a:path w="363854" h="724535">
                <a:moveTo>
                  <a:pt x="259556" y="0"/>
                </a:moveTo>
                <a:lnTo>
                  <a:pt x="306650" y="43802"/>
                </a:lnTo>
                <a:lnTo>
                  <a:pt x="363511" y="177175"/>
                </a:lnTo>
                <a:lnTo>
                  <a:pt x="303505" y="403067"/>
                </a:lnTo>
                <a:lnTo>
                  <a:pt x="0" y="7244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0111003" y="3860470"/>
            <a:ext cx="132080" cy="387350"/>
          </a:xfrm>
          <a:custGeom>
            <a:avLst/>
            <a:gdLst/>
            <a:ahLst/>
            <a:cxnLst/>
            <a:rect l="l" t="t" r="r" b="b"/>
            <a:pathLst>
              <a:path w="132079" h="387350">
                <a:moveTo>
                  <a:pt x="0" y="0"/>
                </a:moveTo>
                <a:lnTo>
                  <a:pt x="38166" y="26201"/>
                </a:lnTo>
                <a:lnTo>
                  <a:pt x="105576" y="102104"/>
                </a:lnTo>
                <a:lnTo>
                  <a:pt x="131596" y="223658"/>
                </a:lnTo>
                <a:lnTo>
                  <a:pt x="45594" y="38681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956078" y="4210830"/>
            <a:ext cx="155147" cy="1646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0036814" y="4210830"/>
            <a:ext cx="155147" cy="1646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408146" y="4935481"/>
            <a:ext cx="336550" cy="380365"/>
          </a:xfrm>
          <a:custGeom>
            <a:avLst/>
            <a:gdLst/>
            <a:ahLst/>
            <a:cxnLst/>
            <a:rect l="l" t="t" r="r" b="b"/>
            <a:pathLst>
              <a:path w="336550" h="380364">
                <a:moveTo>
                  <a:pt x="0" y="378190"/>
                </a:moveTo>
                <a:lnTo>
                  <a:pt x="10955" y="319326"/>
                </a:lnTo>
                <a:lnTo>
                  <a:pt x="43824" y="189704"/>
                </a:lnTo>
                <a:lnTo>
                  <a:pt x="98605" y="59777"/>
                </a:lnTo>
                <a:lnTo>
                  <a:pt x="175299" y="0"/>
                </a:lnTo>
                <a:lnTo>
                  <a:pt x="208241" y="9407"/>
                </a:lnTo>
                <a:lnTo>
                  <a:pt x="237043" y="35916"/>
                </a:lnTo>
                <a:lnTo>
                  <a:pt x="261853" y="75494"/>
                </a:lnTo>
                <a:lnTo>
                  <a:pt x="282816" y="124109"/>
                </a:lnTo>
                <a:lnTo>
                  <a:pt x="300078" y="177731"/>
                </a:lnTo>
                <a:lnTo>
                  <a:pt x="313785" y="232326"/>
                </a:lnTo>
                <a:lnTo>
                  <a:pt x="324084" y="283863"/>
                </a:lnTo>
                <a:lnTo>
                  <a:pt x="331121" y="328311"/>
                </a:lnTo>
                <a:lnTo>
                  <a:pt x="335041" y="361638"/>
                </a:lnTo>
                <a:lnTo>
                  <a:pt x="335992" y="3798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 txBox="1"/>
          <p:nvPr/>
        </p:nvSpPr>
        <p:spPr>
          <a:xfrm>
            <a:off x="2597152" y="7866965"/>
            <a:ext cx="4559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113255" y="7865489"/>
            <a:ext cx="4578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8641" y="589608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46277" y="5911268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将贴⽚贴在有妊娠纹的部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890" y="4551422"/>
            <a:ext cx="2287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42</a:t>
            </a:r>
            <a:r>
              <a:rPr sz="1100" spc="-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剖宫产待伤⼞完全愈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合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871" y="4778852"/>
            <a:ext cx="2628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橄榄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油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苦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杏仁油按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856" y="5006286"/>
            <a:ext cx="1111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141" y="6554735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通过低频电刺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可兴奋神经肌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平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108" y="6782165"/>
            <a:ext cx="2583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滑肌收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加速⾎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促进⾎循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⾊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080" y="7009600"/>
            <a:ext cx="21405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素代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spc="-5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达到淡化妊娠纹的效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果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6960" y="618091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41770" y="619533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6960" y="418245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4056" y="4196952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8869" y="3080355"/>
            <a:ext cx="896619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9619" y="277006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59"/>
                </a:lnTo>
                <a:lnTo>
                  <a:pt x="923837" y="208025"/>
                </a:lnTo>
                <a:lnTo>
                  <a:pt x="885071" y="234218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8"/>
                </a:lnTo>
                <a:lnTo>
                  <a:pt x="35810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41161" y="278441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9848" y="5233716"/>
            <a:ext cx="259397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188" y="380421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923920" y="5911268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疤痕周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14552" y="589608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802891" y="4710451"/>
            <a:ext cx="26276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伤⼝完全愈合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02860" y="4958564"/>
            <a:ext cx="16821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04566" y="6456012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使⽤低频神经肌⾁治疗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将电极⽚贴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04542" y="6683446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疤痕周围组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织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通过电刺激促进局部炎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性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04518" y="6910876"/>
            <a:ext cx="2146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散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排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泄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细胞再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缓解疼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731700" y="608218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803943" y="609187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731700" y="435245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806229" y="436213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798000" y="3100873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731700" y="273190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803335" y="274625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809732" y="559956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09732" y="375552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706809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682188" y="1392714"/>
            <a:ext cx="43078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妊娠纹淡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化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35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0395484" y="1401977"/>
            <a:ext cx="4008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疤痕美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肤</a:t>
            </a:r>
            <a:r>
              <a:rPr sz="2500" b="1" spc="18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36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4176727" y="3364434"/>
            <a:ext cx="213360" cy="1995170"/>
          </a:xfrm>
          <a:custGeom>
            <a:avLst/>
            <a:gdLst/>
            <a:ahLst/>
            <a:cxnLst/>
            <a:rect l="l" t="t" r="r" b="b"/>
            <a:pathLst>
              <a:path w="213360" h="1995170">
                <a:moveTo>
                  <a:pt x="82702" y="0"/>
                </a:moveTo>
                <a:lnTo>
                  <a:pt x="47614" y="121459"/>
                </a:lnTo>
                <a:lnTo>
                  <a:pt x="0" y="490116"/>
                </a:lnTo>
                <a:lnTo>
                  <a:pt x="26329" y="1112385"/>
                </a:lnTo>
                <a:lnTo>
                  <a:pt x="213077" y="199468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120802" y="3364434"/>
            <a:ext cx="213360" cy="1995170"/>
          </a:xfrm>
          <a:custGeom>
            <a:avLst/>
            <a:gdLst/>
            <a:ahLst/>
            <a:cxnLst/>
            <a:rect l="l" t="t" r="r" b="b"/>
            <a:pathLst>
              <a:path w="213360" h="1995170">
                <a:moveTo>
                  <a:pt x="130369" y="0"/>
                </a:moveTo>
                <a:lnTo>
                  <a:pt x="165457" y="121459"/>
                </a:lnTo>
                <a:lnTo>
                  <a:pt x="213074" y="490116"/>
                </a:lnTo>
                <a:lnTo>
                  <a:pt x="186745" y="1112385"/>
                </a:lnTo>
                <a:lnTo>
                  <a:pt x="0" y="199468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327880" y="3846813"/>
            <a:ext cx="303530" cy="241300"/>
          </a:xfrm>
          <a:custGeom>
            <a:avLst/>
            <a:gdLst/>
            <a:ahLst/>
            <a:cxnLst/>
            <a:rect l="l" t="t" r="r" b="b"/>
            <a:pathLst>
              <a:path w="303529" h="241300">
                <a:moveTo>
                  <a:pt x="0" y="0"/>
                </a:moveTo>
                <a:lnTo>
                  <a:pt x="16194" y="33101"/>
                </a:lnTo>
                <a:lnTo>
                  <a:pt x="68444" y="108367"/>
                </a:lnTo>
                <a:lnTo>
                  <a:pt x="162250" y="189746"/>
                </a:lnTo>
                <a:lnTo>
                  <a:pt x="303112" y="2411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860136" y="3846813"/>
            <a:ext cx="303530" cy="241300"/>
          </a:xfrm>
          <a:custGeom>
            <a:avLst/>
            <a:gdLst/>
            <a:ahLst/>
            <a:cxnLst/>
            <a:rect l="l" t="t" r="r" b="b"/>
            <a:pathLst>
              <a:path w="303529" h="241300">
                <a:moveTo>
                  <a:pt x="303117" y="0"/>
                </a:moveTo>
                <a:lnTo>
                  <a:pt x="286921" y="33101"/>
                </a:lnTo>
                <a:lnTo>
                  <a:pt x="234669" y="108367"/>
                </a:lnTo>
                <a:lnTo>
                  <a:pt x="140862" y="189746"/>
                </a:lnTo>
                <a:lnTo>
                  <a:pt x="0" y="2411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721439" y="4303109"/>
            <a:ext cx="68580" cy="1040130"/>
          </a:xfrm>
          <a:custGeom>
            <a:avLst/>
            <a:gdLst/>
            <a:ahLst/>
            <a:cxnLst/>
            <a:rect l="l" t="t" r="r" b="b"/>
            <a:pathLst>
              <a:path w="68579" h="1040129">
                <a:moveTo>
                  <a:pt x="10591" y="1036462"/>
                </a:moveTo>
                <a:lnTo>
                  <a:pt x="5906" y="875431"/>
                </a:lnTo>
                <a:lnTo>
                  <a:pt x="0" y="520676"/>
                </a:lnTo>
                <a:lnTo>
                  <a:pt x="5092" y="164697"/>
                </a:lnTo>
                <a:lnTo>
                  <a:pt x="33407" y="0"/>
                </a:lnTo>
                <a:lnTo>
                  <a:pt x="62232" y="159707"/>
                </a:lnTo>
                <a:lnTo>
                  <a:pt x="68446" y="517416"/>
                </a:lnTo>
                <a:lnTo>
                  <a:pt x="63659" y="876347"/>
                </a:lnTo>
                <a:lnTo>
                  <a:pt x="59482" y="103971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285512" y="4143405"/>
            <a:ext cx="335915" cy="179705"/>
          </a:xfrm>
          <a:custGeom>
            <a:avLst/>
            <a:gdLst/>
            <a:ahLst/>
            <a:cxnLst/>
            <a:rect l="l" t="t" r="r" b="b"/>
            <a:pathLst>
              <a:path w="335914" h="179704">
                <a:moveTo>
                  <a:pt x="312901" y="0"/>
                </a:moveTo>
                <a:lnTo>
                  <a:pt x="22799" y="0"/>
                </a:lnTo>
                <a:lnTo>
                  <a:pt x="13943" y="1798"/>
                </a:lnTo>
                <a:lnTo>
                  <a:pt x="6694" y="6696"/>
                </a:lnTo>
                <a:lnTo>
                  <a:pt x="1798" y="13945"/>
                </a:lnTo>
                <a:lnTo>
                  <a:pt x="0" y="22799"/>
                </a:lnTo>
                <a:lnTo>
                  <a:pt x="0" y="156463"/>
                </a:lnTo>
                <a:lnTo>
                  <a:pt x="1798" y="165317"/>
                </a:lnTo>
                <a:lnTo>
                  <a:pt x="6694" y="172566"/>
                </a:lnTo>
                <a:lnTo>
                  <a:pt x="13943" y="177464"/>
                </a:lnTo>
                <a:lnTo>
                  <a:pt x="22799" y="179263"/>
                </a:lnTo>
                <a:lnTo>
                  <a:pt x="312901" y="179263"/>
                </a:lnTo>
                <a:lnTo>
                  <a:pt x="321757" y="177464"/>
                </a:lnTo>
                <a:lnTo>
                  <a:pt x="329006" y="172566"/>
                </a:lnTo>
                <a:lnTo>
                  <a:pt x="333904" y="165317"/>
                </a:lnTo>
                <a:lnTo>
                  <a:pt x="335702" y="156463"/>
                </a:lnTo>
                <a:lnTo>
                  <a:pt x="335702" y="22799"/>
                </a:lnTo>
                <a:lnTo>
                  <a:pt x="333904" y="13945"/>
                </a:lnTo>
                <a:lnTo>
                  <a:pt x="329006" y="6696"/>
                </a:lnTo>
                <a:lnTo>
                  <a:pt x="321757" y="1798"/>
                </a:lnTo>
                <a:lnTo>
                  <a:pt x="31290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883590" y="4143405"/>
            <a:ext cx="335915" cy="179705"/>
          </a:xfrm>
          <a:custGeom>
            <a:avLst/>
            <a:gdLst/>
            <a:ahLst/>
            <a:cxnLst/>
            <a:rect l="l" t="t" r="r" b="b"/>
            <a:pathLst>
              <a:path w="335914" h="179704">
                <a:moveTo>
                  <a:pt x="312905" y="0"/>
                </a:moveTo>
                <a:lnTo>
                  <a:pt x="22799" y="0"/>
                </a:lnTo>
                <a:lnTo>
                  <a:pt x="13945" y="1798"/>
                </a:lnTo>
                <a:lnTo>
                  <a:pt x="6696" y="6696"/>
                </a:lnTo>
                <a:lnTo>
                  <a:pt x="1798" y="13945"/>
                </a:lnTo>
                <a:lnTo>
                  <a:pt x="0" y="22799"/>
                </a:lnTo>
                <a:lnTo>
                  <a:pt x="0" y="156463"/>
                </a:lnTo>
                <a:lnTo>
                  <a:pt x="1798" y="165317"/>
                </a:lnTo>
                <a:lnTo>
                  <a:pt x="6696" y="172566"/>
                </a:lnTo>
                <a:lnTo>
                  <a:pt x="13945" y="177464"/>
                </a:lnTo>
                <a:lnTo>
                  <a:pt x="22799" y="179263"/>
                </a:lnTo>
                <a:lnTo>
                  <a:pt x="312905" y="179263"/>
                </a:lnTo>
                <a:lnTo>
                  <a:pt x="321758" y="177464"/>
                </a:lnTo>
                <a:lnTo>
                  <a:pt x="329008" y="172566"/>
                </a:lnTo>
                <a:lnTo>
                  <a:pt x="333905" y="165317"/>
                </a:lnTo>
                <a:lnTo>
                  <a:pt x="335704" y="156463"/>
                </a:lnTo>
                <a:lnTo>
                  <a:pt x="335704" y="22799"/>
                </a:lnTo>
                <a:lnTo>
                  <a:pt x="333905" y="13945"/>
                </a:lnTo>
                <a:lnTo>
                  <a:pt x="329008" y="6696"/>
                </a:lnTo>
                <a:lnTo>
                  <a:pt x="321758" y="1798"/>
                </a:lnTo>
                <a:lnTo>
                  <a:pt x="31290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285512" y="4539409"/>
            <a:ext cx="335915" cy="179705"/>
          </a:xfrm>
          <a:custGeom>
            <a:avLst/>
            <a:gdLst/>
            <a:ahLst/>
            <a:cxnLst/>
            <a:rect l="l" t="t" r="r" b="b"/>
            <a:pathLst>
              <a:path w="335914" h="179704">
                <a:moveTo>
                  <a:pt x="312901" y="0"/>
                </a:moveTo>
                <a:lnTo>
                  <a:pt x="22799" y="0"/>
                </a:lnTo>
                <a:lnTo>
                  <a:pt x="13943" y="1798"/>
                </a:lnTo>
                <a:lnTo>
                  <a:pt x="6694" y="6694"/>
                </a:lnTo>
                <a:lnTo>
                  <a:pt x="1798" y="13943"/>
                </a:lnTo>
                <a:lnTo>
                  <a:pt x="0" y="22799"/>
                </a:lnTo>
                <a:lnTo>
                  <a:pt x="0" y="156463"/>
                </a:lnTo>
                <a:lnTo>
                  <a:pt x="1798" y="165317"/>
                </a:lnTo>
                <a:lnTo>
                  <a:pt x="6694" y="172565"/>
                </a:lnTo>
                <a:lnTo>
                  <a:pt x="13943" y="177461"/>
                </a:lnTo>
                <a:lnTo>
                  <a:pt x="22799" y="179259"/>
                </a:lnTo>
                <a:lnTo>
                  <a:pt x="312901" y="179259"/>
                </a:lnTo>
                <a:lnTo>
                  <a:pt x="321757" y="177461"/>
                </a:lnTo>
                <a:lnTo>
                  <a:pt x="329006" y="172565"/>
                </a:lnTo>
                <a:lnTo>
                  <a:pt x="333904" y="165317"/>
                </a:lnTo>
                <a:lnTo>
                  <a:pt x="335702" y="156463"/>
                </a:lnTo>
                <a:lnTo>
                  <a:pt x="335702" y="22799"/>
                </a:lnTo>
                <a:lnTo>
                  <a:pt x="333904" y="13943"/>
                </a:lnTo>
                <a:lnTo>
                  <a:pt x="329006" y="6694"/>
                </a:lnTo>
                <a:lnTo>
                  <a:pt x="321757" y="1798"/>
                </a:lnTo>
                <a:lnTo>
                  <a:pt x="31290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883590" y="4539409"/>
            <a:ext cx="335915" cy="179705"/>
          </a:xfrm>
          <a:custGeom>
            <a:avLst/>
            <a:gdLst/>
            <a:ahLst/>
            <a:cxnLst/>
            <a:rect l="l" t="t" r="r" b="b"/>
            <a:pathLst>
              <a:path w="335914" h="179704">
                <a:moveTo>
                  <a:pt x="312905" y="0"/>
                </a:moveTo>
                <a:lnTo>
                  <a:pt x="22799" y="0"/>
                </a:lnTo>
                <a:lnTo>
                  <a:pt x="13945" y="1798"/>
                </a:lnTo>
                <a:lnTo>
                  <a:pt x="6696" y="6694"/>
                </a:lnTo>
                <a:lnTo>
                  <a:pt x="1798" y="13943"/>
                </a:lnTo>
                <a:lnTo>
                  <a:pt x="0" y="22799"/>
                </a:lnTo>
                <a:lnTo>
                  <a:pt x="0" y="156463"/>
                </a:lnTo>
                <a:lnTo>
                  <a:pt x="1798" y="165317"/>
                </a:lnTo>
                <a:lnTo>
                  <a:pt x="6696" y="172565"/>
                </a:lnTo>
                <a:lnTo>
                  <a:pt x="13945" y="177461"/>
                </a:lnTo>
                <a:lnTo>
                  <a:pt x="22799" y="179259"/>
                </a:lnTo>
                <a:lnTo>
                  <a:pt x="312905" y="179259"/>
                </a:lnTo>
                <a:lnTo>
                  <a:pt x="321758" y="177461"/>
                </a:lnTo>
                <a:lnTo>
                  <a:pt x="329008" y="172565"/>
                </a:lnTo>
                <a:lnTo>
                  <a:pt x="333905" y="165317"/>
                </a:lnTo>
                <a:lnTo>
                  <a:pt x="335704" y="156463"/>
                </a:lnTo>
                <a:lnTo>
                  <a:pt x="335704" y="22799"/>
                </a:lnTo>
                <a:lnTo>
                  <a:pt x="333905" y="13943"/>
                </a:lnTo>
                <a:lnTo>
                  <a:pt x="329008" y="6694"/>
                </a:lnTo>
                <a:lnTo>
                  <a:pt x="321758" y="1798"/>
                </a:lnTo>
                <a:lnTo>
                  <a:pt x="31290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819830" y="4233038"/>
            <a:ext cx="101600" cy="735330"/>
          </a:xfrm>
          <a:custGeom>
            <a:avLst/>
            <a:gdLst/>
            <a:ahLst/>
            <a:cxnLst/>
            <a:rect l="l" t="t" r="r" b="b"/>
            <a:pathLst>
              <a:path w="101600" h="735329">
                <a:moveTo>
                  <a:pt x="63759" y="0"/>
                </a:moveTo>
                <a:lnTo>
                  <a:pt x="38678" y="76105"/>
                </a:lnTo>
                <a:lnTo>
                  <a:pt x="0" y="264192"/>
                </a:lnTo>
                <a:lnTo>
                  <a:pt x="2571" y="503919"/>
                </a:lnTo>
                <a:lnTo>
                  <a:pt x="101239" y="73494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860163" y="4629039"/>
            <a:ext cx="60960" cy="339090"/>
          </a:xfrm>
          <a:custGeom>
            <a:avLst/>
            <a:gdLst/>
            <a:ahLst/>
            <a:cxnLst/>
            <a:rect l="l" t="t" r="r" b="b"/>
            <a:pathLst>
              <a:path w="60960" h="339089">
                <a:moveTo>
                  <a:pt x="23427" y="0"/>
                </a:moveTo>
                <a:lnTo>
                  <a:pt x="13470" y="24772"/>
                </a:lnTo>
                <a:lnTo>
                  <a:pt x="0" y="94304"/>
                </a:lnTo>
                <a:lnTo>
                  <a:pt x="7612" y="201420"/>
                </a:lnTo>
                <a:lnTo>
                  <a:pt x="60907" y="3389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583736" y="4233038"/>
            <a:ext cx="101600" cy="735330"/>
          </a:xfrm>
          <a:custGeom>
            <a:avLst/>
            <a:gdLst/>
            <a:ahLst/>
            <a:cxnLst/>
            <a:rect l="l" t="t" r="r" b="b"/>
            <a:pathLst>
              <a:path w="101600" h="735329">
                <a:moveTo>
                  <a:pt x="37478" y="0"/>
                </a:moveTo>
                <a:lnTo>
                  <a:pt x="62560" y="76105"/>
                </a:lnTo>
                <a:lnTo>
                  <a:pt x="101239" y="264192"/>
                </a:lnTo>
                <a:lnTo>
                  <a:pt x="98668" y="503919"/>
                </a:lnTo>
                <a:lnTo>
                  <a:pt x="0" y="73494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583736" y="4629039"/>
            <a:ext cx="60960" cy="339090"/>
          </a:xfrm>
          <a:custGeom>
            <a:avLst/>
            <a:gdLst/>
            <a:ahLst/>
            <a:cxnLst/>
            <a:rect l="l" t="t" r="r" b="b"/>
            <a:pathLst>
              <a:path w="60960" h="339089">
                <a:moveTo>
                  <a:pt x="37478" y="0"/>
                </a:moveTo>
                <a:lnTo>
                  <a:pt x="47435" y="24772"/>
                </a:lnTo>
                <a:lnTo>
                  <a:pt x="60906" y="94304"/>
                </a:lnTo>
                <a:lnTo>
                  <a:pt x="53294" y="201420"/>
                </a:lnTo>
                <a:lnTo>
                  <a:pt x="0" y="3389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715010" y="3413268"/>
            <a:ext cx="96603" cy="90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909247" y="4956368"/>
            <a:ext cx="133287" cy="1423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457573" y="4956368"/>
            <a:ext cx="133288" cy="1423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504487" y="3333853"/>
            <a:ext cx="162560" cy="2011045"/>
          </a:xfrm>
          <a:custGeom>
            <a:avLst/>
            <a:gdLst/>
            <a:ahLst/>
            <a:cxnLst/>
            <a:rect l="l" t="t" r="r" b="b"/>
            <a:pathLst>
              <a:path w="162560" h="2011045">
                <a:moveTo>
                  <a:pt x="106958" y="0"/>
                </a:moveTo>
                <a:lnTo>
                  <a:pt x="119882" y="46846"/>
                </a:lnTo>
                <a:lnTo>
                  <a:pt x="131259" y="93292"/>
                </a:lnTo>
                <a:lnTo>
                  <a:pt x="141002" y="139560"/>
                </a:lnTo>
                <a:lnTo>
                  <a:pt x="149023" y="185872"/>
                </a:lnTo>
                <a:lnTo>
                  <a:pt x="155236" y="232449"/>
                </a:lnTo>
                <a:lnTo>
                  <a:pt x="159553" y="279515"/>
                </a:lnTo>
                <a:lnTo>
                  <a:pt x="161886" y="327290"/>
                </a:lnTo>
                <a:lnTo>
                  <a:pt x="162149" y="375997"/>
                </a:lnTo>
                <a:lnTo>
                  <a:pt x="160253" y="425857"/>
                </a:lnTo>
                <a:lnTo>
                  <a:pt x="151045" y="494790"/>
                </a:lnTo>
                <a:lnTo>
                  <a:pt x="142756" y="536015"/>
                </a:lnTo>
                <a:lnTo>
                  <a:pt x="132536" y="581073"/>
                </a:lnTo>
                <a:lnTo>
                  <a:pt x="120781" y="629460"/>
                </a:lnTo>
                <a:lnTo>
                  <a:pt x="107886" y="680669"/>
                </a:lnTo>
                <a:lnTo>
                  <a:pt x="94246" y="734198"/>
                </a:lnTo>
                <a:lnTo>
                  <a:pt x="80256" y="789540"/>
                </a:lnTo>
                <a:lnTo>
                  <a:pt x="66311" y="846192"/>
                </a:lnTo>
                <a:lnTo>
                  <a:pt x="52808" y="903648"/>
                </a:lnTo>
                <a:lnTo>
                  <a:pt x="40139" y="961404"/>
                </a:lnTo>
                <a:lnTo>
                  <a:pt x="28702" y="1018955"/>
                </a:lnTo>
                <a:lnTo>
                  <a:pt x="18890" y="1075797"/>
                </a:lnTo>
                <a:lnTo>
                  <a:pt x="11100" y="1131424"/>
                </a:lnTo>
                <a:lnTo>
                  <a:pt x="5726" y="1185332"/>
                </a:lnTo>
                <a:lnTo>
                  <a:pt x="3163" y="1237016"/>
                </a:lnTo>
                <a:lnTo>
                  <a:pt x="2072" y="1288938"/>
                </a:lnTo>
                <a:lnTo>
                  <a:pt x="1060" y="1339700"/>
                </a:lnTo>
                <a:lnTo>
                  <a:pt x="308" y="1389561"/>
                </a:lnTo>
                <a:lnTo>
                  <a:pt x="0" y="1438776"/>
                </a:lnTo>
                <a:lnTo>
                  <a:pt x="316" y="1487602"/>
                </a:lnTo>
                <a:lnTo>
                  <a:pt x="1440" y="1536296"/>
                </a:lnTo>
                <a:lnTo>
                  <a:pt x="3554" y="1585115"/>
                </a:lnTo>
                <a:lnTo>
                  <a:pt x="6839" y="1634316"/>
                </a:lnTo>
                <a:lnTo>
                  <a:pt x="11478" y="1684156"/>
                </a:lnTo>
                <a:lnTo>
                  <a:pt x="17654" y="1734891"/>
                </a:lnTo>
                <a:lnTo>
                  <a:pt x="25547" y="1786777"/>
                </a:lnTo>
                <a:lnTo>
                  <a:pt x="35341" y="1840073"/>
                </a:lnTo>
                <a:lnTo>
                  <a:pt x="47217" y="1895034"/>
                </a:lnTo>
                <a:lnTo>
                  <a:pt x="61358" y="1951918"/>
                </a:lnTo>
                <a:lnTo>
                  <a:pt x="77946" y="20109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807352" y="3333853"/>
            <a:ext cx="162560" cy="2011045"/>
          </a:xfrm>
          <a:custGeom>
            <a:avLst/>
            <a:gdLst/>
            <a:ahLst/>
            <a:cxnLst/>
            <a:rect l="l" t="t" r="r" b="b"/>
            <a:pathLst>
              <a:path w="162559" h="2011045">
                <a:moveTo>
                  <a:pt x="55189" y="0"/>
                </a:moveTo>
                <a:lnTo>
                  <a:pt x="42265" y="46846"/>
                </a:lnTo>
                <a:lnTo>
                  <a:pt x="30887" y="93292"/>
                </a:lnTo>
                <a:lnTo>
                  <a:pt x="21145" y="139560"/>
                </a:lnTo>
                <a:lnTo>
                  <a:pt x="13123" y="185872"/>
                </a:lnTo>
                <a:lnTo>
                  <a:pt x="6911" y="232449"/>
                </a:lnTo>
                <a:lnTo>
                  <a:pt x="2595" y="279515"/>
                </a:lnTo>
                <a:lnTo>
                  <a:pt x="262" y="327290"/>
                </a:lnTo>
                <a:lnTo>
                  <a:pt x="0" y="375997"/>
                </a:lnTo>
                <a:lnTo>
                  <a:pt x="1895" y="425857"/>
                </a:lnTo>
                <a:lnTo>
                  <a:pt x="11103" y="494790"/>
                </a:lnTo>
                <a:lnTo>
                  <a:pt x="19393" y="536015"/>
                </a:lnTo>
                <a:lnTo>
                  <a:pt x="29613" y="581073"/>
                </a:lnTo>
                <a:lnTo>
                  <a:pt x="41368" y="629460"/>
                </a:lnTo>
                <a:lnTo>
                  <a:pt x="54263" y="680669"/>
                </a:lnTo>
                <a:lnTo>
                  <a:pt x="67903" y="734198"/>
                </a:lnTo>
                <a:lnTo>
                  <a:pt x="81892" y="789540"/>
                </a:lnTo>
                <a:lnTo>
                  <a:pt x="95836" y="846192"/>
                </a:lnTo>
                <a:lnTo>
                  <a:pt x="109340" y="903648"/>
                </a:lnTo>
                <a:lnTo>
                  <a:pt x="122008" y="961404"/>
                </a:lnTo>
                <a:lnTo>
                  <a:pt x="133445" y="1018955"/>
                </a:lnTo>
                <a:lnTo>
                  <a:pt x="143256" y="1075797"/>
                </a:lnTo>
                <a:lnTo>
                  <a:pt x="151046" y="1131424"/>
                </a:lnTo>
                <a:lnTo>
                  <a:pt x="156419" y="1185332"/>
                </a:lnTo>
                <a:lnTo>
                  <a:pt x="158981" y="1237016"/>
                </a:lnTo>
                <a:lnTo>
                  <a:pt x="160073" y="1288938"/>
                </a:lnTo>
                <a:lnTo>
                  <a:pt x="161085" y="1339700"/>
                </a:lnTo>
                <a:lnTo>
                  <a:pt x="161837" y="1389561"/>
                </a:lnTo>
                <a:lnTo>
                  <a:pt x="162146" y="1438776"/>
                </a:lnTo>
                <a:lnTo>
                  <a:pt x="161829" y="1487602"/>
                </a:lnTo>
                <a:lnTo>
                  <a:pt x="160705" y="1536296"/>
                </a:lnTo>
                <a:lnTo>
                  <a:pt x="158592" y="1585115"/>
                </a:lnTo>
                <a:lnTo>
                  <a:pt x="155307" y="1634316"/>
                </a:lnTo>
                <a:lnTo>
                  <a:pt x="150668" y="1684156"/>
                </a:lnTo>
                <a:lnTo>
                  <a:pt x="144493" y="1734891"/>
                </a:lnTo>
                <a:lnTo>
                  <a:pt x="136600" y="1786777"/>
                </a:lnTo>
                <a:lnTo>
                  <a:pt x="126807" y="1840073"/>
                </a:lnTo>
                <a:lnTo>
                  <a:pt x="114931" y="1895034"/>
                </a:lnTo>
                <a:lnTo>
                  <a:pt x="100790" y="1951918"/>
                </a:lnTo>
                <a:lnTo>
                  <a:pt x="84202" y="20109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689393" y="394888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216090" y="0"/>
                </a:moveTo>
                <a:lnTo>
                  <a:pt x="166542" y="5707"/>
                </a:lnTo>
                <a:lnTo>
                  <a:pt x="121058" y="21963"/>
                </a:lnTo>
                <a:lnTo>
                  <a:pt x="80936" y="47472"/>
                </a:lnTo>
                <a:lnTo>
                  <a:pt x="47472" y="80937"/>
                </a:lnTo>
                <a:lnTo>
                  <a:pt x="21963" y="121059"/>
                </a:lnTo>
                <a:lnTo>
                  <a:pt x="5707" y="166543"/>
                </a:lnTo>
                <a:lnTo>
                  <a:pt x="0" y="216090"/>
                </a:lnTo>
                <a:lnTo>
                  <a:pt x="5707" y="265637"/>
                </a:lnTo>
                <a:lnTo>
                  <a:pt x="21963" y="311120"/>
                </a:lnTo>
                <a:lnTo>
                  <a:pt x="47472" y="351242"/>
                </a:lnTo>
                <a:lnTo>
                  <a:pt x="80936" y="384705"/>
                </a:lnTo>
                <a:lnTo>
                  <a:pt x="121058" y="410214"/>
                </a:lnTo>
                <a:lnTo>
                  <a:pt x="166542" y="426470"/>
                </a:lnTo>
                <a:lnTo>
                  <a:pt x="216090" y="432177"/>
                </a:lnTo>
                <a:lnTo>
                  <a:pt x="265637" y="426470"/>
                </a:lnTo>
                <a:lnTo>
                  <a:pt x="311121" y="410214"/>
                </a:lnTo>
                <a:lnTo>
                  <a:pt x="351243" y="384705"/>
                </a:lnTo>
                <a:lnTo>
                  <a:pt x="384707" y="351242"/>
                </a:lnTo>
                <a:lnTo>
                  <a:pt x="410216" y="311120"/>
                </a:lnTo>
                <a:lnTo>
                  <a:pt x="426472" y="265637"/>
                </a:lnTo>
                <a:lnTo>
                  <a:pt x="432179" y="216090"/>
                </a:lnTo>
                <a:lnTo>
                  <a:pt x="426472" y="166543"/>
                </a:lnTo>
                <a:lnTo>
                  <a:pt x="410216" y="121059"/>
                </a:lnTo>
                <a:lnTo>
                  <a:pt x="384707" y="80937"/>
                </a:lnTo>
                <a:lnTo>
                  <a:pt x="351243" y="47472"/>
                </a:lnTo>
                <a:lnTo>
                  <a:pt x="311121" y="21963"/>
                </a:lnTo>
                <a:lnTo>
                  <a:pt x="265637" y="5707"/>
                </a:lnTo>
                <a:lnTo>
                  <a:pt x="21609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344509" y="3965177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216090" y="0"/>
                </a:moveTo>
                <a:lnTo>
                  <a:pt x="166543" y="5707"/>
                </a:lnTo>
                <a:lnTo>
                  <a:pt x="121059" y="21963"/>
                </a:lnTo>
                <a:lnTo>
                  <a:pt x="80937" y="47472"/>
                </a:lnTo>
                <a:lnTo>
                  <a:pt x="47472" y="80936"/>
                </a:lnTo>
                <a:lnTo>
                  <a:pt x="21963" y="121058"/>
                </a:lnTo>
                <a:lnTo>
                  <a:pt x="5707" y="166541"/>
                </a:lnTo>
                <a:lnTo>
                  <a:pt x="0" y="216089"/>
                </a:lnTo>
                <a:lnTo>
                  <a:pt x="5707" y="265636"/>
                </a:lnTo>
                <a:lnTo>
                  <a:pt x="21963" y="311120"/>
                </a:lnTo>
                <a:lnTo>
                  <a:pt x="47472" y="351241"/>
                </a:lnTo>
                <a:lnTo>
                  <a:pt x="80937" y="384705"/>
                </a:lnTo>
                <a:lnTo>
                  <a:pt x="121059" y="410213"/>
                </a:lnTo>
                <a:lnTo>
                  <a:pt x="166543" y="426469"/>
                </a:lnTo>
                <a:lnTo>
                  <a:pt x="216090" y="432175"/>
                </a:lnTo>
                <a:lnTo>
                  <a:pt x="265637" y="426469"/>
                </a:lnTo>
                <a:lnTo>
                  <a:pt x="311121" y="410213"/>
                </a:lnTo>
                <a:lnTo>
                  <a:pt x="351243" y="384705"/>
                </a:lnTo>
                <a:lnTo>
                  <a:pt x="384708" y="351241"/>
                </a:lnTo>
                <a:lnTo>
                  <a:pt x="410217" y="311120"/>
                </a:lnTo>
                <a:lnTo>
                  <a:pt x="426473" y="265636"/>
                </a:lnTo>
                <a:lnTo>
                  <a:pt x="432181" y="216089"/>
                </a:lnTo>
                <a:lnTo>
                  <a:pt x="426473" y="166541"/>
                </a:lnTo>
                <a:lnTo>
                  <a:pt x="410217" y="121058"/>
                </a:lnTo>
                <a:lnTo>
                  <a:pt x="384708" y="80936"/>
                </a:lnTo>
                <a:lnTo>
                  <a:pt x="351243" y="47472"/>
                </a:lnTo>
                <a:lnTo>
                  <a:pt x="311121" y="21963"/>
                </a:lnTo>
                <a:lnTo>
                  <a:pt x="265637" y="5707"/>
                </a:lnTo>
                <a:lnTo>
                  <a:pt x="21609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223028" y="3746544"/>
            <a:ext cx="75383" cy="705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148996" y="4961312"/>
            <a:ext cx="190500" cy="385445"/>
          </a:xfrm>
          <a:custGeom>
            <a:avLst/>
            <a:gdLst/>
            <a:ahLst/>
            <a:cxnLst/>
            <a:rect l="l" t="t" r="r" b="b"/>
            <a:pathLst>
              <a:path w="190500" h="385445">
                <a:moveTo>
                  <a:pt x="1336" y="384983"/>
                </a:moveTo>
                <a:lnTo>
                  <a:pt x="466" y="339811"/>
                </a:lnTo>
                <a:lnTo>
                  <a:pt x="0" y="287445"/>
                </a:lnTo>
                <a:lnTo>
                  <a:pt x="877" y="231224"/>
                </a:lnTo>
                <a:lnTo>
                  <a:pt x="4038" y="174489"/>
                </a:lnTo>
                <a:lnTo>
                  <a:pt x="10422" y="120579"/>
                </a:lnTo>
                <a:lnTo>
                  <a:pt x="20968" y="72836"/>
                </a:lnTo>
                <a:lnTo>
                  <a:pt x="36615" y="34598"/>
                </a:lnTo>
                <a:lnTo>
                  <a:pt x="86974" y="0"/>
                </a:lnTo>
                <a:lnTo>
                  <a:pt x="111728" y="9210"/>
                </a:lnTo>
                <a:lnTo>
                  <a:pt x="148570" y="72839"/>
                </a:lnTo>
                <a:lnTo>
                  <a:pt x="161553" y="120557"/>
                </a:lnTo>
                <a:lnTo>
                  <a:pt x="171504" y="174408"/>
                </a:lnTo>
                <a:lnTo>
                  <a:pt x="178873" y="231041"/>
                </a:lnTo>
                <a:lnTo>
                  <a:pt x="184105" y="287107"/>
                </a:lnTo>
                <a:lnTo>
                  <a:pt x="187648" y="339254"/>
                </a:lnTo>
                <a:lnTo>
                  <a:pt x="189948" y="3841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753145" y="4538596"/>
            <a:ext cx="372110" cy="272415"/>
          </a:xfrm>
          <a:custGeom>
            <a:avLst/>
            <a:gdLst/>
            <a:ahLst/>
            <a:cxnLst/>
            <a:rect l="l" t="t" r="r" b="b"/>
            <a:pathLst>
              <a:path w="372110" h="272414">
                <a:moveTo>
                  <a:pt x="0" y="0"/>
                </a:moveTo>
                <a:lnTo>
                  <a:pt x="23195" y="40503"/>
                </a:lnTo>
                <a:lnTo>
                  <a:pt x="48160" y="79682"/>
                </a:lnTo>
                <a:lnTo>
                  <a:pt x="75619" y="116572"/>
                </a:lnTo>
                <a:lnTo>
                  <a:pt x="106298" y="150204"/>
                </a:lnTo>
                <a:lnTo>
                  <a:pt x="140921" y="179614"/>
                </a:lnTo>
                <a:lnTo>
                  <a:pt x="182527" y="206537"/>
                </a:lnTo>
                <a:lnTo>
                  <a:pt x="226837" y="228837"/>
                </a:lnTo>
                <a:lnTo>
                  <a:pt x="273415" y="246930"/>
                </a:lnTo>
                <a:lnTo>
                  <a:pt x="321821" y="261229"/>
                </a:lnTo>
                <a:lnTo>
                  <a:pt x="371617" y="27214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339823" y="4546637"/>
            <a:ext cx="372110" cy="272415"/>
          </a:xfrm>
          <a:custGeom>
            <a:avLst/>
            <a:gdLst/>
            <a:ahLst/>
            <a:cxnLst/>
            <a:rect l="l" t="t" r="r" b="b"/>
            <a:pathLst>
              <a:path w="372109" h="272414">
                <a:moveTo>
                  <a:pt x="371617" y="0"/>
                </a:moveTo>
                <a:lnTo>
                  <a:pt x="348421" y="40503"/>
                </a:lnTo>
                <a:lnTo>
                  <a:pt x="323456" y="79683"/>
                </a:lnTo>
                <a:lnTo>
                  <a:pt x="295996" y="116572"/>
                </a:lnTo>
                <a:lnTo>
                  <a:pt x="265318" y="150205"/>
                </a:lnTo>
                <a:lnTo>
                  <a:pt x="230695" y="179614"/>
                </a:lnTo>
                <a:lnTo>
                  <a:pt x="189089" y="206537"/>
                </a:lnTo>
                <a:lnTo>
                  <a:pt x="144779" y="228837"/>
                </a:lnTo>
                <a:lnTo>
                  <a:pt x="98202" y="246929"/>
                </a:lnTo>
                <a:lnTo>
                  <a:pt x="49796" y="261228"/>
                </a:lnTo>
                <a:lnTo>
                  <a:pt x="0" y="27214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699412" y="4752256"/>
            <a:ext cx="191721" cy="639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560600" y="4397353"/>
            <a:ext cx="139065" cy="375920"/>
          </a:xfrm>
          <a:custGeom>
            <a:avLst/>
            <a:gdLst/>
            <a:ahLst/>
            <a:cxnLst/>
            <a:rect l="l" t="t" r="r" b="b"/>
            <a:pathLst>
              <a:path w="139065" h="375920">
                <a:moveTo>
                  <a:pt x="0" y="0"/>
                </a:moveTo>
                <a:lnTo>
                  <a:pt x="15" y="43123"/>
                </a:lnTo>
                <a:lnTo>
                  <a:pt x="325" y="89919"/>
                </a:lnTo>
                <a:lnTo>
                  <a:pt x="2456" y="138666"/>
                </a:lnTo>
                <a:lnTo>
                  <a:pt x="7931" y="187648"/>
                </a:lnTo>
                <a:lnTo>
                  <a:pt x="18274" y="235144"/>
                </a:lnTo>
                <a:lnTo>
                  <a:pt x="35010" y="279435"/>
                </a:lnTo>
                <a:lnTo>
                  <a:pt x="59662" y="318802"/>
                </a:lnTo>
                <a:lnTo>
                  <a:pt x="93756" y="351527"/>
                </a:lnTo>
                <a:lnTo>
                  <a:pt x="138816" y="3758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5905483" y="4381060"/>
            <a:ext cx="795020" cy="400685"/>
          </a:xfrm>
          <a:custGeom>
            <a:avLst/>
            <a:gdLst/>
            <a:ahLst/>
            <a:cxnLst/>
            <a:rect l="l" t="t" r="r" b="b"/>
            <a:pathLst>
              <a:path w="795020" h="400685">
                <a:moveTo>
                  <a:pt x="0" y="0"/>
                </a:moveTo>
                <a:lnTo>
                  <a:pt x="21136" y="46744"/>
                </a:lnTo>
                <a:lnTo>
                  <a:pt x="47129" y="89480"/>
                </a:lnTo>
                <a:lnTo>
                  <a:pt x="77495" y="128408"/>
                </a:lnTo>
                <a:lnTo>
                  <a:pt x="111752" y="163726"/>
                </a:lnTo>
                <a:lnTo>
                  <a:pt x="149415" y="195633"/>
                </a:lnTo>
                <a:lnTo>
                  <a:pt x="190002" y="224329"/>
                </a:lnTo>
                <a:lnTo>
                  <a:pt x="233028" y="250012"/>
                </a:lnTo>
                <a:lnTo>
                  <a:pt x="278011" y="272882"/>
                </a:lnTo>
                <a:lnTo>
                  <a:pt x="324466" y="293137"/>
                </a:lnTo>
                <a:lnTo>
                  <a:pt x="371910" y="310976"/>
                </a:lnTo>
                <a:lnTo>
                  <a:pt x="419861" y="326600"/>
                </a:lnTo>
                <a:lnTo>
                  <a:pt x="467833" y="340205"/>
                </a:lnTo>
                <a:lnTo>
                  <a:pt x="515345" y="351993"/>
                </a:lnTo>
                <a:lnTo>
                  <a:pt x="561912" y="362161"/>
                </a:lnTo>
                <a:lnTo>
                  <a:pt x="607050" y="370909"/>
                </a:lnTo>
                <a:lnTo>
                  <a:pt x="650278" y="378435"/>
                </a:lnTo>
                <a:lnTo>
                  <a:pt x="691110" y="384939"/>
                </a:lnTo>
                <a:lnTo>
                  <a:pt x="729063" y="390620"/>
                </a:lnTo>
                <a:lnTo>
                  <a:pt x="763655" y="395677"/>
                </a:lnTo>
                <a:lnTo>
                  <a:pt x="794401" y="40030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8534262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139404" y="0"/>
                </a:moveTo>
                <a:lnTo>
                  <a:pt x="156257" y="50306"/>
                </a:lnTo>
                <a:lnTo>
                  <a:pt x="171093" y="100182"/>
                </a:lnTo>
                <a:lnTo>
                  <a:pt x="183797" y="149867"/>
                </a:lnTo>
                <a:lnTo>
                  <a:pt x="194257" y="199599"/>
                </a:lnTo>
                <a:lnTo>
                  <a:pt x="202358" y="249616"/>
                </a:lnTo>
                <a:lnTo>
                  <a:pt x="207986" y="300158"/>
                </a:lnTo>
                <a:lnTo>
                  <a:pt x="211028" y="351462"/>
                </a:lnTo>
                <a:lnTo>
                  <a:pt x="211370" y="403767"/>
                </a:lnTo>
                <a:lnTo>
                  <a:pt x="208899" y="457311"/>
                </a:lnTo>
                <a:lnTo>
                  <a:pt x="198901" y="522109"/>
                </a:lnTo>
                <a:lnTo>
                  <a:pt x="189993" y="560362"/>
                </a:lnTo>
                <a:lnTo>
                  <a:pt x="178959" y="602010"/>
                </a:lnTo>
                <a:lnTo>
                  <a:pt x="166163" y="646672"/>
                </a:lnTo>
                <a:lnTo>
                  <a:pt x="151966" y="693968"/>
                </a:lnTo>
                <a:lnTo>
                  <a:pt x="136730" y="743516"/>
                </a:lnTo>
                <a:lnTo>
                  <a:pt x="120818" y="794937"/>
                </a:lnTo>
                <a:lnTo>
                  <a:pt x="104590" y="847850"/>
                </a:lnTo>
                <a:lnTo>
                  <a:pt x="88409" y="901873"/>
                </a:lnTo>
                <a:lnTo>
                  <a:pt x="72636" y="956627"/>
                </a:lnTo>
                <a:lnTo>
                  <a:pt x="57634" y="1011730"/>
                </a:lnTo>
                <a:lnTo>
                  <a:pt x="43765" y="1066802"/>
                </a:lnTo>
                <a:lnTo>
                  <a:pt x="31389" y="1121463"/>
                </a:lnTo>
                <a:lnTo>
                  <a:pt x="20870" y="1175331"/>
                </a:lnTo>
                <a:lnTo>
                  <a:pt x="12568" y="1228026"/>
                </a:lnTo>
                <a:lnTo>
                  <a:pt x="6847" y="1279167"/>
                </a:lnTo>
                <a:lnTo>
                  <a:pt x="4067" y="1328374"/>
                </a:lnTo>
                <a:lnTo>
                  <a:pt x="2811" y="1377640"/>
                </a:lnTo>
                <a:lnTo>
                  <a:pt x="1613" y="1425913"/>
                </a:lnTo>
                <a:lnTo>
                  <a:pt x="636" y="1473380"/>
                </a:lnTo>
                <a:lnTo>
                  <a:pt x="44" y="1520232"/>
                </a:lnTo>
                <a:lnTo>
                  <a:pt x="0" y="1566659"/>
                </a:lnTo>
                <a:lnTo>
                  <a:pt x="666" y="1612848"/>
                </a:lnTo>
                <a:lnTo>
                  <a:pt x="2206" y="1658991"/>
                </a:lnTo>
                <a:lnTo>
                  <a:pt x="4783" y="1705275"/>
                </a:lnTo>
                <a:lnTo>
                  <a:pt x="8561" y="1751892"/>
                </a:lnTo>
                <a:lnTo>
                  <a:pt x="13702" y="1799029"/>
                </a:lnTo>
                <a:lnTo>
                  <a:pt x="20370" y="1846877"/>
                </a:lnTo>
                <a:lnTo>
                  <a:pt x="28728" y="1895625"/>
                </a:lnTo>
                <a:lnTo>
                  <a:pt x="38939" y="1945463"/>
                </a:lnTo>
                <a:lnTo>
                  <a:pt x="51166" y="1996579"/>
                </a:lnTo>
                <a:lnTo>
                  <a:pt x="65572" y="2049164"/>
                </a:lnTo>
                <a:lnTo>
                  <a:pt x="82321" y="2103407"/>
                </a:lnTo>
                <a:lnTo>
                  <a:pt x="101576" y="215949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0352078" y="3266093"/>
            <a:ext cx="211454" cy="2159635"/>
          </a:xfrm>
          <a:custGeom>
            <a:avLst/>
            <a:gdLst/>
            <a:ahLst/>
            <a:cxnLst/>
            <a:rect l="l" t="t" r="r" b="b"/>
            <a:pathLst>
              <a:path w="211454" h="2159635">
                <a:moveTo>
                  <a:pt x="71962" y="0"/>
                </a:moveTo>
                <a:lnTo>
                  <a:pt x="55109" y="50306"/>
                </a:lnTo>
                <a:lnTo>
                  <a:pt x="40274" y="100182"/>
                </a:lnTo>
                <a:lnTo>
                  <a:pt x="27570" y="149867"/>
                </a:lnTo>
                <a:lnTo>
                  <a:pt x="17111" y="199599"/>
                </a:lnTo>
                <a:lnTo>
                  <a:pt x="9011" y="249616"/>
                </a:lnTo>
                <a:lnTo>
                  <a:pt x="3383" y="300158"/>
                </a:lnTo>
                <a:lnTo>
                  <a:pt x="341" y="351462"/>
                </a:lnTo>
                <a:lnTo>
                  <a:pt x="0" y="403767"/>
                </a:lnTo>
                <a:lnTo>
                  <a:pt x="2471" y="457311"/>
                </a:lnTo>
                <a:lnTo>
                  <a:pt x="12469" y="522109"/>
                </a:lnTo>
                <a:lnTo>
                  <a:pt x="21378" y="560362"/>
                </a:lnTo>
                <a:lnTo>
                  <a:pt x="32412" y="602010"/>
                </a:lnTo>
                <a:lnTo>
                  <a:pt x="45208" y="646672"/>
                </a:lnTo>
                <a:lnTo>
                  <a:pt x="59405" y="693968"/>
                </a:lnTo>
                <a:lnTo>
                  <a:pt x="74640" y="743516"/>
                </a:lnTo>
                <a:lnTo>
                  <a:pt x="90553" y="794937"/>
                </a:lnTo>
                <a:lnTo>
                  <a:pt x="106781" y="847850"/>
                </a:lnTo>
                <a:lnTo>
                  <a:pt x="122962" y="901873"/>
                </a:lnTo>
                <a:lnTo>
                  <a:pt x="138734" y="956627"/>
                </a:lnTo>
                <a:lnTo>
                  <a:pt x="153736" y="1011730"/>
                </a:lnTo>
                <a:lnTo>
                  <a:pt x="167605" y="1066802"/>
                </a:lnTo>
                <a:lnTo>
                  <a:pt x="179980" y="1121463"/>
                </a:lnTo>
                <a:lnTo>
                  <a:pt x="190499" y="1175331"/>
                </a:lnTo>
                <a:lnTo>
                  <a:pt x="198800" y="1228026"/>
                </a:lnTo>
                <a:lnTo>
                  <a:pt x="204521" y="1279167"/>
                </a:lnTo>
                <a:lnTo>
                  <a:pt x="207301" y="1328374"/>
                </a:lnTo>
                <a:lnTo>
                  <a:pt x="208557" y="1377640"/>
                </a:lnTo>
                <a:lnTo>
                  <a:pt x="209756" y="1425913"/>
                </a:lnTo>
                <a:lnTo>
                  <a:pt x="210733" y="1473380"/>
                </a:lnTo>
                <a:lnTo>
                  <a:pt x="211325" y="1520233"/>
                </a:lnTo>
                <a:lnTo>
                  <a:pt x="211370" y="1566659"/>
                </a:lnTo>
                <a:lnTo>
                  <a:pt x="210703" y="1612848"/>
                </a:lnTo>
                <a:lnTo>
                  <a:pt x="209163" y="1658991"/>
                </a:lnTo>
                <a:lnTo>
                  <a:pt x="206585" y="1705276"/>
                </a:lnTo>
                <a:lnTo>
                  <a:pt x="202808" y="1751892"/>
                </a:lnTo>
                <a:lnTo>
                  <a:pt x="197666" y="1799030"/>
                </a:lnTo>
                <a:lnTo>
                  <a:pt x="190998" y="1846878"/>
                </a:lnTo>
                <a:lnTo>
                  <a:pt x="182640" y="1895626"/>
                </a:lnTo>
                <a:lnTo>
                  <a:pt x="172429" y="1945464"/>
                </a:lnTo>
                <a:lnTo>
                  <a:pt x="160202" y="1996581"/>
                </a:lnTo>
                <a:lnTo>
                  <a:pt x="145795" y="2049166"/>
                </a:lnTo>
                <a:lnTo>
                  <a:pt x="129046" y="2103409"/>
                </a:lnTo>
                <a:lnTo>
                  <a:pt x="109792" y="215949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489423" y="3728329"/>
            <a:ext cx="94432" cy="880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413065" y="4969461"/>
            <a:ext cx="247650" cy="438784"/>
          </a:xfrm>
          <a:custGeom>
            <a:avLst/>
            <a:gdLst/>
            <a:ahLst/>
            <a:cxnLst/>
            <a:rect l="l" t="t" r="r" b="b"/>
            <a:pathLst>
              <a:path w="247650" h="438785">
                <a:moveTo>
                  <a:pt x="1661" y="438224"/>
                </a:moveTo>
                <a:lnTo>
                  <a:pt x="728" y="396874"/>
                </a:lnTo>
                <a:lnTo>
                  <a:pt x="0" y="349579"/>
                </a:lnTo>
                <a:lnTo>
                  <a:pt x="145" y="298421"/>
                </a:lnTo>
                <a:lnTo>
                  <a:pt x="1837" y="245484"/>
                </a:lnTo>
                <a:lnTo>
                  <a:pt x="5746" y="192849"/>
                </a:lnTo>
                <a:lnTo>
                  <a:pt x="12542" y="142599"/>
                </a:lnTo>
                <a:lnTo>
                  <a:pt x="22897" y="96816"/>
                </a:lnTo>
                <a:lnTo>
                  <a:pt x="37482" y="57582"/>
                </a:lnTo>
                <a:lnTo>
                  <a:pt x="82025" y="7092"/>
                </a:lnTo>
                <a:lnTo>
                  <a:pt x="113326" y="0"/>
                </a:lnTo>
                <a:lnTo>
                  <a:pt x="140175" y="7095"/>
                </a:lnTo>
                <a:lnTo>
                  <a:pt x="182534" y="57592"/>
                </a:lnTo>
                <a:lnTo>
                  <a:pt x="198683" y="96816"/>
                </a:lnTo>
                <a:lnTo>
                  <a:pt x="211902" y="142570"/>
                </a:lnTo>
                <a:lnTo>
                  <a:pt x="222513" y="192766"/>
                </a:lnTo>
                <a:lnTo>
                  <a:pt x="230833" y="245315"/>
                </a:lnTo>
                <a:lnTo>
                  <a:pt x="237182" y="298127"/>
                </a:lnTo>
                <a:lnTo>
                  <a:pt x="241879" y="349114"/>
                </a:lnTo>
                <a:lnTo>
                  <a:pt x="245244" y="396185"/>
                </a:lnTo>
                <a:lnTo>
                  <a:pt x="247595" y="4372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878280" y="4585360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40" h="354964">
                <a:moveTo>
                  <a:pt x="0" y="0"/>
                </a:moveTo>
                <a:lnTo>
                  <a:pt x="25069" y="44097"/>
                </a:lnTo>
                <a:lnTo>
                  <a:pt x="51632" y="87142"/>
                </a:lnTo>
                <a:lnTo>
                  <a:pt x="80234" y="128404"/>
                </a:lnTo>
                <a:lnTo>
                  <a:pt x="111424" y="167155"/>
                </a:lnTo>
                <a:lnTo>
                  <a:pt x="145747" y="202665"/>
                </a:lnTo>
                <a:lnTo>
                  <a:pt x="183751" y="234204"/>
                </a:lnTo>
                <a:lnTo>
                  <a:pt x="228697" y="263892"/>
                </a:lnTo>
                <a:lnTo>
                  <a:pt x="276161" y="289331"/>
                </a:lnTo>
                <a:lnTo>
                  <a:pt x="325809" y="310835"/>
                </a:lnTo>
                <a:lnTo>
                  <a:pt x="377312" y="328717"/>
                </a:lnTo>
                <a:lnTo>
                  <a:pt x="430338" y="343288"/>
                </a:lnTo>
                <a:lnTo>
                  <a:pt x="484555" y="35486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9672959" y="4558219"/>
            <a:ext cx="485140" cy="354965"/>
          </a:xfrm>
          <a:custGeom>
            <a:avLst/>
            <a:gdLst/>
            <a:ahLst/>
            <a:cxnLst/>
            <a:rect l="l" t="t" r="r" b="b"/>
            <a:pathLst>
              <a:path w="485140" h="354964">
                <a:moveTo>
                  <a:pt x="484555" y="0"/>
                </a:moveTo>
                <a:lnTo>
                  <a:pt x="459486" y="44097"/>
                </a:lnTo>
                <a:lnTo>
                  <a:pt x="432924" y="87142"/>
                </a:lnTo>
                <a:lnTo>
                  <a:pt x="404321" y="128405"/>
                </a:lnTo>
                <a:lnTo>
                  <a:pt x="373132" y="167156"/>
                </a:lnTo>
                <a:lnTo>
                  <a:pt x="338808" y="202666"/>
                </a:lnTo>
                <a:lnTo>
                  <a:pt x="300804" y="234205"/>
                </a:lnTo>
                <a:lnTo>
                  <a:pt x="255858" y="263893"/>
                </a:lnTo>
                <a:lnTo>
                  <a:pt x="208395" y="289332"/>
                </a:lnTo>
                <a:lnTo>
                  <a:pt x="158747" y="310837"/>
                </a:lnTo>
                <a:lnTo>
                  <a:pt x="107244" y="328718"/>
                </a:lnTo>
                <a:lnTo>
                  <a:pt x="54218" y="343289"/>
                </a:lnTo>
                <a:lnTo>
                  <a:pt x="0" y="354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0357420" y="4775605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33" y="0"/>
                </a:moveTo>
                <a:lnTo>
                  <a:pt x="13042" y="1682"/>
                </a:lnTo>
                <a:lnTo>
                  <a:pt x="6261" y="6263"/>
                </a:lnTo>
                <a:lnTo>
                  <a:pt x="1681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1" y="159448"/>
                </a:lnTo>
                <a:lnTo>
                  <a:pt x="6261" y="166230"/>
                </a:lnTo>
                <a:lnTo>
                  <a:pt x="13042" y="170811"/>
                </a:lnTo>
                <a:lnTo>
                  <a:pt x="21325" y="172493"/>
                </a:lnTo>
                <a:lnTo>
                  <a:pt x="29615" y="170811"/>
                </a:lnTo>
                <a:lnTo>
                  <a:pt x="36395" y="166230"/>
                </a:lnTo>
                <a:lnTo>
                  <a:pt x="40976" y="159448"/>
                </a:lnTo>
                <a:lnTo>
                  <a:pt x="42659" y="151164"/>
                </a:lnTo>
                <a:lnTo>
                  <a:pt x="42659" y="21327"/>
                </a:lnTo>
                <a:lnTo>
                  <a:pt x="40976" y="13045"/>
                </a:lnTo>
                <a:lnTo>
                  <a:pt x="36395" y="6263"/>
                </a:lnTo>
                <a:lnTo>
                  <a:pt x="29615" y="1682"/>
                </a:lnTo>
                <a:lnTo>
                  <a:pt x="2133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0052287" y="4489405"/>
            <a:ext cx="327025" cy="295275"/>
          </a:xfrm>
          <a:custGeom>
            <a:avLst/>
            <a:gdLst/>
            <a:ahLst/>
            <a:cxnLst/>
            <a:rect l="l" t="t" r="r" b="b"/>
            <a:pathLst>
              <a:path w="327025" h="295275">
                <a:moveTo>
                  <a:pt x="0" y="0"/>
                </a:moveTo>
                <a:lnTo>
                  <a:pt x="44218" y="155"/>
                </a:lnTo>
                <a:lnTo>
                  <a:pt x="85719" y="4182"/>
                </a:lnTo>
                <a:lnTo>
                  <a:pt x="124441" y="12570"/>
                </a:lnTo>
                <a:lnTo>
                  <a:pt x="160318" y="25806"/>
                </a:lnTo>
                <a:lnTo>
                  <a:pt x="223284" y="68779"/>
                </a:lnTo>
                <a:lnTo>
                  <a:pt x="250246" y="99491"/>
                </a:lnTo>
                <a:lnTo>
                  <a:pt x="274108" y="137006"/>
                </a:lnTo>
                <a:lnTo>
                  <a:pt x="294806" y="181811"/>
                </a:lnTo>
                <a:lnTo>
                  <a:pt x="312278" y="234395"/>
                </a:lnTo>
                <a:lnTo>
                  <a:pt x="326458" y="2952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0052287" y="4098884"/>
            <a:ext cx="327025" cy="685800"/>
          </a:xfrm>
          <a:custGeom>
            <a:avLst/>
            <a:gdLst/>
            <a:ahLst/>
            <a:cxnLst/>
            <a:rect l="l" t="t" r="r" b="b"/>
            <a:pathLst>
              <a:path w="327025" h="685800">
                <a:moveTo>
                  <a:pt x="0" y="0"/>
                </a:moveTo>
                <a:lnTo>
                  <a:pt x="47860" y="6670"/>
                </a:lnTo>
                <a:lnTo>
                  <a:pt x="90628" y="18628"/>
                </a:lnTo>
                <a:lnTo>
                  <a:pt x="128597" y="35477"/>
                </a:lnTo>
                <a:lnTo>
                  <a:pt x="162064" y="56821"/>
                </a:lnTo>
                <a:lnTo>
                  <a:pt x="191324" y="82262"/>
                </a:lnTo>
                <a:lnTo>
                  <a:pt x="216674" y="111404"/>
                </a:lnTo>
                <a:lnTo>
                  <a:pt x="238407" y="143849"/>
                </a:lnTo>
                <a:lnTo>
                  <a:pt x="256822" y="179202"/>
                </a:lnTo>
                <a:lnTo>
                  <a:pt x="272212" y="217066"/>
                </a:lnTo>
                <a:lnTo>
                  <a:pt x="284873" y="257043"/>
                </a:lnTo>
                <a:lnTo>
                  <a:pt x="295102" y="298737"/>
                </a:lnTo>
                <a:lnTo>
                  <a:pt x="303193" y="341751"/>
                </a:lnTo>
                <a:lnTo>
                  <a:pt x="309443" y="385688"/>
                </a:lnTo>
                <a:lnTo>
                  <a:pt x="314146" y="430151"/>
                </a:lnTo>
                <a:lnTo>
                  <a:pt x="317600" y="474744"/>
                </a:lnTo>
                <a:lnTo>
                  <a:pt x="320098" y="519070"/>
                </a:lnTo>
                <a:lnTo>
                  <a:pt x="321938" y="562733"/>
                </a:lnTo>
                <a:lnTo>
                  <a:pt x="323414" y="605334"/>
                </a:lnTo>
                <a:lnTo>
                  <a:pt x="324822" y="646478"/>
                </a:lnTo>
                <a:lnTo>
                  <a:pt x="326458" y="6857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9829400" y="3987439"/>
            <a:ext cx="222887" cy="2228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9109307" y="3987439"/>
            <a:ext cx="222886" cy="2228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829400" y="4377964"/>
            <a:ext cx="222887" cy="22288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9109307" y="4377964"/>
            <a:ext cx="222886" cy="22288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761514" y="4775605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20">
                <a:moveTo>
                  <a:pt x="21327" y="0"/>
                </a:moveTo>
                <a:lnTo>
                  <a:pt x="13045" y="1682"/>
                </a:lnTo>
                <a:lnTo>
                  <a:pt x="6263" y="6263"/>
                </a:lnTo>
                <a:lnTo>
                  <a:pt x="1682" y="13045"/>
                </a:lnTo>
                <a:lnTo>
                  <a:pt x="0" y="21327"/>
                </a:lnTo>
                <a:lnTo>
                  <a:pt x="0" y="151164"/>
                </a:lnTo>
                <a:lnTo>
                  <a:pt x="1682" y="159448"/>
                </a:lnTo>
                <a:lnTo>
                  <a:pt x="6263" y="166230"/>
                </a:lnTo>
                <a:lnTo>
                  <a:pt x="13045" y="170811"/>
                </a:lnTo>
                <a:lnTo>
                  <a:pt x="21333" y="172493"/>
                </a:lnTo>
                <a:lnTo>
                  <a:pt x="29616" y="170811"/>
                </a:lnTo>
                <a:lnTo>
                  <a:pt x="36398" y="166230"/>
                </a:lnTo>
                <a:lnTo>
                  <a:pt x="40978" y="159448"/>
                </a:lnTo>
                <a:lnTo>
                  <a:pt x="42660" y="151164"/>
                </a:lnTo>
                <a:lnTo>
                  <a:pt x="42660" y="21327"/>
                </a:lnTo>
                <a:lnTo>
                  <a:pt x="40978" y="13045"/>
                </a:lnTo>
                <a:lnTo>
                  <a:pt x="36398" y="6263"/>
                </a:lnTo>
                <a:lnTo>
                  <a:pt x="29616" y="1682"/>
                </a:lnTo>
                <a:lnTo>
                  <a:pt x="2132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782847" y="4489405"/>
            <a:ext cx="327025" cy="295275"/>
          </a:xfrm>
          <a:custGeom>
            <a:avLst/>
            <a:gdLst/>
            <a:ahLst/>
            <a:cxnLst/>
            <a:rect l="l" t="t" r="r" b="b"/>
            <a:pathLst>
              <a:path w="327025" h="295275">
                <a:moveTo>
                  <a:pt x="326459" y="0"/>
                </a:moveTo>
                <a:lnTo>
                  <a:pt x="282241" y="155"/>
                </a:lnTo>
                <a:lnTo>
                  <a:pt x="240739" y="4182"/>
                </a:lnTo>
                <a:lnTo>
                  <a:pt x="202017" y="12570"/>
                </a:lnTo>
                <a:lnTo>
                  <a:pt x="166140" y="25806"/>
                </a:lnTo>
                <a:lnTo>
                  <a:pt x="103173" y="68779"/>
                </a:lnTo>
                <a:lnTo>
                  <a:pt x="76212" y="99491"/>
                </a:lnTo>
                <a:lnTo>
                  <a:pt x="52350" y="137006"/>
                </a:lnTo>
                <a:lnTo>
                  <a:pt x="31651" y="181811"/>
                </a:lnTo>
                <a:lnTo>
                  <a:pt x="14180" y="234395"/>
                </a:lnTo>
                <a:lnTo>
                  <a:pt x="0" y="2952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782847" y="4098884"/>
            <a:ext cx="327025" cy="685800"/>
          </a:xfrm>
          <a:custGeom>
            <a:avLst/>
            <a:gdLst/>
            <a:ahLst/>
            <a:cxnLst/>
            <a:rect l="l" t="t" r="r" b="b"/>
            <a:pathLst>
              <a:path w="327025" h="685800">
                <a:moveTo>
                  <a:pt x="326459" y="0"/>
                </a:moveTo>
                <a:lnTo>
                  <a:pt x="278598" y="6670"/>
                </a:lnTo>
                <a:lnTo>
                  <a:pt x="235831" y="18628"/>
                </a:lnTo>
                <a:lnTo>
                  <a:pt x="197862" y="35477"/>
                </a:lnTo>
                <a:lnTo>
                  <a:pt x="164394" y="56821"/>
                </a:lnTo>
                <a:lnTo>
                  <a:pt x="135134" y="82262"/>
                </a:lnTo>
                <a:lnTo>
                  <a:pt x="109784" y="111404"/>
                </a:lnTo>
                <a:lnTo>
                  <a:pt x="88050" y="143849"/>
                </a:lnTo>
                <a:lnTo>
                  <a:pt x="69636" y="179202"/>
                </a:lnTo>
                <a:lnTo>
                  <a:pt x="54246" y="217066"/>
                </a:lnTo>
                <a:lnTo>
                  <a:pt x="41585" y="257043"/>
                </a:lnTo>
                <a:lnTo>
                  <a:pt x="31356" y="298737"/>
                </a:lnTo>
                <a:lnTo>
                  <a:pt x="23265" y="341751"/>
                </a:lnTo>
                <a:lnTo>
                  <a:pt x="17015" y="385688"/>
                </a:lnTo>
                <a:lnTo>
                  <a:pt x="12311" y="430151"/>
                </a:lnTo>
                <a:lnTo>
                  <a:pt x="8858" y="474744"/>
                </a:lnTo>
                <a:lnTo>
                  <a:pt x="6359" y="519070"/>
                </a:lnTo>
                <a:lnTo>
                  <a:pt x="4520" y="562733"/>
                </a:lnTo>
                <a:lnTo>
                  <a:pt x="3044" y="605334"/>
                </a:lnTo>
                <a:lnTo>
                  <a:pt x="1635" y="646478"/>
                </a:lnTo>
                <a:lnTo>
                  <a:pt x="0" y="6857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123645" y="4243816"/>
            <a:ext cx="929640" cy="69850"/>
          </a:xfrm>
          <a:custGeom>
            <a:avLst/>
            <a:gdLst/>
            <a:ahLst/>
            <a:cxnLst/>
            <a:rect l="l" t="t" r="r" b="b"/>
            <a:pathLst>
              <a:path w="929640" h="69850">
                <a:moveTo>
                  <a:pt x="0" y="0"/>
                </a:moveTo>
                <a:lnTo>
                  <a:pt x="51297" y="16055"/>
                </a:lnTo>
                <a:lnTo>
                  <a:pt x="101964" y="29794"/>
                </a:lnTo>
                <a:lnTo>
                  <a:pt x="152064" y="41315"/>
                </a:lnTo>
                <a:lnTo>
                  <a:pt x="201662" y="50714"/>
                </a:lnTo>
                <a:lnTo>
                  <a:pt x="250824" y="58090"/>
                </a:lnTo>
                <a:lnTo>
                  <a:pt x="299614" y="63540"/>
                </a:lnTo>
                <a:lnTo>
                  <a:pt x="348098" y="67160"/>
                </a:lnTo>
                <a:lnTo>
                  <a:pt x="396340" y="69049"/>
                </a:lnTo>
                <a:lnTo>
                  <a:pt x="444406" y="69304"/>
                </a:lnTo>
                <a:lnTo>
                  <a:pt x="492360" y="68022"/>
                </a:lnTo>
                <a:lnTo>
                  <a:pt x="540267" y="65300"/>
                </a:lnTo>
                <a:lnTo>
                  <a:pt x="588192" y="61236"/>
                </a:lnTo>
                <a:lnTo>
                  <a:pt x="636201" y="55928"/>
                </a:lnTo>
                <a:lnTo>
                  <a:pt x="684358" y="49472"/>
                </a:lnTo>
                <a:lnTo>
                  <a:pt x="732729" y="41967"/>
                </a:lnTo>
                <a:lnTo>
                  <a:pt x="781377" y="33508"/>
                </a:lnTo>
                <a:lnTo>
                  <a:pt x="830369" y="24195"/>
                </a:lnTo>
                <a:lnTo>
                  <a:pt x="879769" y="14123"/>
                </a:lnTo>
                <a:lnTo>
                  <a:pt x="929642" y="339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9232132" y="4237527"/>
            <a:ext cx="25400" cy="97155"/>
          </a:xfrm>
          <a:custGeom>
            <a:avLst/>
            <a:gdLst/>
            <a:ahLst/>
            <a:cxnLst/>
            <a:rect l="l" t="t" r="r" b="b"/>
            <a:pathLst>
              <a:path w="25400" h="97154">
                <a:moveTo>
                  <a:pt x="25068" y="0"/>
                </a:moveTo>
                <a:lnTo>
                  <a:pt x="9748" y="23231"/>
                </a:lnTo>
                <a:lnTo>
                  <a:pt x="1793" y="46196"/>
                </a:lnTo>
                <a:lnTo>
                  <a:pt x="0" y="70233"/>
                </a:lnTo>
                <a:lnTo>
                  <a:pt x="3163" y="9668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9313471" y="4256733"/>
            <a:ext cx="25400" cy="97155"/>
          </a:xfrm>
          <a:custGeom>
            <a:avLst/>
            <a:gdLst/>
            <a:ahLst/>
            <a:cxnLst/>
            <a:rect l="l" t="t" r="r" b="b"/>
            <a:pathLst>
              <a:path w="25400" h="97154">
                <a:moveTo>
                  <a:pt x="25068" y="0"/>
                </a:moveTo>
                <a:lnTo>
                  <a:pt x="9748" y="23231"/>
                </a:lnTo>
                <a:lnTo>
                  <a:pt x="1793" y="46195"/>
                </a:lnTo>
                <a:lnTo>
                  <a:pt x="0" y="70232"/>
                </a:lnTo>
                <a:lnTo>
                  <a:pt x="3163" y="966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404617" y="4262220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17402" y="0"/>
                </a:moveTo>
                <a:lnTo>
                  <a:pt x="5063" y="24942"/>
                </a:lnTo>
                <a:lnTo>
                  <a:pt x="0" y="48712"/>
                </a:lnTo>
                <a:lnTo>
                  <a:pt x="1182" y="72786"/>
                </a:lnTo>
                <a:lnTo>
                  <a:pt x="7582" y="9864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9496327" y="4261305"/>
            <a:ext cx="18415" cy="99060"/>
          </a:xfrm>
          <a:custGeom>
            <a:avLst/>
            <a:gdLst/>
            <a:ahLst/>
            <a:cxnLst/>
            <a:rect l="l" t="t" r="r" b="b"/>
            <a:pathLst>
              <a:path w="18415" h="99060">
                <a:moveTo>
                  <a:pt x="17849" y="0"/>
                </a:moveTo>
                <a:lnTo>
                  <a:pt x="5281" y="24829"/>
                </a:lnTo>
                <a:lnTo>
                  <a:pt x="0" y="48551"/>
                </a:lnTo>
                <a:lnTo>
                  <a:pt x="962" y="72636"/>
                </a:lnTo>
                <a:lnTo>
                  <a:pt x="7125" y="985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9582016" y="4267559"/>
            <a:ext cx="13970" cy="99695"/>
          </a:xfrm>
          <a:custGeom>
            <a:avLst/>
            <a:gdLst/>
            <a:ahLst/>
            <a:cxnLst/>
            <a:rect l="l" t="t" r="r" b="b"/>
            <a:pathLst>
              <a:path w="13970" h="99695">
                <a:moveTo>
                  <a:pt x="13639" y="0"/>
                </a:moveTo>
                <a:lnTo>
                  <a:pt x="3236" y="25810"/>
                </a:lnTo>
                <a:lnTo>
                  <a:pt x="0" y="49896"/>
                </a:lnTo>
                <a:lnTo>
                  <a:pt x="3015" y="73810"/>
                </a:lnTo>
                <a:lnTo>
                  <a:pt x="11367" y="9910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9671801" y="4267524"/>
            <a:ext cx="13970" cy="99695"/>
          </a:xfrm>
          <a:custGeom>
            <a:avLst/>
            <a:gdLst/>
            <a:ahLst/>
            <a:cxnLst/>
            <a:rect l="l" t="t" r="r" b="b"/>
            <a:pathLst>
              <a:path w="13970" h="99695">
                <a:moveTo>
                  <a:pt x="13566" y="0"/>
                </a:moveTo>
                <a:lnTo>
                  <a:pt x="3201" y="25825"/>
                </a:lnTo>
                <a:lnTo>
                  <a:pt x="0" y="49916"/>
                </a:lnTo>
                <a:lnTo>
                  <a:pt x="3049" y="73826"/>
                </a:lnTo>
                <a:lnTo>
                  <a:pt x="11438" y="9910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9795002" y="4252464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7422" y="0"/>
                </a:moveTo>
                <a:lnTo>
                  <a:pt x="261" y="26891"/>
                </a:lnTo>
                <a:lnTo>
                  <a:pt x="0" y="51194"/>
                </a:lnTo>
                <a:lnTo>
                  <a:pt x="5921" y="74560"/>
                </a:lnTo>
                <a:lnTo>
                  <a:pt x="17308" y="9864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9882478" y="4236591"/>
            <a:ext cx="17780" cy="99060"/>
          </a:xfrm>
          <a:custGeom>
            <a:avLst/>
            <a:gdLst/>
            <a:ahLst/>
            <a:cxnLst/>
            <a:rect l="l" t="t" r="r" b="b"/>
            <a:pathLst>
              <a:path w="17779" h="99060">
                <a:moveTo>
                  <a:pt x="7063" y="0"/>
                </a:moveTo>
                <a:lnTo>
                  <a:pt x="90" y="26940"/>
                </a:lnTo>
                <a:lnTo>
                  <a:pt x="0" y="51244"/>
                </a:lnTo>
                <a:lnTo>
                  <a:pt x="6086" y="74567"/>
                </a:lnTo>
                <a:lnTo>
                  <a:pt x="17644" y="985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2589674" y="7865489"/>
            <a:ext cx="39052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5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113255" y="7865489"/>
            <a:ext cx="45529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8641" y="589492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46277" y="5910116"/>
            <a:ext cx="32499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2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疤痕周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890" y="4621660"/>
            <a:ext cx="26714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伤⼝完全愈合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摩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15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867" y="4849095"/>
            <a:ext cx="16821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141" y="6397091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使⽤低频神经肌⾁治疗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将电极⽚贴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于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112" y="6624522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疤痕周围组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织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通过电刺激促进局部炎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性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083" y="6851956"/>
            <a:ext cx="2146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消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散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排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泄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细胞再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⽣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缓解疼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6960" y="602326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1770" y="603769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6960" y="42526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44056" y="426719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8875" y="3139033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9619" y="277006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59"/>
                </a:lnTo>
                <a:lnTo>
                  <a:pt x="923837" y="208025"/>
                </a:lnTo>
                <a:lnTo>
                  <a:pt x="885071" y="234218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8"/>
                </a:lnTo>
                <a:lnTo>
                  <a:pt x="35810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1161" y="278441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188" y="549631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188" y="373565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923920" y="5910116"/>
            <a:ext cx="32499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2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14552" y="589492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802891" y="4568154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02888" y="4816266"/>
            <a:ext cx="1489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04566" y="6456012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通过电刺激使腹部肌⾁被动收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对肌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群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04538" y="6683446"/>
            <a:ext cx="2724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强化训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以达到与⾃主训练同样的效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果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731700" y="608218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803943" y="609187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731700" y="421015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806229" y="4219834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798000" y="3100873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731700" y="273190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1" y="0"/>
                </a:lnTo>
                <a:lnTo>
                  <a:pt x="885072" y="9619"/>
                </a:lnTo>
                <a:lnTo>
                  <a:pt x="923838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8" y="208026"/>
                </a:lnTo>
                <a:lnTo>
                  <a:pt x="885072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1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1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803335" y="274625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802867" y="5064375"/>
            <a:ext cx="2588895" cy="63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配合运动饮⻝和⼿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法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9050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809732" y="375552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396294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82188" y="1392714"/>
            <a:ext cx="39973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淡化疤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痕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37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0395484" y="1401977"/>
            <a:ext cx="4008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腹部松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弛</a:t>
            </a:r>
            <a:r>
              <a:rPr sz="2500" b="1" spc="18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38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399482" y="3206855"/>
            <a:ext cx="234315" cy="2393950"/>
          </a:xfrm>
          <a:custGeom>
            <a:avLst/>
            <a:gdLst/>
            <a:ahLst/>
            <a:cxnLst/>
            <a:rect l="l" t="t" r="r" b="b"/>
            <a:pathLst>
              <a:path w="234314" h="2393950">
                <a:moveTo>
                  <a:pt x="154604" y="0"/>
                </a:moveTo>
                <a:lnTo>
                  <a:pt x="171516" y="50216"/>
                </a:lnTo>
                <a:lnTo>
                  <a:pt x="186627" y="100025"/>
                </a:lnTo>
                <a:lnTo>
                  <a:pt x="199845" y="149620"/>
                </a:lnTo>
                <a:lnTo>
                  <a:pt x="211078" y="199192"/>
                </a:lnTo>
                <a:lnTo>
                  <a:pt x="220233" y="248936"/>
                </a:lnTo>
                <a:lnTo>
                  <a:pt x="227220" y="299043"/>
                </a:lnTo>
                <a:lnTo>
                  <a:pt x="231946" y="349706"/>
                </a:lnTo>
                <a:lnTo>
                  <a:pt x="234320" y="401117"/>
                </a:lnTo>
                <a:lnTo>
                  <a:pt x="234248" y="453471"/>
                </a:lnTo>
                <a:lnTo>
                  <a:pt x="231639" y="506958"/>
                </a:lnTo>
                <a:lnTo>
                  <a:pt x="222214" y="570800"/>
                </a:lnTo>
                <a:lnTo>
                  <a:pt x="213908" y="608062"/>
                </a:lnTo>
                <a:lnTo>
                  <a:pt x="203598" y="648476"/>
                </a:lnTo>
                <a:lnTo>
                  <a:pt x="191575" y="691733"/>
                </a:lnTo>
                <a:lnTo>
                  <a:pt x="178131" y="737525"/>
                </a:lnTo>
                <a:lnTo>
                  <a:pt x="163560" y="785546"/>
                </a:lnTo>
                <a:lnTo>
                  <a:pt x="148153" y="835487"/>
                </a:lnTo>
                <a:lnTo>
                  <a:pt x="132204" y="887040"/>
                </a:lnTo>
                <a:lnTo>
                  <a:pt x="116004" y="939899"/>
                </a:lnTo>
                <a:lnTo>
                  <a:pt x="99846" y="993756"/>
                </a:lnTo>
                <a:lnTo>
                  <a:pt x="84023" y="1048302"/>
                </a:lnTo>
                <a:lnTo>
                  <a:pt x="68827" y="1103231"/>
                </a:lnTo>
                <a:lnTo>
                  <a:pt x="54550" y="1158234"/>
                </a:lnTo>
                <a:lnTo>
                  <a:pt x="41484" y="1213004"/>
                </a:lnTo>
                <a:lnTo>
                  <a:pt x="29923" y="1267234"/>
                </a:lnTo>
                <a:lnTo>
                  <a:pt x="20159" y="1320615"/>
                </a:lnTo>
                <a:lnTo>
                  <a:pt x="12483" y="1372841"/>
                </a:lnTo>
                <a:lnTo>
                  <a:pt x="7189" y="1423603"/>
                </a:lnTo>
                <a:lnTo>
                  <a:pt x="4570" y="1472594"/>
                </a:lnTo>
                <a:lnTo>
                  <a:pt x="3324" y="1521515"/>
                </a:lnTo>
                <a:lnTo>
                  <a:pt x="2114" y="1569537"/>
                </a:lnTo>
                <a:lnTo>
                  <a:pt x="1071" y="1616809"/>
                </a:lnTo>
                <a:lnTo>
                  <a:pt x="322" y="1663482"/>
                </a:lnTo>
                <a:lnTo>
                  <a:pt x="0" y="1709706"/>
                </a:lnTo>
                <a:lnTo>
                  <a:pt x="231" y="1755632"/>
                </a:lnTo>
                <a:lnTo>
                  <a:pt x="1147" y="1801410"/>
                </a:lnTo>
                <a:lnTo>
                  <a:pt x="2877" y="1847190"/>
                </a:lnTo>
                <a:lnTo>
                  <a:pt x="5550" y="1893123"/>
                </a:lnTo>
                <a:lnTo>
                  <a:pt x="9296" y="1939360"/>
                </a:lnTo>
                <a:lnTo>
                  <a:pt x="14244" y="1986050"/>
                </a:lnTo>
                <a:lnTo>
                  <a:pt x="20524" y="2033344"/>
                </a:lnTo>
                <a:lnTo>
                  <a:pt x="28266" y="2081392"/>
                </a:lnTo>
                <a:lnTo>
                  <a:pt x="37600" y="2130346"/>
                </a:lnTo>
                <a:lnTo>
                  <a:pt x="48653" y="2180355"/>
                </a:lnTo>
                <a:lnTo>
                  <a:pt x="61558" y="2231569"/>
                </a:lnTo>
                <a:lnTo>
                  <a:pt x="76441" y="2284140"/>
                </a:lnTo>
                <a:lnTo>
                  <a:pt x="93435" y="2338218"/>
                </a:lnTo>
                <a:lnTo>
                  <a:pt x="112667" y="239395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414777" y="3206855"/>
            <a:ext cx="234315" cy="2393950"/>
          </a:xfrm>
          <a:custGeom>
            <a:avLst/>
            <a:gdLst/>
            <a:ahLst/>
            <a:cxnLst/>
            <a:rect l="l" t="t" r="r" b="b"/>
            <a:pathLst>
              <a:path w="234315" h="2393950">
                <a:moveTo>
                  <a:pt x="79715" y="0"/>
                </a:moveTo>
                <a:lnTo>
                  <a:pt x="62803" y="50216"/>
                </a:lnTo>
                <a:lnTo>
                  <a:pt x="47692" y="100025"/>
                </a:lnTo>
                <a:lnTo>
                  <a:pt x="34474" y="149620"/>
                </a:lnTo>
                <a:lnTo>
                  <a:pt x="23241" y="199192"/>
                </a:lnTo>
                <a:lnTo>
                  <a:pt x="14086" y="248936"/>
                </a:lnTo>
                <a:lnTo>
                  <a:pt x="7099" y="299043"/>
                </a:lnTo>
                <a:lnTo>
                  <a:pt x="2373" y="349706"/>
                </a:lnTo>
                <a:lnTo>
                  <a:pt x="0" y="401117"/>
                </a:lnTo>
                <a:lnTo>
                  <a:pt x="71" y="453471"/>
                </a:lnTo>
                <a:lnTo>
                  <a:pt x="2680" y="506958"/>
                </a:lnTo>
                <a:lnTo>
                  <a:pt x="12106" y="570800"/>
                </a:lnTo>
                <a:lnTo>
                  <a:pt x="20411" y="608063"/>
                </a:lnTo>
                <a:lnTo>
                  <a:pt x="30721" y="648477"/>
                </a:lnTo>
                <a:lnTo>
                  <a:pt x="42745" y="691734"/>
                </a:lnTo>
                <a:lnTo>
                  <a:pt x="56188" y="737526"/>
                </a:lnTo>
                <a:lnTo>
                  <a:pt x="70759" y="785547"/>
                </a:lnTo>
                <a:lnTo>
                  <a:pt x="86165" y="835488"/>
                </a:lnTo>
                <a:lnTo>
                  <a:pt x="102114" y="887041"/>
                </a:lnTo>
                <a:lnTo>
                  <a:pt x="118314" y="939900"/>
                </a:lnTo>
                <a:lnTo>
                  <a:pt x="134471" y="993756"/>
                </a:lnTo>
                <a:lnTo>
                  <a:pt x="150295" y="1048303"/>
                </a:lnTo>
                <a:lnTo>
                  <a:pt x="165491" y="1103231"/>
                </a:lnTo>
                <a:lnTo>
                  <a:pt x="179768" y="1158234"/>
                </a:lnTo>
                <a:lnTo>
                  <a:pt x="192833" y="1213005"/>
                </a:lnTo>
                <a:lnTo>
                  <a:pt x="204395" y="1267234"/>
                </a:lnTo>
                <a:lnTo>
                  <a:pt x="214159" y="1320615"/>
                </a:lnTo>
                <a:lnTo>
                  <a:pt x="221835" y="1372841"/>
                </a:lnTo>
                <a:lnTo>
                  <a:pt x="227129" y="1423603"/>
                </a:lnTo>
                <a:lnTo>
                  <a:pt x="229749" y="1472594"/>
                </a:lnTo>
                <a:lnTo>
                  <a:pt x="230995" y="1521515"/>
                </a:lnTo>
                <a:lnTo>
                  <a:pt x="232204" y="1569537"/>
                </a:lnTo>
                <a:lnTo>
                  <a:pt x="233247" y="1616809"/>
                </a:lnTo>
                <a:lnTo>
                  <a:pt x="233995" y="1663482"/>
                </a:lnTo>
                <a:lnTo>
                  <a:pt x="234318" y="1709706"/>
                </a:lnTo>
                <a:lnTo>
                  <a:pt x="234086" y="1755632"/>
                </a:lnTo>
                <a:lnTo>
                  <a:pt x="233170" y="1801410"/>
                </a:lnTo>
                <a:lnTo>
                  <a:pt x="231441" y="1847190"/>
                </a:lnTo>
                <a:lnTo>
                  <a:pt x="228768" y="1893123"/>
                </a:lnTo>
                <a:lnTo>
                  <a:pt x="225022" y="1939360"/>
                </a:lnTo>
                <a:lnTo>
                  <a:pt x="220074" y="1986050"/>
                </a:lnTo>
                <a:lnTo>
                  <a:pt x="213794" y="2033344"/>
                </a:lnTo>
                <a:lnTo>
                  <a:pt x="206052" y="2081392"/>
                </a:lnTo>
                <a:lnTo>
                  <a:pt x="196719" y="2130346"/>
                </a:lnTo>
                <a:lnTo>
                  <a:pt x="185665" y="2180355"/>
                </a:lnTo>
                <a:lnTo>
                  <a:pt x="172761" y="2231569"/>
                </a:lnTo>
                <a:lnTo>
                  <a:pt x="157877" y="2284140"/>
                </a:lnTo>
                <a:lnTo>
                  <a:pt x="140884" y="2338218"/>
                </a:lnTo>
                <a:lnTo>
                  <a:pt x="121652" y="239395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459094" y="3719966"/>
            <a:ext cx="103306" cy="962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373746" y="5120640"/>
            <a:ext cx="274955" cy="486409"/>
          </a:xfrm>
          <a:custGeom>
            <a:avLst/>
            <a:gdLst/>
            <a:ahLst/>
            <a:cxnLst/>
            <a:rect l="l" t="t" r="r" b="b"/>
            <a:pathLst>
              <a:path w="274954" h="486410">
                <a:moveTo>
                  <a:pt x="1852" y="485799"/>
                </a:moveTo>
                <a:lnTo>
                  <a:pt x="905" y="444062"/>
                </a:lnTo>
                <a:lnTo>
                  <a:pt x="97" y="396627"/>
                </a:lnTo>
                <a:lnTo>
                  <a:pt x="0" y="345271"/>
                </a:lnTo>
                <a:lnTo>
                  <a:pt x="1186" y="291772"/>
                </a:lnTo>
                <a:lnTo>
                  <a:pt x="4228" y="237908"/>
                </a:lnTo>
                <a:lnTo>
                  <a:pt x="9701" y="185458"/>
                </a:lnTo>
                <a:lnTo>
                  <a:pt x="18176" y="136198"/>
                </a:lnTo>
                <a:lnTo>
                  <a:pt x="30226" y="91908"/>
                </a:lnTo>
                <a:lnTo>
                  <a:pt x="46424" y="54365"/>
                </a:lnTo>
                <a:lnTo>
                  <a:pt x="93558" y="6633"/>
                </a:lnTo>
                <a:lnTo>
                  <a:pt x="125639" y="0"/>
                </a:lnTo>
                <a:lnTo>
                  <a:pt x="153092" y="6636"/>
                </a:lnTo>
                <a:lnTo>
                  <a:pt x="197337" y="54377"/>
                </a:lnTo>
                <a:lnTo>
                  <a:pt x="214674" y="91913"/>
                </a:lnTo>
                <a:lnTo>
                  <a:pt x="229184" y="136181"/>
                </a:lnTo>
                <a:lnTo>
                  <a:pt x="241139" y="185398"/>
                </a:lnTo>
                <a:lnTo>
                  <a:pt x="250812" y="237780"/>
                </a:lnTo>
                <a:lnTo>
                  <a:pt x="258476" y="291541"/>
                </a:lnTo>
                <a:lnTo>
                  <a:pt x="264403" y="344900"/>
                </a:lnTo>
                <a:lnTo>
                  <a:pt x="268865" y="396072"/>
                </a:lnTo>
                <a:lnTo>
                  <a:pt x="272136" y="443272"/>
                </a:lnTo>
                <a:lnTo>
                  <a:pt x="274488" y="48471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780911" y="4669355"/>
            <a:ext cx="537210" cy="393700"/>
          </a:xfrm>
          <a:custGeom>
            <a:avLst/>
            <a:gdLst/>
            <a:ahLst/>
            <a:cxnLst/>
            <a:rect l="l" t="t" r="r" b="b"/>
            <a:pathLst>
              <a:path w="537210" h="393700">
                <a:moveTo>
                  <a:pt x="0" y="0"/>
                </a:moveTo>
                <a:lnTo>
                  <a:pt x="23733" y="41952"/>
                </a:lnTo>
                <a:lnTo>
                  <a:pt x="48620" y="83133"/>
                </a:lnTo>
                <a:lnTo>
                  <a:pt x="75040" y="123032"/>
                </a:lnTo>
                <a:lnTo>
                  <a:pt x="103377" y="161141"/>
                </a:lnTo>
                <a:lnTo>
                  <a:pt x="134011" y="196949"/>
                </a:lnTo>
                <a:lnTo>
                  <a:pt x="167326" y="229949"/>
                </a:lnTo>
                <a:lnTo>
                  <a:pt x="203702" y="259631"/>
                </a:lnTo>
                <a:lnTo>
                  <a:pt x="246231" y="288135"/>
                </a:lnTo>
                <a:lnTo>
                  <a:pt x="290847" y="313144"/>
                </a:lnTo>
                <a:lnTo>
                  <a:pt x="337320" y="334875"/>
                </a:lnTo>
                <a:lnTo>
                  <a:pt x="385419" y="353546"/>
                </a:lnTo>
                <a:lnTo>
                  <a:pt x="434913" y="369376"/>
                </a:lnTo>
                <a:lnTo>
                  <a:pt x="485572" y="382584"/>
                </a:lnTo>
                <a:lnTo>
                  <a:pt x="537163" y="39338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661867" y="4639266"/>
            <a:ext cx="537210" cy="393700"/>
          </a:xfrm>
          <a:custGeom>
            <a:avLst/>
            <a:gdLst/>
            <a:ahLst/>
            <a:cxnLst/>
            <a:rect l="l" t="t" r="r" b="b"/>
            <a:pathLst>
              <a:path w="537210" h="393700">
                <a:moveTo>
                  <a:pt x="537164" y="0"/>
                </a:moveTo>
                <a:lnTo>
                  <a:pt x="513430" y="41954"/>
                </a:lnTo>
                <a:lnTo>
                  <a:pt x="488544" y="83135"/>
                </a:lnTo>
                <a:lnTo>
                  <a:pt x="462123" y="123034"/>
                </a:lnTo>
                <a:lnTo>
                  <a:pt x="433787" y="161143"/>
                </a:lnTo>
                <a:lnTo>
                  <a:pt x="403152" y="196951"/>
                </a:lnTo>
                <a:lnTo>
                  <a:pt x="369837" y="229950"/>
                </a:lnTo>
                <a:lnTo>
                  <a:pt x="333461" y="259631"/>
                </a:lnTo>
                <a:lnTo>
                  <a:pt x="290933" y="288136"/>
                </a:lnTo>
                <a:lnTo>
                  <a:pt x="246316" y="313145"/>
                </a:lnTo>
                <a:lnTo>
                  <a:pt x="199843" y="334876"/>
                </a:lnTo>
                <a:lnTo>
                  <a:pt x="151744" y="353548"/>
                </a:lnTo>
                <a:lnTo>
                  <a:pt x="102249" y="369378"/>
                </a:lnTo>
                <a:lnTo>
                  <a:pt x="51591" y="382586"/>
                </a:lnTo>
                <a:lnTo>
                  <a:pt x="0" y="393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225696" y="5157137"/>
            <a:ext cx="47625" cy="191770"/>
          </a:xfrm>
          <a:custGeom>
            <a:avLst/>
            <a:gdLst/>
            <a:ahLst/>
            <a:cxnLst/>
            <a:rect l="l" t="t" r="r" b="b"/>
            <a:pathLst>
              <a:path w="47625" h="191770">
                <a:moveTo>
                  <a:pt x="23644" y="0"/>
                </a:moveTo>
                <a:lnTo>
                  <a:pt x="14464" y="1865"/>
                </a:lnTo>
                <a:lnTo>
                  <a:pt x="6946" y="6944"/>
                </a:lnTo>
                <a:lnTo>
                  <a:pt x="1865" y="14462"/>
                </a:lnTo>
                <a:lnTo>
                  <a:pt x="0" y="23644"/>
                </a:lnTo>
                <a:lnTo>
                  <a:pt x="0" y="167576"/>
                </a:lnTo>
                <a:lnTo>
                  <a:pt x="1865" y="176758"/>
                </a:lnTo>
                <a:lnTo>
                  <a:pt x="6946" y="184276"/>
                </a:lnTo>
                <a:lnTo>
                  <a:pt x="14464" y="189356"/>
                </a:lnTo>
                <a:lnTo>
                  <a:pt x="23644" y="191221"/>
                </a:lnTo>
                <a:lnTo>
                  <a:pt x="32828" y="189356"/>
                </a:lnTo>
                <a:lnTo>
                  <a:pt x="40347" y="184276"/>
                </a:lnTo>
                <a:lnTo>
                  <a:pt x="45427" y="176758"/>
                </a:lnTo>
                <a:lnTo>
                  <a:pt x="47293" y="167576"/>
                </a:lnTo>
                <a:lnTo>
                  <a:pt x="47293" y="23644"/>
                </a:lnTo>
                <a:lnTo>
                  <a:pt x="45427" y="14462"/>
                </a:lnTo>
                <a:lnTo>
                  <a:pt x="40347" y="6944"/>
                </a:lnTo>
                <a:lnTo>
                  <a:pt x="32828" y="1865"/>
                </a:lnTo>
                <a:lnTo>
                  <a:pt x="23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834980" y="4797083"/>
            <a:ext cx="414655" cy="360680"/>
          </a:xfrm>
          <a:custGeom>
            <a:avLst/>
            <a:gdLst/>
            <a:ahLst/>
            <a:cxnLst/>
            <a:rect l="l" t="t" r="r" b="b"/>
            <a:pathLst>
              <a:path w="414654" h="360679">
                <a:moveTo>
                  <a:pt x="0" y="0"/>
                </a:moveTo>
                <a:lnTo>
                  <a:pt x="52712" y="451"/>
                </a:lnTo>
                <a:lnTo>
                  <a:pt x="102183" y="4064"/>
                </a:lnTo>
                <a:lnTo>
                  <a:pt x="148332" y="11020"/>
                </a:lnTo>
                <a:lnTo>
                  <a:pt x="191083" y="21501"/>
                </a:lnTo>
                <a:lnTo>
                  <a:pt x="230355" y="35688"/>
                </a:lnTo>
                <a:lnTo>
                  <a:pt x="266072" y="53762"/>
                </a:lnTo>
                <a:lnTo>
                  <a:pt x="298153" y="75905"/>
                </a:lnTo>
                <a:lnTo>
                  <a:pt x="326522" y="102297"/>
                </a:lnTo>
                <a:lnTo>
                  <a:pt x="351099" y="133121"/>
                </a:lnTo>
                <a:lnTo>
                  <a:pt x="371805" y="168557"/>
                </a:lnTo>
                <a:lnTo>
                  <a:pt x="388563" y="208787"/>
                </a:lnTo>
                <a:lnTo>
                  <a:pt x="401294" y="253992"/>
                </a:lnTo>
                <a:lnTo>
                  <a:pt x="409919" y="304354"/>
                </a:lnTo>
                <a:lnTo>
                  <a:pt x="414360" y="3600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34980" y="4192243"/>
            <a:ext cx="414655" cy="965200"/>
          </a:xfrm>
          <a:custGeom>
            <a:avLst/>
            <a:gdLst/>
            <a:ahLst/>
            <a:cxnLst/>
            <a:rect l="l" t="t" r="r" b="b"/>
            <a:pathLst>
              <a:path w="414654" h="965200">
                <a:moveTo>
                  <a:pt x="0" y="0"/>
                </a:moveTo>
                <a:lnTo>
                  <a:pt x="43744" y="209"/>
                </a:lnTo>
                <a:lnTo>
                  <a:pt x="84197" y="5687"/>
                </a:lnTo>
                <a:lnTo>
                  <a:pt x="121490" y="16119"/>
                </a:lnTo>
                <a:lnTo>
                  <a:pt x="187129" y="50580"/>
                </a:lnTo>
                <a:lnTo>
                  <a:pt x="241720" y="101073"/>
                </a:lnTo>
                <a:lnTo>
                  <a:pt x="265203" y="131543"/>
                </a:lnTo>
                <a:lnTo>
                  <a:pt x="286322" y="165075"/>
                </a:lnTo>
                <a:lnTo>
                  <a:pt x="305208" y="201355"/>
                </a:lnTo>
                <a:lnTo>
                  <a:pt x="321994" y="240066"/>
                </a:lnTo>
                <a:lnTo>
                  <a:pt x="336812" y="280895"/>
                </a:lnTo>
                <a:lnTo>
                  <a:pt x="349796" y="323525"/>
                </a:lnTo>
                <a:lnTo>
                  <a:pt x="361076" y="367642"/>
                </a:lnTo>
                <a:lnTo>
                  <a:pt x="370786" y="412930"/>
                </a:lnTo>
                <a:lnTo>
                  <a:pt x="379058" y="459075"/>
                </a:lnTo>
                <a:lnTo>
                  <a:pt x="386025" y="505761"/>
                </a:lnTo>
                <a:lnTo>
                  <a:pt x="391818" y="552672"/>
                </a:lnTo>
                <a:lnTo>
                  <a:pt x="396571" y="599495"/>
                </a:lnTo>
                <a:lnTo>
                  <a:pt x="400415" y="645914"/>
                </a:lnTo>
                <a:lnTo>
                  <a:pt x="403483" y="691613"/>
                </a:lnTo>
                <a:lnTo>
                  <a:pt x="405908" y="736278"/>
                </a:lnTo>
                <a:lnTo>
                  <a:pt x="407821" y="779593"/>
                </a:lnTo>
                <a:lnTo>
                  <a:pt x="409356" y="821243"/>
                </a:lnTo>
                <a:lnTo>
                  <a:pt x="410645" y="860913"/>
                </a:lnTo>
                <a:lnTo>
                  <a:pt x="411819" y="898289"/>
                </a:lnTo>
                <a:lnTo>
                  <a:pt x="413012" y="933054"/>
                </a:lnTo>
                <a:lnTo>
                  <a:pt x="414356" y="96489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203461" y="4064792"/>
            <a:ext cx="631825" cy="255270"/>
          </a:xfrm>
          <a:custGeom>
            <a:avLst/>
            <a:gdLst/>
            <a:ahLst/>
            <a:cxnLst/>
            <a:rect l="l" t="t" r="r" b="b"/>
            <a:pathLst>
              <a:path w="631825" h="255270">
                <a:moveTo>
                  <a:pt x="591872" y="0"/>
                </a:moveTo>
                <a:lnTo>
                  <a:pt x="39650" y="0"/>
                </a:lnTo>
                <a:lnTo>
                  <a:pt x="24253" y="3128"/>
                </a:lnTo>
                <a:lnTo>
                  <a:pt x="11645" y="11645"/>
                </a:lnTo>
                <a:lnTo>
                  <a:pt x="3128" y="24251"/>
                </a:lnTo>
                <a:lnTo>
                  <a:pt x="0" y="39646"/>
                </a:lnTo>
                <a:lnTo>
                  <a:pt x="0" y="215254"/>
                </a:lnTo>
                <a:lnTo>
                  <a:pt x="3128" y="230649"/>
                </a:lnTo>
                <a:lnTo>
                  <a:pt x="11645" y="243255"/>
                </a:lnTo>
                <a:lnTo>
                  <a:pt x="24253" y="251773"/>
                </a:lnTo>
                <a:lnTo>
                  <a:pt x="39650" y="254901"/>
                </a:lnTo>
                <a:lnTo>
                  <a:pt x="591872" y="254901"/>
                </a:lnTo>
                <a:lnTo>
                  <a:pt x="607268" y="251773"/>
                </a:lnTo>
                <a:lnTo>
                  <a:pt x="619875" y="243255"/>
                </a:lnTo>
                <a:lnTo>
                  <a:pt x="628391" y="230649"/>
                </a:lnTo>
                <a:lnTo>
                  <a:pt x="631518" y="215254"/>
                </a:lnTo>
                <a:lnTo>
                  <a:pt x="631518" y="39646"/>
                </a:lnTo>
                <a:lnTo>
                  <a:pt x="628391" y="24251"/>
                </a:lnTo>
                <a:lnTo>
                  <a:pt x="619875" y="11645"/>
                </a:lnTo>
                <a:lnTo>
                  <a:pt x="607268" y="3128"/>
                </a:lnTo>
                <a:lnTo>
                  <a:pt x="59187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012539" y="4427371"/>
            <a:ext cx="1030605" cy="76835"/>
          </a:xfrm>
          <a:custGeom>
            <a:avLst/>
            <a:gdLst/>
            <a:ahLst/>
            <a:cxnLst/>
            <a:rect l="l" t="t" r="r" b="b"/>
            <a:pathLst>
              <a:path w="1030604" h="76835">
                <a:moveTo>
                  <a:pt x="0" y="0"/>
                </a:moveTo>
                <a:lnTo>
                  <a:pt x="51482" y="16215"/>
                </a:lnTo>
                <a:lnTo>
                  <a:pt x="102386" y="30320"/>
                </a:lnTo>
                <a:lnTo>
                  <a:pt x="152765" y="42395"/>
                </a:lnTo>
                <a:lnTo>
                  <a:pt x="202671" y="52520"/>
                </a:lnTo>
                <a:lnTo>
                  <a:pt x="252159" y="60775"/>
                </a:lnTo>
                <a:lnTo>
                  <a:pt x="301282" y="67240"/>
                </a:lnTo>
                <a:lnTo>
                  <a:pt x="350093" y="71995"/>
                </a:lnTo>
                <a:lnTo>
                  <a:pt x="398646" y="75119"/>
                </a:lnTo>
                <a:lnTo>
                  <a:pt x="446993" y="76693"/>
                </a:lnTo>
                <a:lnTo>
                  <a:pt x="495188" y="76797"/>
                </a:lnTo>
                <a:lnTo>
                  <a:pt x="543285" y="75510"/>
                </a:lnTo>
                <a:lnTo>
                  <a:pt x="591337" y="72913"/>
                </a:lnTo>
                <a:lnTo>
                  <a:pt x="639396" y="69085"/>
                </a:lnTo>
                <a:lnTo>
                  <a:pt x="687518" y="64107"/>
                </a:lnTo>
                <a:lnTo>
                  <a:pt x="735754" y="58058"/>
                </a:lnTo>
                <a:lnTo>
                  <a:pt x="784158" y="51018"/>
                </a:lnTo>
                <a:lnTo>
                  <a:pt x="832785" y="43068"/>
                </a:lnTo>
                <a:lnTo>
                  <a:pt x="881686" y="34287"/>
                </a:lnTo>
                <a:lnTo>
                  <a:pt x="930915" y="24754"/>
                </a:lnTo>
                <a:lnTo>
                  <a:pt x="980526" y="14551"/>
                </a:lnTo>
                <a:lnTo>
                  <a:pt x="1030571" y="375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132802" y="4420397"/>
            <a:ext cx="27940" cy="107314"/>
          </a:xfrm>
          <a:custGeom>
            <a:avLst/>
            <a:gdLst/>
            <a:ahLst/>
            <a:cxnLst/>
            <a:rect l="l" t="t" r="r" b="b"/>
            <a:pathLst>
              <a:path w="27939" h="107314">
                <a:moveTo>
                  <a:pt x="27789" y="0"/>
                </a:moveTo>
                <a:lnTo>
                  <a:pt x="10806" y="25754"/>
                </a:lnTo>
                <a:lnTo>
                  <a:pt x="1987" y="51212"/>
                </a:lnTo>
                <a:lnTo>
                  <a:pt x="0" y="77858"/>
                </a:lnTo>
                <a:lnTo>
                  <a:pt x="3507" y="10717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222972" y="4441691"/>
            <a:ext cx="27940" cy="107314"/>
          </a:xfrm>
          <a:custGeom>
            <a:avLst/>
            <a:gdLst/>
            <a:ahLst/>
            <a:cxnLst/>
            <a:rect l="l" t="t" r="r" b="b"/>
            <a:pathLst>
              <a:path w="27939" h="107314">
                <a:moveTo>
                  <a:pt x="27789" y="0"/>
                </a:moveTo>
                <a:lnTo>
                  <a:pt x="10806" y="25752"/>
                </a:lnTo>
                <a:lnTo>
                  <a:pt x="1987" y="51208"/>
                </a:lnTo>
                <a:lnTo>
                  <a:pt x="0" y="77854"/>
                </a:lnTo>
                <a:lnTo>
                  <a:pt x="3508" y="10717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324014" y="4447771"/>
            <a:ext cx="19685" cy="109855"/>
          </a:xfrm>
          <a:custGeom>
            <a:avLst/>
            <a:gdLst/>
            <a:ahLst/>
            <a:cxnLst/>
            <a:rect l="l" t="t" r="r" b="b"/>
            <a:pathLst>
              <a:path w="19685" h="109854">
                <a:moveTo>
                  <a:pt x="19295" y="0"/>
                </a:moveTo>
                <a:lnTo>
                  <a:pt x="5614" y="27650"/>
                </a:lnTo>
                <a:lnTo>
                  <a:pt x="0" y="54001"/>
                </a:lnTo>
                <a:lnTo>
                  <a:pt x="1309" y="80689"/>
                </a:lnTo>
                <a:lnTo>
                  <a:pt x="8402" y="10935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425681" y="4446760"/>
            <a:ext cx="20320" cy="109855"/>
          </a:xfrm>
          <a:custGeom>
            <a:avLst/>
            <a:gdLst/>
            <a:ahLst/>
            <a:cxnLst/>
            <a:rect l="l" t="t" r="r" b="b"/>
            <a:pathLst>
              <a:path w="20320" h="109854">
                <a:moveTo>
                  <a:pt x="19786" y="0"/>
                </a:moveTo>
                <a:lnTo>
                  <a:pt x="5854" y="27523"/>
                </a:lnTo>
                <a:lnTo>
                  <a:pt x="0" y="53821"/>
                </a:lnTo>
                <a:lnTo>
                  <a:pt x="1067" y="80520"/>
                </a:lnTo>
                <a:lnTo>
                  <a:pt x="7899" y="10924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520673" y="4453690"/>
            <a:ext cx="15240" cy="110489"/>
          </a:xfrm>
          <a:custGeom>
            <a:avLst/>
            <a:gdLst/>
            <a:ahLst/>
            <a:cxnLst/>
            <a:rect l="l" t="t" r="r" b="b"/>
            <a:pathLst>
              <a:path w="15239" h="110489">
                <a:moveTo>
                  <a:pt x="15122" y="0"/>
                </a:moveTo>
                <a:lnTo>
                  <a:pt x="3588" y="28613"/>
                </a:lnTo>
                <a:lnTo>
                  <a:pt x="0" y="55314"/>
                </a:lnTo>
                <a:lnTo>
                  <a:pt x="3342" y="81824"/>
                </a:lnTo>
                <a:lnTo>
                  <a:pt x="12602" y="10986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620206" y="4453649"/>
            <a:ext cx="15240" cy="110489"/>
          </a:xfrm>
          <a:custGeom>
            <a:avLst/>
            <a:gdLst/>
            <a:ahLst/>
            <a:cxnLst/>
            <a:rect l="l" t="t" r="r" b="b"/>
            <a:pathLst>
              <a:path w="15239" h="110489">
                <a:moveTo>
                  <a:pt x="15038" y="0"/>
                </a:moveTo>
                <a:lnTo>
                  <a:pt x="3548" y="28629"/>
                </a:lnTo>
                <a:lnTo>
                  <a:pt x="0" y="55336"/>
                </a:lnTo>
                <a:lnTo>
                  <a:pt x="3381" y="81842"/>
                </a:lnTo>
                <a:lnTo>
                  <a:pt x="12681" y="10986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756783" y="4436957"/>
            <a:ext cx="19685" cy="109855"/>
          </a:xfrm>
          <a:custGeom>
            <a:avLst/>
            <a:gdLst/>
            <a:ahLst/>
            <a:cxnLst/>
            <a:rect l="l" t="t" r="r" b="b"/>
            <a:pathLst>
              <a:path w="19685" h="109854">
                <a:moveTo>
                  <a:pt x="8231" y="0"/>
                </a:moveTo>
                <a:lnTo>
                  <a:pt x="290" y="29811"/>
                </a:lnTo>
                <a:lnTo>
                  <a:pt x="0" y="56752"/>
                </a:lnTo>
                <a:lnTo>
                  <a:pt x="6564" y="82655"/>
                </a:lnTo>
                <a:lnTo>
                  <a:pt x="19189" y="1093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853754" y="4419363"/>
            <a:ext cx="19685" cy="109855"/>
          </a:xfrm>
          <a:custGeom>
            <a:avLst/>
            <a:gdLst/>
            <a:ahLst/>
            <a:cxnLst/>
            <a:rect l="l" t="t" r="r" b="b"/>
            <a:pathLst>
              <a:path w="19685" h="109854">
                <a:moveTo>
                  <a:pt x="7829" y="0"/>
                </a:moveTo>
                <a:lnTo>
                  <a:pt x="100" y="29864"/>
                </a:lnTo>
                <a:lnTo>
                  <a:pt x="0" y="56805"/>
                </a:lnTo>
                <a:lnTo>
                  <a:pt x="6746" y="82660"/>
                </a:lnTo>
                <a:lnTo>
                  <a:pt x="19558" y="10926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203461" y="4669632"/>
            <a:ext cx="631825" cy="255270"/>
          </a:xfrm>
          <a:custGeom>
            <a:avLst/>
            <a:gdLst/>
            <a:ahLst/>
            <a:cxnLst/>
            <a:rect l="l" t="t" r="r" b="b"/>
            <a:pathLst>
              <a:path w="631825" h="255270">
                <a:moveTo>
                  <a:pt x="591872" y="0"/>
                </a:moveTo>
                <a:lnTo>
                  <a:pt x="39650" y="0"/>
                </a:lnTo>
                <a:lnTo>
                  <a:pt x="24253" y="3128"/>
                </a:lnTo>
                <a:lnTo>
                  <a:pt x="11645" y="11645"/>
                </a:lnTo>
                <a:lnTo>
                  <a:pt x="3128" y="24251"/>
                </a:lnTo>
                <a:lnTo>
                  <a:pt x="0" y="39646"/>
                </a:lnTo>
                <a:lnTo>
                  <a:pt x="0" y="215254"/>
                </a:lnTo>
                <a:lnTo>
                  <a:pt x="3128" y="230648"/>
                </a:lnTo>
                <a:lnTo>
                  <a:pt x="11645" y="243255"/>
                </a:lnTo>
                <a:lnTo>
                  <a:pt x="24253" y="251773"/>
                </a:lnTo>
                <a:lnTo>
                  <a:pt x="39650" y="254901"/>
                </a:lnTo>
                <a:lnTo>
                  <a:pt x="591872" y="254901"/>
                </a:lnTo>
                <a:lnTo>
                  <a:pt x="607268" y="251773"/>
                </a:lnTo>
                <a:lnTo>
                  <a:pt x="619875" y="243255"/>
                </a:lnTo>
                <a:lnTo>
                  <a:pt x="628391" y="230648"/>
                </a:lnTo>
                <a:lnTo>
                  <a:pt x="631518" y="215254"/>
                </a:lnTo>
                <a:lnTo>
                  <a:pt x="631518" y="39646"/>
                </a:lnTo>
                <a:lnTo>
                  <a:pt x="628391" y="24251"/>
                </a:lnTo>
                <a:lnTo>
                  <a:pt x="619875" y="11645"/>
                </a:lnTo>
                <a:lnTo>
                  <a:pt x="607268" y="3128"/>
                </a:lnTo>
                <a:lnTo>
                  <a:pt x="59187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538942" y="3211492"/>
            <a:ext cx="303530" cy="2389505"/>
          </a:xfrm>
          <a:custGeom>
            <a:avLst/>
            <a:gdLst/>
            <a:ahLst/>
            <a:cxnLst/>
            <a:rect l="l" t="t" r="r" b="b"/>
            <a:pathLst>
              <a:path w="303529" h="2389504">
                <a:moveTo>
                  <a:pt x="0" y="0"/>
                </a:moveTo>
                <a:lnTo>
                  <a:pt x="115" y="54487"/>
                </a:lnTo>
                <a:lnTo>
                  <a:pt x="1730" y="106810"/>
                </a:lnTo>
                <a:lnTo>
                  <a:pt x="4841" y="157427"/>
                </a:lnTo>
                <a:lnTo>
                  <a:pt x="9444" y="206793"/>
                </a:lnTo>
                <a:lnTo>
                  <a:pt x="15535" y="255366"/>
                </a:lnTo>
                <a:lnTo>
                  <a:pt x="23110" y="303603"/>
                </a:lnTo>
                <a:lnTo>
                  <a:pt x="32164" y="351960"/>
                </a:lnTo>
                <a:lnTo>
                  <a:pt x="42693" y="400894"/>
                </a:lnTo>
                <a:lnTo>
                  <a:pt x="54694" y="450862"/>
                </a:lnTo>
                <a:lnTo>
                  <a:pt x="68162" y="502321"/>
                </a:lnTo>
                <a:lnTo>
                  <a:pt x="88206" y="570170"/>
                </a:lnTo>
                <a:lnTo>
                  <a:pt x="100666" y="609461"/>
                </a:lnTo>
                <a:lnTo>
                  <a:pt x="114412" y="651905"/>
                </a:lnTo>
                <a:lnTo>
                  <a:pt x="129192" y="697183"/>
                </a:lnTo>
                <a:lnTo>
                  <a:pt x="144751" y="744975"/>
                </a:lnTo>
                <a:lnTo>
                  <a:pt x="160835" y="794963"/>
                </a:lnTo>
                <a:lnTo>
                  <a:pt x="177190" y="846827"/>
                </a:lnTo>
                <a:lnTo>
                  <a:pt x="193564" y="900249"/>
                </a:lnTo>
                <a:lnTo>
                  <a:pt x="209701" y="954909"/>
                </a:lnTo>
                <a:lnTo>
                  <a:pt x="225348" y="1010489"/>
                </a:lnTo>
                <a:lnTo>
                  <a:pt x="240252" y="1066669"/>
                </a:lnTo>
                <a:lnTo>
                  <a:pt x="254158" y="1123130"/>
                </a:lnTo>
                <a:lnTo>
                  <a:pt x="266812" y="1179554"/>
                </a:lnTo>
                <a:lnTo>
                  <a:pt x="277962" y="1235621"/>
                </a:lnTo>
                <a:lnTo>
                  <a:pt x="287352" y="1291012"/>
                </a:lnTo>
                <a:lnTo>
                  <a:pt x="294730" y="1345408"/>
                </a:lnTo>
                <a:lnTo>
                  <a:pt x="299841" y="1398490"/>
                </a:lnTo>
                <a:lnTo>
                  <a:pt x="302432" y="1449939"/>
                </a:lnTo>
                <a:lnTo>
                  <a:pt x="303188" y="1499004"/>
                </a:lnTo>
                <a:lnTo>
                  <a:pt x="303040" y="1547436"/>
                </a:lnTo>
                <a:lnTo>
                  <a:pt x="302024" y="1595356"/>
                </a:lnTo>
                <a:lnTo>
                  <a:pt x="300171" y="1642881"/>
                </a:lnTo>
                <a:lnTo>
                  <a:pt x="297514" y="1690132"/>
                </a:lnTo>
                <a:lnTo>
                  <a:pt x="294087" y="1737227"/>
                </a:lnTo>
                <a:lnTo>
                  <a:pt x="289921" y="1784284"/>
                </a:lnTo>
                <a:lnTo>
                  <a:pt x="285050" y="1831422"/>
                </a:lnTo>
                <a:lnTo>
                  <a:pt x="279508" y="1878761"/>
                </a:lnTo>
                <a:lnTo>
                  <a:pt x="273325" y="1926419"/>
                </a:lnTo>
                <a:lnTo>
                  <a:pt x="266536" y="1974515"/>
                </a:lnTo>
                <a:lnTo>
                  <a:pt x="259174" y="2023168"/>
                </a:lnTo>
                <a:lnTo>
                  <a:pt x="251271" y="2072497"/>
                </a:lnTo>
                <a:lnTo>
                  <a:pt x="242859" y="2122620"/>
                </a:lnTo>
                <a:lnTo>
                  <a:pt x="233973" y="2173657"/>
                </a:lnTo>
                <a:lnTo>
                  <a:pt x="224645" y="2225726"/>
                </a:lnTo>
                <a:lnTo>
                  <a:pt x="214907" y="2278946"/>
                </a:lnTo>
                <a:lnTo>
                  <a:pt x="204793" y="2333436"/>
                </a:lnTo>
                <a:lnTo>
                  <a:pt x="194335" y="238931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255586" y="3211492"/>
            <a:ext cx="303530" cy="2389505"/>
          </a:xfrm>
          <a:custGeom>
            <a:avLst/>
            <a:gdLst/>
            <a:ahLst/>
            <a:cxnLst/>
            <a:rect l="l" t="t" r="r" b="b"/>
            <a:pathLst>
              <a:path w="303529" h="2389504">
                <a:moveTo>
                  <a:pt x="303186" y="0"/>
                </a:moveTo>
                <a:lnTo>
                  <a:pt x="303071" y="54487"/>
                </a:lnTo>
                <a:lnTo>
                  <a:pt x="301456" y="106810"/>
                </a:lnTo>
                <a:lnTo>
                  <a:pt x="298345" y="157427"/>
                </a:lnTo>
                <a:lnTo>
                  <a:pt x="293741" y="206793"/>
                </a:lnTo>
                <a:lnTo>
                  <a:pt x="287651" y="255366"/>
                </a:lnTo>
                <a:lnTo>
                  <a:pt x="280076" y="303603"/>
                </a:lnTo>
                <a:lnTo>
                  <a:pt x="271022" y="351960"/>
                </a:lnTo>
                <a:lnTo>
                  <a:pt x="260493" y="400894"/>
                </a:lnTo>
                <a:lnTo>
                  <a:pt x="248492" y="450862"/>
                </a:lnTo>
                <a:lnTo>
                  <a:pt x="235024" y="502321"/>
                </a:lnTo>
                <a:lnTo>
                  <a:pt x="214980" y="570170"/>
                </a:lnTo>
                <a:lnTo>
                  <a:pt x="202520" y="609461"/>
                </a:lnTo>
                <a:lnTo>
                  <a:pt x="188773" y="651905"/>
                </a:lnTo>
                <a:lnTo>
                  <a:pt x="173994" y="697183"/>
                </a:lnTo>
                <a:lnTo>
                  <a:pt x="158435" y="744975"/>
                </a:lnTo>
                <a:lnTo>
                  <a:pt x="142351" y="794963"/>
                </a:lnTo>
                <a:lnTo>
                  <a:pt x="125996" y="846827"/>
                </a:lnTo>
                <a:lnTo>
                  <a:pt x="109622" y="900249"/>
                </a:lnTo>
                <a:lnTo>
                  <a:pt x="93485" y="954909"/>
                </a:lnTo>
                <a:lnTo>
                  <a:pt x="77838" y="1010489"/>
                </a:lnTo>
                <a:lnTo>
                  <a:pt x="62935" y="1066669"/>
                </a:lnTo>
                <a:lnTo>
                  <a:pt x="49029" y="1123130"/>
                </a:lnTo>
                <a:lnTo>
                  <a:pt x="36374" y="1179554"/>
                </a:lnTo>
                <a:lnTo>
                  <a:pt x="25225" y="1235621"/>
                </a:lnTo>
                <a:lnTo>
                  <a:pt x="15834" y="1291012"/>
                </a:lnTo>
                <a:lnTo>
                  <a:pt x="8457" y="1345408"/>
                </a:lnTo>
                <a:lnTo>
                  <a:pt x="3346" y="1398490"/>
                </a:lnTo>
                <a:lnTo>
                  <a:pt x="755" y="1449939"/>
                </a:lnTo>
                <a:lnTo>
                  <a:pt x="0" y="1499004"/>
                </a:lnTo>
                <a:lnTo>
                  <a:pt x="146" y="1547436"/>
                </a:lnTo>
                <a:lnTo>
                  <a:pt x="1163" y="1595356"/>
                </a:lnTo>
                <a:lnTo>
                  <a:pt x="3016" y="1642881"/>
                </a:lnTo>
                <a:lnTo>
                  <a:pt x="5672" y="1690132"/>
                </a:lnTo>
                <a:lnTo>
                  <a:pt x="9100" y="1737227"/>
                </a:lnTo>
                <a:lnTo>
                  <a:pt x="13266" y="1784284"/>
                </a:lnTo>
                <a:lnTo>
                  <a:pt x="18136" y="1831422"/>
                </a:lnTo>
                <a:lnTo>
                  <a:pt x="23679" y="1878761"/>
                </a:lnTo>
                <a:lnTo>
                  <a:pt x="29862" y="1926419"/>
                </a:lnTo>
                <a:lnTo>
                  <a:pt x="36650" y="1974515"/>
                </a:lnTo>
                <a:lnTo>
                  <a:pt x="44013" y="2023168"/>
                </a:lnTo>
                <a:lnTo>
                  <a:pt x="51916" y="2072497"/>
                </a:lnTo>
                <a:lnTo>
                  <a:pt x="60328" y="2122620"/>
                </a:lnTo>
                <a:lnTo>
                  <a:pt x="69214" y="2173657"/>
                </a:lnTo>
                <a:lnTo>
                  <a:pt x="78542" y="2225726"/>
                </a:lnTo>
                <a:lnTo>
                  <a:pt x="88280" y="2278946"/>
                </a:lnTo>
                <a:lnTo>
                  <a:pt x="98394" y="2333436"/>
                </a:lnTo>
                <a:lnTo>
                  <a:pt x="108852" y="238931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9836899" y="3487140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9065373" y="3487140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0383000" y="3807814"/>
            <a:ext cx="222887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484346" y="3807814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9236823" y="3903062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649573" y="3903062"/>
            <a:ext cx="222887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846424" y="4207868"/>
            <a:ext cx="222887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065373" y="4207868"/>
            <a:ext cx="222886" cy="222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593557" y="4488030"/>
            <a:ext cx="47625" cy="191770"/>
          </a:xfrm>
          <a:custGeom>
            <a:avLst/>
            <a:gdLst/>
            <a:ahLst/>
            <a:cxnLst/>
            <a:rect l="l" t="t" r="r" b="b"/>
            <a:pathLst>
              <a:path w="47625" h="191770">
                <a:moveTo>
                  <a:pt x="23644" y="0"/>
                </a:moveTo>
                <a:lnTo>
                  <a:pt x="14464" y="1865"/>
                </a:lnTo>
                <a:lnTo>
                  <a:pt x="6946" y="6945"/>
                </a:lnTo>
                <a:lnTo>
                  <a:pt x="1865" y="14463"/>
                </a:lnTo>
                <a:lnTo>
                  <a:pt x="0" y="23644"/>
                </a:lnTo>
                <a:lnTo>
                  <a:pt x="0" y="167576"/>
                </a:lnTo>
                <a:lnTo>
                  <a:pt x="1865" y="176758"/>
                </a:lnTo>
                <a:lnTo>
                  <a:pt x="6946" y="184276"/>
                </a:lnTo>
                <a:lnTo>
                  <a:pt x="14464" y="189356"/>
                </a:lnTo>
                <a:lnTo>
                  <a:pt x="23644" y="191221"/>
                </a:lnTo>
                <a:lnTo>
                  <a:pt x="32828" y="189356"/>
                </a:lnTo>
                <a:lnTo>
                  <a:pt x="40347" y="184276"/>
                </a:lnTo>
                <a:lnTo>
                  <a:pt x="45427" y="176758"/>
                </a:lnTo>
                <a:lnTo>
                  <a:pt x="47293" y="167576"/>
                </a:lnTo>
                <a:lnTo>
                  <a:pt x="47293" y="23644"/>
                </a:lnTo>
                <a:lnTo>
                  <a:pt x="45427" y="14463"/>
                </a:lnTo>
                <a:lnTo>
                  <a:pt x="40347" y="6945"/>
                </a:lnTo>
                <a:lnTo>
                  <a:pt x="32828" y="1865"/>
                </a:lnTo>
                <a:lnTo>
                  <a:pt x="23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484311" y="4488030"/>
            <a:ext cx="47625" cy="191770"/>
          </a:xfrm>
          <a:custGeom>
            <a:avLst/>
            <a:gdLst/>
            <a:ahLst/>
            <a:cxnLst/>
            <a:rect l="l" t="t" r="r" b="b"/>
            <a:pathLst>
              <a:path w="47625" h="191770">
                <a:moveTo>
                  <a:pt x="23644" y="0"/>
                </a:moveTo>
                <a:lnTo>
                  <a:pt x="14464" y="1865"/>
                </a:lnTo>
                <a:lnTo>
                  <a:pt x="6946" y="6945"/>
                </a:lnTo>
                <a:lnTo>
                  <a:pt x="1865" y="14463"/>
                </a:lnTo>
                <a:lnTo>
                  <a:pt x="0" y="23644"/>
                </a:lnTo>
                <a:lnTo>
                  <a:pt x="0" y="167576"/>
                </a:lnTo>
                <a:lnTo>
                  <a:pt x="1865" y="176758"/>
                </a:lnTo>
                <a:lnTo>
                  <a:pt x="6946" y="184276"/>
                </a:lnTo>
                <a:lnTo>
                  <a:pt x="14464" y="189356"/>
                </a:lnTo>
                <a:lnTo>
                  <a:pt x="23644" y="191221"/>
                </a:lnTo>
                <a:lnTo>
                  <a:pt x="32828" y="189356"/>
                </a:lnTo>
                <a:lnTo>
                  <a:pt x="40347" y="184276"/>
                </a:lnTo>
                <a:lnTo>
                  <a:pt x="45427" y="176758"/>
                </a:lnTo>
                <a:lnTo>
                  <a:pt x="47293" y="167576"/>
                </a:lnTo>
                <a:lnTo>
                  <a:pt x="47293" y="23644"/>
                </a:lnTo>
                <a:lnTo>
                  <a:pt x="45427" y="14463"/>
                </a:lnTo>
                <a:lnTo>
                  <a:pt x="40347" y="6945"/>
                </a:lnTo>
                <a:lnTo>
                  <a:pt x="32828" y="1865"/>
                </a:lnTo>
                <a:lnTo>
                  <a:pt x="23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8952339" y="4189572"/>
            <a:ext cx="47625" cy="191770"/>
          </a:xfrm>
          <a:custGeom>
            <a:avLst/>
            <a:gdLst/>
            <a:ahLst/>
            <a:cxnLst/>
            <a:rect l="l" t="t" r="r" b="b"/>
            <a:pathLst>
              <a:path w="47625" h="191770">
                <a:moveTo>
                  <a:pt x="23644" y="0"/>
                </a:moveTo>
                <a:lnTo>
                  <a:pt x="14465" y="1865"/>
                </a:lnTo>
                <a:lnTo>
                  <a:pt x="6946" y="6944"/>
                </a:lnTo>
                <a:lnTo>
                  <a:pt x="1866" y="14462"/>
                </a:lnTo>
                <a:lnTo>
                  <a:pt x="0" y="23644"/>
                </a:lnTo>
                <a:lnTo>
                  <a:pt x="0" y="167576"/>
                </a:lnTo>
                <a:lnTo>
                  <a:pt x="1866" y="176757"/>
                </a:lnTo>
                <a:lnTo>
                  <a:pt x="6946" y="184276"/>
                </a:lnTo>
                <a:lnTo>
                  <a:pt x="14465" y="189355"/>
                </a:lnTo>
                <a:lnTo>
                  <a:pt x="23644" y="191221"/>
                </a:lnTo>
                <a:lnTo>
                  <a:pt x="32829" y="189355"/>
                </a:lnTo>
                <a:lnTo>
                  <a:pt x="40348" y="184276"/>
                </a:lnTo>
                <a:lnTo>
                  <a:pt x="45428" y="176757"/>
                </a:lnTo>
                <a:lnTo>
                  <a:pt x="47293" y="167576"/>
                </a:lnTo>
                <a:lnTo>
                  <a:pt x="47293" y="23644"/>
                </a:lnTo>
                <a:lnTo>
                  <a:pt x="45428" y="14462"/>
                </a:lnTo>
                <a:lnTo>
                  <a:pt x="40348" y="6944"/>
                </a:lnTo>
                <a:lnTo>
                  <a:pt x="32829" y="1865"/>
                </a:lnTo>
                <a:lnTo>
                  <a:pt x="23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0120741" y="4189572"/>
            <a:ext cx="47625" cy="191770"/>
          </a:xfrm>
          <a:custGeom>
            <a:avLst/>
            <a:gdLst/>
            <a:ahLst/>
            <a:cxnLst/>
            <a:rect l="l" t="t" r="r" b="b"/>
            <a:pathLst>
              <a:path w="47625" h="191770">
                <a:moveTo>
                  <a:pt x="23644" y="0"/>
                </a:moveTo>
                <a:lnTo>
                  <a:pt x="14464" y="1865"/>
                </a:lnTo>
                <a:lnTo>
                  <a:pt x="6946" y="6944"/>
                </a:lnTo>
                <a:lnTo>
                  <a:pt x="1865" y="14462"/>
                </a:lnTo>
                <a:lnTo>
                  <a:pt x="0" y="23644"/>
                </a:lnTo>
                <a:lnTo>
                  <a:pt x="0" y="167576"/>
                </a:lnTo>
                <a:lnTo>
                  <a:pt x="1865" y="176757"/>
                </a:lnTo>
                <a:lnTo>
                  <a:pt x="6946" y="184276"/>
                </a:lnTo>
                <a:lnTo>
                  <a:pt x="14464" y="189355"/>
                </a:lnTo>
                <a:lnTo>
                  <a:pt x="23644" y="191221"/>
                </a:lnTo>
                <a:lnTo>
                  <a:pt x="32828" y="189355"/>
                </a:lnTo>
                <a:lnTo>
                  <a:pt x="40347" y="184276"/>
                </a:lnTo>
                <a:lnTo>
                  <a:pt x="45426" y="176757"/>
                </a:lnTo>
                <a:lnTo>
                  <a:pt x="47292" y="167576"/>
                </a:lnTo>
                <a:lnTo>
                  <a:pt x="47292" y="23644"/>
                </a:lnTo>
                <a:lnTo>
                  <a:pt x="45426" y="14462"/>
                </a:lnTo>
                <a:lnTo>
                  <a:pt x="40347" y="6944"/>
                </a:lnTo>
                <a:lnTo>
                  <a:pt x="32828" y="1865"/>
                </a:lnTo>
                <a:lnTo>
                  <a:pt x="23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707232" y="3919259"/>
            <a:ext cx="269240" cy="270510"/>
          </a:xfrm>
          <a:custGeom>
            <a:avLst/>
            <a:gdLst/>
            <a:ahLst/>
            <a:cxnLst/>
            <a:rect l="l" t="t" r="r" b="b"/>
            <a:pathLst>
              <a:path w="269240" h="270510">
                <a:moveTo>
                  <a:pt x="0" y="0"/>
                </a:moveTo>
                <a:lnTo>
                  <a:pt x="40876" y="3564"/>
                </a:lnTo>
                <a:lnTo>
                  <a:pt x="131398" y="32032"/>
                </a:lnTo>
                <a:lnTo>
                  <a:pt x="223410" y="112062"/>
                </a:lnTo>
                <a:lnTo>
                  <a:pt x="268751" y="27031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975983" y="4014508"/>
            <a:ext cx="260985" cy="175260"/>
          </a:xfrm>
          <a:custGeom>
            <a:avLst/>
            <a:gdLst/>
            <a:ahLst/>
            <a:cxnLst/>
            <a:rect l="l" t="t" r="r" b="b"/>
            <a:pathLst>
              <a:path w="260984" h="175260">
                <a:moveTo>
                  <a:pt x="260838" y="0"/>
                </a:moveTo>
                <a:lnTo>
                  <a:pt x="220082" y="463"/>
                </a:lnTo>
                <a:lnTo>
                  <a:pt x="130419" y="15824"/>
                </a:lnTo>
                <a:lnTo>
                  <a:pt x="40756" y="67039"/>
                </a:lnTo>
                <a:lnTo>
                  <a:pt x="0" y="17506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9288259" y="4318784"/>
            <a:ext cx="219710" cy="169545"/>
          </a:xfrm>
          <a:custGeom>
            <a:avLst/>
            <a:gdLst/>
            <a:ahLst/>
            <a:cxnLst/>
            <a:rect l="l" t="t" r="r" b="b"/>
            <a:pathLst>
              <a:path w="219709" h="169545">
                <a:moveTo>
                  <a:pt x="0" y="528"/>
                </a:moveTo>
                <a:lnTo>
                  <a:pt x="34327" y="0"/>
                </a:lnTo>
                <a:lnTo>
                  <a:pt x="109848" y="13178"/>
                </a:lnTo>
                <a:lnTo>
                  <a:pt x="185369" y="62211"/>
                </a:lnTo>
                <a:lnTo>
                  <a:pt x="219697" y="1692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9288259" y="3598585"/>
            <a:ext cx="220345" cy="889635"/>
          </a:xfrm>
          <a:custGeom>
            <a:avLst/>
            <a:gdLst/>
            <a:ahLst/>
            <a:cxnLst/>
            <a:rect l="l" t="t" r="r" b="b"/>
            <a:pathLst>
              <a:path w="220345" h="889635">
                <a:moveTo>
                  <a:pt x="0" y="0"/>
                </a:moveTo>
                <a:lnTo>
                  <a:pt x="82187" y="3747"/>
                </a:lnTo>
                <a:lnTo>
                  <a:pt x="126598" y="15915"/>
                </a:lnTo>
                <a:lnTo>
                  <a:pt x="162272" y="42303"/>
                </a:lnTo>
                <a:lnTo>
                  <a:pt x="181478" y="90308"/>
                </a:lnTo>
                <a:lnTo>
                  <a:pt x="189231" y="128182"/>
                </a:lnTo>
                <a:lnTo>
                  <a:pt x="195865" y="173645"/>
                </a:lnTo>
                <a:lnTo>
                  <a:pt x="201467" y="225453"/>
                </a:lnTo>
                <a:lnTo>
                  <a:pt x="206123" y="282364"/>
                </a:lnTo>
                <a:lnTo>
                  <a:pt x="209921" y="343133"/>
                </a:lnTo>
                <a:lnTo>
                  <a:pt x="212946" y="406517"/>
                </a:lnTo>
                <a:lnTo>
                  <a:pt x="215286" y="471272"/>
                </a:lnTo>
                <a:lnTo>
                  <a:pt x="217026" y="536155"/>
                </a:lnTo>
                <a:lnTo>
                  <a:pt x="218254" y="599922"/>
                </a:lnTo>
                <a:lnTo>
                  <a:pt x="219055" y="661329"/>
                </a:lnTo>
                <a:lnTo>
                  <a:pt x="219517" y="719133"/>
                </a:lnTo>
                <a:lnTo>
                  <a:pt x="219725" y="772090"/>
                </a:lnTo>
                <a:lnTo>
                  <a:pt x="219767" y="818956"/>
                </a:lnTo>
                <a:lnTo>
                  <a:pt x="219729" y="858489"/>
                </a:lnTo>
                <a:lnTo>
                  <a:pt x="219697" y="88944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9617202" y="4318784"/>
            <a:ext cx="229235" cy="169545"/>
          </a:xfrm>
          <a:custGeom>
            <a:avLst/>
            <a:gdLst/>
            <a:ahLst/>
            <a:cxnLst/>
            <a:rect l="l" t="t" r="r" b="b"/>
            <a:pathLst>
              <a:path w="229234" h="169545">
                <a:moveTo>
                  <a:pt x="229222" y="528"/>
                </a:moveTo>
                <a:lnTo>
                  <a:pt x="193406" y="0"/>
                </a:lnTo>
                <a:lnTo>
                  <a:pt x="114611" y="13178"/>
                </a:lnTo>
                <a:lnTo>
                  <a:pt x="35815" y="62211"/>
                </a:lnTo>
                <a:lnTo>
                  <a:pt x="0" y="1692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9617131" y="3598585"/>
            <a:ext cx="220345" cy="889635"/>
          </a:xfrm>
          <a:custGeom>
            <a:avLst/>
            <a:gdLst/>
            <a:ahLst/>
            <a:cxnLst/>
            <a:rect l="l" t="t" r="r" b="b"/>
            <a:pathLst>
              <a:path w="220345" h="889635">
                <a:moveTo>
                  <a:pt x="219767" y="0"/>
                </a:moveTo>
                <a:lnTo>
                  <a:pt x="137580" y="3747"/>
                </a:lnTo>
                <a:lnTo>
                  <a:pt x="93168" y="15915"/>
                </a:lnTo>
                <a:lnTo>
                  <a:pt x="57493" y="42303"/>
                </a:lnTo>
                <a:lnTo>
                  <a:pt x="38287" y="90308"/>
                </a:lnTo>
                <a:lnTo>
                  <a:pt x="30535" y="128182"/>
                </a:lnTo>
                <a:lnTo>
                  <a:pt x="23902" y="173645"/>
                </a:lnTo>
                <a:lnTo>
                  <a:pt x="18300" y="225453"/>
                </a:lnTo>
                <a:lnTo>
                  <a:pt x="13643" y="282364"/>
                </a:lnTo>
                <a:lnTo>
                  <a:pt x="9845" y="343133"/>
                </a:lnTo>
                <a:lnTo>
                  <a:pt x="6820" y="406517"/>
                </a:lnTo>
                <a:lnTo>
                  <a:pt x="4480" y="471272"/>
                </a:lnTo>
                <a:lnTo>
                  <a:pt x="2740" y="536155"/>
                </a:lnTo>
                <a:lnTo>
                  <a:pt x="1513" y="599922"/>
                </a:lnTo>
                <a:lnTo>
                  <a:pt x="711" y="661329"/>
                </a:lnTo>
                <a:lnTo>
                  <a:pt x="250" y="719133"/>
                </a:lnTo>
                <a:lnTo>
                  <a:pt x="41" y="772090"/>
                </a:lnTo>
                <a:lnTo>
                  <a:pt x="0" y="818956"/>
                </a:lnTo>
                <a:lnTo>
                  <a:pt x="38" y="858489"/>
                </a:lnTo>
                <a:lnTo>
                  <a:pt x="70" y="88944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0144386" y="3919259"/>
            <a:ext cx="238760" cy="270510"/>
          </a:xfrm>
          <a:custGeom>
            <a:avLst/>
            <a:gdLst/>
            <a:ahLst/>
            <a:cxnLst/>
            <a:rect l="l" t="t" r="r" b="b"/>
            <a:pathLst>
              <a:path w="238759" h="270510">
                <a:moveTo>
                  <a:pt x="238613" y="0"/>
                </a:moveTo>
                <a:lnTo>
                  <a:pt x="202446" y="3564"/>
                </a:lnTo>
                <a:lnTo>
                  <a:pt x="122283" y="32032"/>
                </a:lnTo>
                <a:lnTo>
                  <a:pt x="40632" y="112062"/>
                </a:lnTo>
                <a:lnTo>
                  <a:pt x="0" y="27031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9853411" y="4014508"/>
            <a:ext cx="291465" cy="175260"/>
          </a:xfrm>
          <a:custGeom>
            <a:avLst/>
            <a:gdLst/>
            <a:ahLst/>
            <a:cxnLst/>
            <a:rect l="l" t="t" r="r" b="b"/>
            <a:pathLst>
              <a:path w="291465" h="175260">
                <a:moveTo>
                  <a:pt x="0" y="0"/>
                </a:moveTo>
                <a:lnTo>
                  <a:pt x="45464" y="463"/>
                </a:lnTo>
                <a:lnTo>
                  <a:pt x="145487" y="15824"/>
                </a:lnTo>
                <a:lnTo>
                  <a:pt x="245509" y="67039"/>
                </a:lnTo>
                <a:lnTo>
                  <a:pt x="290974" y="17506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9499320" y="3719966"/>
            <a:ext cx="103307" cy="962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413972" y="5120640"/>
            <a:ext cx="274955" cy="486409"/>
          </a:xfrm>
          <a:custGeom>
            <a:avLst/>
            <a:gdLst/>
            <a:ahLst/>
            <a:cxnLst/>
            <a:rect l="l" t="t" r="r" b="b"/>
            <a:pathLst>
              <a:path w="274954" h="486410">
                <a:moveTo>
                  <a:pt x="1852" y="485799"/>
                </a:moveTo>
                <a:lnTo>
                  <a:pt x="906" y="444062"/>
                </a:lnTo>
                <a:lnTo>
                  <a:pt x="97" y="396627"/>
                </a:lnTo>
                <a:lnTo>
                  <a:pt x="0" y="345271"/>
                </a:lnTo>
                <a:lnTo>
                  <a:pt x="1185" y="291772"/>
                </a:lnTo>
                <a:lnTo>
                  <a:pt x="4228" y="237908"/>
                </a:lnTo>
                <a:lnTo>
                  <a:pt x="9700" y="185458"/>
                </a:lnTo>
                <a:lnTo>
                  <a:pt x="18175" y="136198"/>
                </a:lnTo>
                <a:lnTo>
                  <a:pt x="30225" y="91908"/>
                </a:lnTo>
                <a:lnTo>
                  <a:pt x="46424" y="54365"/>
                </a:lnTo>
                <a:lnTo>
                  <a:pt x="93557" y="6633"/>
                </a:lnTo>
                <a:lnTo>
                  <a:pt x="125638" y="0"/>
                </a:lnTo>
                <a:lnTo>
                  <a:pt x="153092" y="6636"/>
                </a:lnTo>
                <a:lnTo>
                  <a:pt x="197337" y="54377"/>
                </a:lnTo>
                <a:lnTo>
                  <a:pt x="214674" y="91913"/>
                </a:lnTo>
                <a:lnTo>
                  <a:pt x="229184" y="136181"/>
                </a:lnTo>
                <a:lnTo>
                  <a:pt x="241139" y="185398"/>
                </a:lnTo>
                <a:lnTo>
                  <a:pt x="250812" y="237780"/>
                </a:lnTo>
                <a:lnTo>
                  <a:pt x="258476" y="291541"/>
                </a:lnTo>
                <a:lnTo>
                  <a:pt x="264402" y="344900"/>
                </a:lnTo>
                <a:lnTo>
                  <a:pt x="268865" y="396072"/>
                </a:lnTo>
                <a:lnTo>
                  <a:pt x="272136" y="443272"/>
                </a:lnTo>
                <a:lnTo>
                  <a:pt x="274487" y="48471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821138" y="4705178"/>
            <a:ext cx="537210" cy="393700"/>
          </a:xfrm>
          <a:custGeom>
            <a:avLst/>
            <a:gdLst/>
            <a:ahLst/>
            <a:cxnLst/>
            <a:rect l="l" t="t" r="r" b="b"/>
            <a:pathLst>
              <a:path w="537209" h="393700">
                <a:moveTo>
                  <a:pt x="0" y="0"/>
                </a:moveTo>
                <a:lnTo>
                  <a:pt x="23733" y="41953"/>
                </a:lnTo>
                <a:lnTo>
                  <a:pt x="48619" y="83133"/>
                </a:lnTo>
                <a:lnTo>
                  <a:pt x="75040" y="123033"/>
                </a:lnTo>
                <a:lnTo>
                  <a:pt x="103376" y="161141"/>
                </a:lnTo>
                <a:lnTo>
                  <a:pt x="134011" y="196950"/>
                </a:lnTo>
                <a:lnTo>
                  <a:pt x="167325" y="229950"/>
                </a:lnTo>
                <a:lnTo>
                  <a:pt x="203701" y="259632"/>
                </a:lnTo>
                <a:lnTo>
                  <a:pt x="246229" y="288136"/>
                </a:lnTo>
                <a:lnTo>
                  <a:pt x="290846" y="313145"/>
                </a:lnTo>
                <a:lnTo>
                  <a:pt x="337319" y="334876"/>
                </a:lnTo>
                <a:lnTo>
                  <a:pt x="385419" y="353547"/>
                </a:lnTo>
                <a:lnTo>
                  <a:pt x="434913" y="369377"/>
                </a:lnTo>
                <a:lnTo>
                  <a:pt x="485571" y="382584"/>
                </a:lnTo>
                <a:lnTo>
                  <a:pt x="537163" y="39338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748634" y="4702305"/>
            <a:ext cx="537210" cy="393700"/>
          </a:xfrm>
          <a:custGeom>
            <a:avLst/>
            <a:gdLst/>
            <a:ahLst/>
            <a:cxnLst/>
            <a:rect l="l" t="t" r="r" b="b"/>
            <a:pathLst>
              <a:path w="537209" h="393700">
                <a:moveTo>
                  <a:pt x="537163" y="0"/>
                </a:moveTo>
                <a:lnTo>
                  <a:pt x="513429" y="41954"/>
                </a:lnTo>
                <a:lnTo>
                  <a:pt x="488543" y="83136"/>
                </a:lnTo>
                <a:lnTo>
                  <a:pt x="462122" y="123035"/>
                </a:lnTo>
                <a:lnTo>
                  <a:pt x="433786" y="161144"/>
                </a:lnTo>
                <a:lnTo>
                  <a:pt x="403151" y="196952"/>
                </a:lnTo>
                <a:lnTo>
                  <a:pt x="369837" y="229951"/>
                </a:lnTo>
                <a:lnTo>
                  <a:pt x="333461" y="259632"/>
                </a:lnTo>
                <a:lnTo>
                  <a:pt x="290932" y="288137"/>
                </a:lnTo>
                <a:lnTo>
                  <a:pt x="246316" y="313147"/>
                </a:lnTo>
                <a:lnTo>
                  <a:pt x="199842" y="334878"/>
                </a:lnTo>
                <a:lnTo>
                  <a:pt x="151743" y="353549"/>
                </a:lnTo>
                <a:lnTo>
                  <a:pt x="102249" y="369379"/>
                </a:lnTo>
                <a:lnTo>
                  <a:pt x="51590" y="382587"/>
                </a:lnTo>
                <a:lnTo>
                  <a:pt x="0" y="393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12100555" y="7865489"/>
            <a:ext cx="4959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736443" y="7972615"/>
            <a:ext cx="4578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923920" y="5909731"/>
            <a:ext cx="324993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47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将贴⽚贴在肥胖的部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14552" y="589454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58641" y="589454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46277" y="5909731"/>
            <a:ext cx="324993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47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将贴⽚贴在肥胖的部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890" y="4680240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886" y="4907671"/>
            <a:ext cx="1489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141" y="6453513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利⽤电刺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使肌⾁被动的运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燃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112" y="6680948"/>
            <a:ext cx="1702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烧脂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达到塑形的⽬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6960" y="607969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41770" y="609411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6960" y="431127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4056" y="432577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8875" y="3267852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9619" y="289888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1161" y="2913235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9880" y="5135105"/>
            <a:ext cx="2593975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配合运动饮⻝和⼿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法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6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188" y="382635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43179" y="4680240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43173" y="4907671"/>
            <a:ext cx="1489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46429" y="6453513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利⽤电刺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使肌⾁被动的运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燃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46400" y="6680948"/>
            <a:ext cx="1702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烧脂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达到塑形的⽬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670249" y="607969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745057" y="609411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670249" y="431127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747343" y="432577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742163" y="3267852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642907" y="2898882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744449" y="2913235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743159" y="5135105"/>
            <a:ext cx="2593975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配合运动饮⻝和⼿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法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6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755477" y="3826352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396294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682188" y="1392714"/>
            <a:ext cx="39973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⼤腿塑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r>
              <a:rPr sz="2500" b="1" spc="229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0395484" y="1401977"/>
            <a:ext cx="40106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⼩腿塑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r>
              <a:rPr sz="2500" b="1" spc="21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214050" y="3364434"/>
            <a:ext cx="230504" cy="2152650"/>
          </a:xfrm>
          <a:custGeom>
            <a:avLst/>
            <a:gdLst/>
            <a:ahLst/>
            <a:cxnLst/>
            <a:rect l="l" t="t" r="r" b="b"/>
            <a:pathLst>
              <a:path w="230504" h="2152650">
                <a:moveTo>
                  <a:pt x="89241" y="0"/>
                </a:moveTo>
                <a:lnTo>
                  <a:pt x="51379" y="131061"/>
                </a:lnTo>
                <a:lnTo>
                  <a:pt x="0" y="528863"/>
                </a:lnTo>
                <a:lnTo>
                  <a:pt x="28411" y="1200327"/>
                </a:lnTo>
                <a:lnTo>
                  <a:pt x="229922" y="215237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232761" y="3364434"/>
            <a:ext cx="230504" cy="2152650"/>
          </a:xfrm>
          <a:custGeom>
            <a:avLst/>
            <a:gdLst/>
            <a:ahLst/>
            <a:cxnLst/>
            <a:rect l="l" t="t" r="r" b="b"/>
            <a:pathLst>
              <a:path w="230504" h="2152650">
                <a:moveTo>
                  <a:pt x="140676" y="0"/>
                </a:moveTo>
                <a:lnTo>
                  <a:pt x="178538" y="131061"/>
                </a:lnTo>
                <a:lnTo>
                  <a:pt x="229919" y="528863"/>
                </a:lnTo>
                <a:lnTo>
                  <a:pt x="201509" y="1200327"/>
                </a:lnTo>
                <a:lnTo>
                  <a:pt x="0" y="215237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377154" y="3884947"/>
            <a:ext cx="327660" cy="260350"/>
          </a:xfrm>
          <a:custGeom>
            <a:avLst/>
            <a:gdLst/>
            <a:ahLst/>
            <a:cxnLst/>
            <a:rect l="l" t="t" r="r" b="b"/>
            <a:pathLst>
              <a:path w="327660" h="260350">
                <a:moveTo>
                  <a:pt x="0" y="0"/>
                </a:moveTo>
                <a:lnTo>
                  <a:pt x="17475" y="35718"/>
                </a:lnTo>
                <a:lnTo>
                  <a:pt x="73856" y="116936"/>
                </a:lnTo>
                <a:lnTo>
                  <a:pt x="175079" y="204748"/>
                </a:lnTo>
                <a:lnTo>
                  <a:pt x="327077" y="2602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951490" y="3884947"/>
            <a:ext cx="327660" cy="260350"/>
          </a:xfrm>
          <a:custGeom>
            <a:avLst/>
            <a:gdLst/>
            <a:ahLst/>
            <a:cxnLst/>
            <a:rect l="l" t="t" r="r" b="b"/>
            <a:pathLst>
              <a:path w="327660" h="260350">
                <a:moveTo>
                  <a:pt x="327078" y="0"/>
                </a:moveTo>
                <a:lnTo>
                  <a:pt x="309603" y="35718"/>
                </a:lnTo>
                <a:lnTo>
                  <a:pt x="253221" y="116936"/>
                </a:lnTo>
                <a:lnTo>
                  <a:pt x="151998" y="204748"/>
                </a:lnTo>
                <a:lnTo>
                  <a:pt x="0" y="2602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801828" y="4377319"/>
            <a:ext cx="74295" cy="1122045"/>
          </a:xfrm>
          <a:custGeom>
            <a:avLst/>
            <a:gdLst/>
            <a:ahLst/>
            <a:cxnLst/>
            <a:rect l="l" t="t" r="r" b="b"/>
            <a:pathLst>
              <a:path w="74295" h="1122045">
                <a:moveTo>
                  <a:pt x="11429" y="1118401"/>
                </a:moveTo>
                <a:lnTo>
                  <a:pt x="6374" y="944640"/>
                </a:lnTo>
                <a:lnTo>
                  <a:pt x="0" y="561838"/>
                </a:lnTo>
                <a:lnTo>
                  <a:pt x="5495" y="177717"/>
                </a:lnTo>
                <a:lnTo>
                  <a:pt x="36049" y="0"/>
                </a:lnTo>
                <a:lnTo>
                  <a:pt x="67151" y="172332"/>
                </a:lnTo>
                <a:lnTo>
                  <a:pt x="73856" y="558322"/>
                </a:lnTo>
                <a:lnTo>
                  <a:pt x="68692" y="945630"/>
                </a:lnTo>
                <a:lnTo>
                  <a:pt x="64186" y="112191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331434" y="4204991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7" y="0"/>
                </a:moveTo>
                <a:lnTo>
                  <a:pt x="24604" y="0"/>
                </a:lnTo>
                <a:lnTo>
                  <a:pt x="15050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50" y="191490"/>
                </a:lnTo>
                <a:lnTo>
                  <a:pt x="24604" y="193431"/>
                </a:lnTo>
                <a:lnTo>
                  <a:pt x="337647" y="193431"/>
                </a:lnTo>
                <a:lnTo>
                  <a:pt x="347197" y="191490"/>
                </a:lnTo>
                <a:lnTo>
                  <a:pt x="355019" y="186204"/>
                </a:lnTo>
                <a:lnTo>
                  <a:pt x="360304" y="178382"/>
                </a:lnTo>
                <a:lnTo>
                  <a:pt x="362245" y="168828"/>
                </a:lnTo>
                <a:lnTo>
                  <a:pt x="362245" y="24602"/>
                </a:lnTo>
                <a:lnTo>
                  <a:pt x="360304" y="15049"/>
                </a:lnTo>
                <a:lnTo>
                  <a:pt x="355019" y="7226"/>
                </a:lnTo>
                <a:lnTo>
                  <a:pt x="347197" y="1941"/>
                </a:lnTo>
                <a:lnTo>
                  <a:pt x="3376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976798" y="4204991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3" y="0"/>
                </a:moveTo>
                <a:lnTo>
                  <a:pt x="24602" y="0"/>
                </a:lnTo>
                <a:lnTo>
                  <a:pt x="15049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49" y="191490"/>
                </a:lnTo>
                <a:lnTo>
                  <a:pt x="24602" y="193431"/>
                </a:lnTo>
                <a:lnTo>
                  <a:pt x="337643" y="193431"/>
                </a:lnTo>
                <a:lnTo>
                  <a:pt x="347194" y="191490"/>
                </a:lnTo>
                <a:lnTo>
                  <a:pt x="355016" y="186204"/>
                </a:lnTo>
                <a:lnTo>
                  <a:pt x="360301" y="178382"/>
                </a:lnTo>
                <a:lnTo>
                  <a:pt x="362242" y="168828"/>
                </a:lnTo>
                <a:lnTo>
                  <a:pt x="362242" y="24602"/>
                </a:lnTo>
                <a:lnTo>
                  <a:pt x="360301" y="15049"/>
                </a:lnTo>
                <a:lnTo>
                  <a:pt x="355016" y="7226"/>
                </a:lnTo>
                <a:lnTo>
                  <a:pt x="347194" y="1941"/>
                </a:lnTo>
                <a:lnTo>
                  <a:pt x="3376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331434" y="4632300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7" y="0"/>
                </a:moveTo>
                <a:lnTo>
                  <a:pt x="24604" y="0"/>
                </a:lnTo>
                <a:lnTo>
                  <a:pt x="15050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50" y="191490"/>
                </a:lnTo>
                <a:lnTo>
                  <a:pt x="24604" y="193431"/>
                </a:lnTo>
                <a:lnTo>
                  <a:pt x="337647" y="193431"/>
                </a:lnTo>
                <a:lnTo>
                  <a:pt x="347197" y="191490"/>
                </a:lnTo>
                <a:lnTo>
                  <a:pt x="355019" y="186204"/>
                </a:lnTo>
                <a:lnTo>
                  <a:pt x="360304" y="178382"/>
                </a:lnTo>
                <a:lnTo>
                  <a:pt x="362245" y="168828"/>
                </a:lnTo>
                <a:lnTo>
                  <a:pt x="362245" y="24602"/>
                </a:lnTo>
                <a:lnTo>
                  <a:pt x="360304" y="15049"/>
                </a:lnTo>
                <a:lnTo>
                  <a:pt x="355019" y="7226"/>
                </a:lnTo>
                <a:lnTo>
                  <a:pt x="347197" y="1941"/>
                </a:lnTo>
                <a:lnTo>
                  <a:pt x="3376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976798" y="4632300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3" y="0"/>
                </a:moveTo>
                <a:lnTo>
                  <a:pt x="24602" y="0"/>
                </a:lnTo>
                <a:lnTo>
                  <a:pt x="15049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49" y="191490"/>
                </a:lnTo>
                <a:lnTo>
                  <a:pt x="24602" y="193431"/>
                </a:lnTo>
                <a:lnTo>
                  <a:pt x="337643" y="193431"/>
                </a:lnTo>
                <a:lnTo>
                  <a:pt x="347194" y="191490"/>
                </a:lnTo>
                <a:lnTo>
                  <a:pt x="355016" y="186204"/>
                </a:lnTo>
                <a:lnTo>
                  <a:pt x="360301" y="178382"/>
                </a:lnTo>
                <a:lnTo>
                  <a:pt x="362242" y="168828"/>
                </a:lnTo>
                <a:lnTo>
                  <a:pt x="362242" y="24602"/>
                </a:lnTo>
                <a:lnTo>
                  <a:pt x="360301" y="15049"/>
                </a:lnTo>
                <a:lnTo>
                  <a:pt x="355016" y="7226"/>
                </a:lnTo>
                <a:lnTo>
                  <a:pt x="347194" y="1941"/>
                </a:lnTo>
                <a:lnTo>
                  <a:pt x="3376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907996" y="4301708"/>
            <a:ext cx="109855" cy="793115"/>
          </a:xfrm>
          <a:custGeom>
            <a:avLst/>
            <a:gdLst/>
            <a:ahLst/>
            <a:cxnLst/>
            <a:rect l="l" t="t" r="r" b="b"/>
            <a:pathLst>
              <a:path w="109854" h="793114">
                <a:moveTo>
                  <a:pt x="68802" y="0"/>
                </a:moveTo>
                <a:lnTo>
                  <a:pt x="41737" y="82122"/>
                </a:lnTo>
                <a:lnTo>
                  <a:pt x="0" y="285079"/>
                </a:lnTo>
                <a:lnTo>
                  <a:pt x="2774" y="543759"/>
                </a:lnTo>
                <a:lnTo>
                  <a:pt x="109243" y="7930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951519" y="4729014"/>
            <a:ext cx="66040" cy="365760"/>
          </a:xfrm>
          <a:custGeom>
            <a:avLst/>
            <a:gdLst/>
            <a:ahLst/>
            <a:cxnLst/>
            <a:rect l="l" t="t" r="r" b="b"/>
            <a:pathLst>
              <a:path w="66039" h="365760">
                <a:moveTo>
                  <a:pt x="25279" y="0"/>
                </a:moveTo>
                <a:lnTo>
                  <a:pt x="14535" y="26730"/>
                </a:lnTo>
                <a:lnTo>
                  <a:pt x="0" y="101760"/>
                </a:lnTo>
                <a:lnTo>
                  <a:pt x="8214" y="217345"/>
                </a:lnTo>
                <a:lnTo>
                  <a:pt x="65721" y="3657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653238" y="4301708"/>
            <a:ext cx="109855" cy="793115"/>
          </a:xfrm>
          <a:custGeom>
            <a:avLst/>
            <a:gdLst/>
            <a:ahLst/>
            <a:cxnLst/>
            <a:rect l="l" t="t" r="r" b="b"/>
            <a:pathLst>
              <a:path w="109854" h="793114">
                <a:moveTo>
                  <a:pt x="40441" y="0"/>
                </a:moveTo>
                <a:lnTo>
                  <a:pt x="67505" y="82122"/>
                </a:lnTo>
                <a:lnTo>
                  <a:pt x="109242" y="285079"/>
                </a:lnTo>
                <a:lnTo>
                  <a:pt x="106468" y="543759"/>
                </a:lnTo>
                <a:lnTo>
                  <a:pt x="0" y="7930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653238" y="4729014"/>
            <a:ext cx="66040" cy="365760"/>
          </a:xfrm>
          <a:custGeom>
            <a:avLst/>
            <a:gdLst/>
            <a:ahLst/>
            <a:cxnLst/>
            <a:rect l="l" t="t" r="r" b="b"/>
            <a:pathLst>
              <a:path w="66039" h="365760">
                <a:moveTo>
                  <a:pt x="40441" y="0"/>
                </a:moveTo>
                <a:lnTo>
                  <a:pt x="51185" y="26730"/>
                </a:lnTo>
                <a:lnTo>
                  <a:pt x="65721" y="101760"/>
                </a:lnTo>
                <a:lnTo>
                  <a:pt x="57507" y="217345"/>
                </a:lnTo>
                <a:lnTo>
                  <a:pt x="0" y="3657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795391" y="3417627"/>
            <a:ext cx="103238" cy="961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004482" y="5082225"/>
            <a:ext cx="143823" cy="1536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517102" y="5082225"/>
            <a:ext cx="143821" cy="1536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679736" y="3364434"/>
            <a:ext cx="230504" cy="2152650"/>
          </a:xfrm>
          <a:custGeom>
            <a:avLst/>
            <a:gdLst/>
            <a:ahLst/>
            <a:cxnLst/>
            <a:rect l="l" t="t" r="r" b="b"/>
            <a:pathLst>
              <a:path w="230504" h="2152650">
                <a:moveTo>
                  <a:pt x="89242" y="0"/>
                </a:moveTo>
                <a:lnTo>
                  <a:pt x="51380" y="131061"/>
                </a:lnTo>
                <a:lnTo>
                  <a:pt x="0" y="528863"/>
                </a:lnTo>
                <a:lnTo>
                  <a:pt x="28411" y="1200327"/>
                </a:lnTo>
                <a:lnTo>
                  <a:pt x="229922" y="215237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698448" y="3364434"/>
            <a:ext cx="230504" cy="2152650"/>
          </a:xfrm>
          <a:custGeom>
            <a:avLst/>
            <a:gdLst/>
            <a:ahLst/>
            <a:cxnLst/>
            <a:rect l="l" t="t" r="r" b="b"/>
            <a:pathLst>
              <a:path w="230504" h="2152650">
                <a:moveTo>
                  <a:pt x="140680" y="0"/>
                </a:moveTo>
                <a:lnTo>
                  <a:pt x="178542" y="131061"/>
                </a:lnTo>
                <a:lnTo>
                  <a:pt x="229922" y="528863"/>
                </a:lnTo>
                <a:lnTo>
                  <a:pt x="201510" y="1200327"/>
                </a:lnTo>
                <a:lnTo>
                  <a:pt x="0" y="215237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797119" y="4204991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7" y="0"/>
                </a:moveTo>
                <a:lnTo>
                  <a:pt x="24606" y="0"/>
                </a:lnTo>
                <a:lnTo>
                  <a:pt x="15051" y="1941"/>
                </a:lnTo>
                <a:lnTo>
                  <a:pt x="7227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7" y="186204"/>
                </a:lnTo>
                <a:lnTo>
                  <a:pt x="15051" y="191490"/>
                </a:lnTo>
                <a:lnTo>
                  <a:pt x="24606" y="193431"/>
                </a:lnTo>
                <a:lnTo>
                  <a:pt x="337647" y="193431"/>
                </a:lnTo>
                <a:lnTo>
                  <a:pt x="347198" y="191490"/>
                </a:lnTo>
                <a:lnTo>
                  <a:pt x="355020" y="186204"/>
                </a:lnTo>
                <a:lnTo>
                  <a:pt x="360304" y="178382"/>
                </a:lnTo>
                <a:lnTo>
                  <a:pt x="362245" y="168828"/>
                </a:lnTo>
                <a:lnTo>
                  <a:pt x="362245" y="24602"/>
                </a:lnTo>
                <a:lnTo>
                  <a:pt x="360304" y="15049"/>
                </a:lnTo>
                <a:lnTo>
                  <a:pt x="355020" y="7226"/>
                </a:lnTo>
                <a:lnTo>
                  <a:pt x="347198" y="1941"/>
                </a:lnTo>
                <a:lnTo>
                  <a:pt x="3376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442483" y="4204991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4" h="193675">
                <a:moveTo>
                  <a:pt x="337644" y="0"/>
                </a:moveTo>
                <a:lnTo>
                  <a:pt x="24602" y="0"/>
                </a:lnTo>
                <a:lnTo>
                  <a:pt x="15049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49" y="191490"/>
                </a:lnTo>
                <a:lnTo>
                  <a:pt x="24602" y="193431"/>
                </a:lnTo>
                <a:lnTo>
                  <a:pt x="337644" y="193431"/>
                </a:lnTo>
                <a:lnTo>
                  <a:pt x="347197" y="191490"/>
                </a:lnTo>
                <a:lnTo>
                  <a:pt x="355020" y="186204"/>
                </a:lnTo>
                <a:lnTo>
                  <a:pt x="360305" y="178382"/>
                </a:lnTo>
                <a:lnTo>
                  <a:pt x="362247" y="168828"/>
                </a:lnTo>
                <a:lnTo>
                  <a:pt x="362247" y="24602"/>
                </a:lnTo>
                <a:lnTo>
                  <a:pt x="360305" y="15049"/>
                </a:lnTo>
                <a:lnTo>
                  <a:pt x="355020" y="7226"/>
                </a:lnTo>
                <a:lnTo>
                  <a:pt x="347197" y="1941"/>
                </a:lnTo>
                <a:lnTo>
                  <a:pt x="337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797119" y="4632300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5" h="193675">
                <a:moveTo>
                  <a:pt x="337647" y="0"/>
                </a:moveTo>
                <a:lnTo>
                  <a:pt x="24606" y="0"/>
                </a:lnTo>
                <a:lnTo>
                  <a:pt x="15051" y="1941"/>
                </a:lnTo>
                <a:lnTo>
                  <a:pt x="7227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7" y="186204"/>
                </a:lnTo>
                <a:lnTo>
                  <a:pt x="15051" y="191490"/>
                </a:lnTo>
                <a:lnTo>
                  <a:pt x="24606" y="193431"/>
                </a:lnTo>
                <a:lnTo>
                  <a:pt x="337647" y="193431"/>
                </a:lnTo>
                <a:lnTo>
                  <a:pt x="347198" y="191490"/>
                </a:lnTo>
                <a:lnTo>
                  <a:pt x="355020" y="186204"/>
                </a:lnTo>
                <a:lnTo>
                  <a:pt x="360304" y="178382"/>
                </a:lnTo>
                <a:lnTo>
                  <a:pt x="362245" y="168828"/>
                </a:lnTo>
                <a:lnTo>
                  <a:pt x="362245" y="24602"/>
                </a:lnTo>
                <a:lnTo>
                  <a:pt x="360304" y="15049"/>
                </a:lnTo>
                <a:lnTo>
                  <a:pt x="355020" y="7226"/>
                </a:lnTo>
                <a:lnTo>
                  <a:pt x="347198" y="1941"/>
                </a:lnTo>
                <a:lnTo>
                  <a:pt x="3376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442483" y="4632300"/>
            <a:ext cx="362585" cy="193675"/>
          </a:xfrm>
          <a:custGeom>
            <a:avLst/>
            <a:gdLst/>
            <a:ahLst/>
            <a:cxnLst/>
            <a:rect l="l" t="t" r="r" b="b"/>
            <a:pathLst>
              <a:path w="362584" h="193675">
                <a:moveTo>
                  <a:pt x="337644" y="0"/>
                </a:moveTo>
                <a:lnTo>
                  <a:pt x="24602" y="0"/>
                </a:lnTo>
                <a:lnTo>
                  <a:pt x="15049" y="1941"/>
                </a:lnTo>
                <a:lnTo>
                  <a:pt x="7226" y="7226"/>
                </a:lnTo>
                <a:lnTo>
                  <a:pt x="1941" y="15049"/>
                </a:lnTo>
                <a:lnTo>
                  <a:pt x="0" y="24602"/>
                </a:lnTo>
                <a:lnTo>
                  <a:pt x="0" y="168828"/>
                </a:lnTo>
                <a:lnTo>
                  <a:pt x="1941" y="178382"/>
                </a:lnTo>
                <a:lnTo>
                  <a:pt x="7226" y="186204"/>
                </a:lnTo>
                <a:lnTo>
                  <a:pt x="15049" y="191490"/>
                </a:lnTo>
                <a:lnTo>
                  <a:pt x="24602" y="193431"/>
                </a:lnTo>
                <a:lnTo>
                  <a:pt x="337644" y="193431"/>
                </a:lnTo>
                <a:lnTo>
                  <a:pt x="347197" y="191490"/>
                </a:lnTo>
                <a:lnTo>
                  <a:pt x="355020" y="186204"/>
                </a:lnTo>
                <a:lnTo>
                  <a:pt x="360305" y="178382"/>
                </a:lnTo>
                <a:lnTo>
                  <a:pt x="362247" y="168828"/>
                </a:lnTo>
                <a:lnTo>
                  <a:pt x="362247" y="24602"/>
                </a:lnTo>
                <a:lnTo>
                  <a:pt x="360305" y="15049"/>
                </a:lnTo>
                <a:lnTo>
                  <a:pt x="355020" y="7226"/>
                </a:lnTo>
                <a:lnTo>
                  <a:pt x="347197" y="1941"/>
                </a:lnTo>
                <a:lnTo>
                  <a:pt x="3376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373682" y="4301708"/>
            <a:ext cx="109855" cy="793115"/>
          </a:xfrm>
          <a:custGeom>
            <a:avLst/>
            <a:gdLst/>
            <a:ahLst/>
            <a:cxnLst/>
            <a:rect l="l" t="t" r="r" b="b"/>
            <a:pathLst>
              <a:path w="109854" h="793114">
                <a:moveTo>
                  <a:pt x="68801" y="0"/>
                </a:moveTo>
                <a:lnTo>
                  <a:pt x="41737" y="82122"/>
                </a:lnTo>
                <a:lnTo>
                  <a:pt x="0" y="285079"/>
                </a:lnTo>
                <a:lnTo>
                  <a:pt x="2774" y="543759"/>
                </a:lnTo>
                <a:lnTo>
                  <a:pt x="109244" y="7930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417205" y="4729014"/>
            <a:ext cx="66040" cy="365760"/>
          </a:xfrm>
          <a:custGeom>
            <a:avLst/>
            <a:gdLst/>
            <a:ahLst/>
            <a:cxnLst/>
            <a:rect l="l" t="t" r="r" b="b"/>
            <a:pathLst>
              <a:path w="66039" h="365760">
                <a:moveTo>
                  <a:pt x="25278" y="0"/>
                </a:moveTo>
                <a:lnTo>
                  <a:pt x="14535" y="26730"/>
                </a:lnTo>
                <a:lnTo>
                  <a:pt x="0" y="101760"/>
                </a:lnTo>
                <a:lnTo>
                  <a:pt x="8214" y="217345"/>
                </a:lnTo>
                <a:lnTo>
                  <a:pt x="65722" y="3657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118923" y="4301708"/>
            <a:ext cx="109855" cy="793115"/>
          </a:xfrm>
          <a:custGeom>
            <a:avLst/>
            <a:gdLst/>
            <a:ahLst/>
            <a:cxnLst/>
            <a:rect l="l" t="t" r="r" b="b"/>
            <a:pathLst>
              <a:path w="109854" h="793114">
                <a:moveTo>
                  <a:pt x="40441" y="0"/>
                </a:moveTo>
                <a:lnTo>
                  <a:pt x="67506" y="82122"/>
                </a:lnTo>
                <a:lnTo>
                  <a:pt x="109243" y="285079"/>
                </a:lnTo>
                <a:lnTo>
                  <a:pt x="106469" y="543759"/>
                </a:lnTo>
                <a:lnTo>
                  <a:pt x="0" y="7930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118923" y="4729014"/>
            <a:ext cx="66040" cy="365760"/>
          </a:xfrm>
          <a:custGeom>
            <a:avLst/>
            <a:gdLst/>
            <a:ahLst/>
            <a:cxnLst/>
            <a:rect l="l" t="t" r="r" b="b"/>
            <a:pathLst>
              <a:path w="66039" h="365760">
                <a:moveTo>
                  <a:pt x="40441" y="0"/>
                </a:moveTo>
                <a:lnTo>
                  <a:pt x="51185" y="26730"/>
                </a:lnTo>
                <a:lnTo>
                  <a:pt x="65721" y="101760"/>
                </a:lnTo>
                <a:lnTo>
                  <a:pt x="57507" y="217345"/>
                </a:lnTo>
                <a:lnTo>
                  <a:pt x="0" y="3657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470170" y="5082225"/>
            <a:ext cx="143822" cy="1536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982789" y="5082225"/>
            <a:ext cx="143821" cy="1536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250348" y="4042807"/>
            <a:ext cx="72390" cy="1470025"/>
          </a:xfrm>
          <a:custGeom>
            <a:avLst/>
            <a:gdLst/>
            <a:ahLst/>
            <a:cxnLst/>
            <a:rect l="l" t="t" r="r" b="b"/>
            <a:pathLst>
              <a:path w="72389" h="1470025">
                <a:moveTo>
                  <a:pt x="0" y="0"/>
                </a:moveTo>
                <a:lnTo>
                  <a:pt x="16259" y="47628"/>
                </a:lnTo>
                <a:lnTo>
                  <a:pt x="25789" y="116008"/>
                </a:lnTo>
                <a:lnTo>
                  <a:pt x="30175" y="159432"/>
                </a:lnTo>
                <a:lnTo>
                  <a:pt x="34315" y="208233"/>
                </a:lnTo>
                <a:lnTo>
                  <a:pt x="38212" y="261826"/>
                </a:lnTo>
                <a:lnTo>
                  <a:pt x="41872" y="319626"/>
                </a:lnTo>
                <a:lnTo>
                  <a:pt x="45299" y="381048"/>
                </a:lnTo>
                <a:lnTo>
                  <a:pt x="48497" y="445509"/>
                </a:lnTo>
                <a:lnTo>
                  <a:pt x="51472" y="512422"/>
                </a:lnTo>
                <a:lnTo>
                  <a:pt x="54227" y="581203"/>
                </a:lnTo>
                <a:lnTo>
                  <a:pt x="56768" y="651269"/>
                </a:lnTo>
                <a:lnTo>
                  <a:pt x="59098" y="722033"/>
                </a:lnTo>
                <a:lnTo>
                  <a:pt x="61223" y="792911"/>
                </a:lnTo>
                <a:lnTo>
                  <a:pt x="63147" y="863319"/>
                </a:lnTo>
                <a:lnTo>
                  <a:pt x="64875" y="932671"/>
                </a:lnTo>
                <a:lnTo>
                  <a:pt x="66410" y="1000384"/>
                </a:lnTo>
                <a:lnTo>
                  <a:pt x="67759" y="1065872"/>
                </a:lnTo>
                <a:lnTo>
                  <a:pt x="68924" y="1128550"/>
                </a:lnTo>
                <a:lnTo>
                  <a:pt x="69912" y="1187835"/>
                </a:lnTo>
                <a:lnTo>
                  <a:pt x="70726" y="1243141"/>
                </a:lnTo>
                <a:lnTo>
                  <a:pt x="71371" y="1293883"/>
                </a:lnTo>
                <a:lnTo>
                  <a:pt x="71851" y="1339477"/>
                </a:lnTo>
                <a:lnTo>
                  <a:pt x="72172" y="1379339"/>
                </a:lnTo>
                <a:lnTo>
                  <a:pt x="72351" y="1439524"/>
                </a:lnTo>
                <a:lnTo>
                  <a:pt x="72220" y="1458678"/>
                </a:lnTo>
                <a:lnTo>
                  <a:pt x="71946" y="146976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288962" y="4053085"/>
            <a:ext cx="98425" cy="257810"/>
          </a:xfrm>
          <a:custGeom>
            <a:avLst/>
            <a:gdLst/>
            <a:ahLst/>
            <a:cxnLst/>
            <a:rect l="l" t="t" r="r" b="b"/>
            <a:pathLst>
              <a:path w="98425" h="257810">
                <a:moveTo>
                  <a:pt x="98427" y="0"/>
                </a:moveTo>
                <a:lnTo>
                  <a:pt x="82405" y="29778"/>
                </a:lnTo>
                <a:lnTo>
                  <a:pt x="47500" y="100874"/>
                </a:lnTo>
                <a:lnTo>
                  <a:pt x="13452" y="185926"/>
                </a:lnTo>
                <a:lnTo>
                  <a:pt x="0" y="25757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767279" y="3936603"/>
            <a:ext cx="544830" cy="149225"/>
          </a:xfrm>
          <a:custGeom>
            <a:avLst/>
            <a:gdLst/>
            <a:ahLst/>
            <a:cxnLst/>
            <a:rect l="l" t="t" r="r" b="b"/>
            <a:pathLst>
              <a:path w="544829" h="149225">
                <a:moveTo>
                  <a:pt x="0" y="0"/>
                </a:moveTo>
                <a:lnTo>
                  <a:pt x="37900" y="39774"/>
                </a:lnTo>
                <a:lnTo>
                  <a:pt x="146462" y="112630"/>
                </a:lnTo>
                <a:lnTo>
                  <a:pt x="317977" y="148871"/>
                </a:lnTo>
                <a:lnTo>
                  <a:pt x="544737" y="7879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312016" y="3936603"/>
            <a:ext cx="544830" cy="149225"/>
          </a:xfrm>
          <a:custGeom>
            <a:avLst/>
            <a:gdLst/>
            <a:ahLst/>
            <a:cxnLst/>
            <a:rect l="l" t="t" r="r" b="b"/>
            <a:pathLst>
              <a:path w="544829" h="149225">
                <a:moveTo>
                  <a:pt x="544733" y="0"/>
                </a:moveTo>
                <a:lnTo>
                  <a:pt x="506833" y="39774"/>
                </a:lnTo>
                <a:lnTo>
                  <a:pt x="398272" y="112630"/>
                </a:lnTo>
                <a:lnTo>
                  <a:pt x="226759" y="148871"/>
                </a:lnTo>
                <a:lnTo>
                  <a:pt x="0" y="7879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315440" y="3809841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0"/>
                </a:moveTo>
                <a:lnTo>
                  <a:pt x="0" y="20555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855768" y="2908843"/>
            <a:ext cx="476250" cy="2806065"/>
          </a:xfrm>
          <a:custGeom>
            <a:avLst/>
            <a:gdLst/>
            <a:ahLst/>
            <a:cxnLst/>
            <a:rect l="l" t="t" r="r" b="b"/>
            <a:pathLst>
              <a:path w="476250" h="2806065">
                <a:moveTo>
                  <a:pt x="475669" y="0"/>
                </a:moveTo>
                <a:lnTo>
                  <a:pt x="469883" y="45570"/>
                </a:lnTo>
                <a:lnTo>
                  <a:pt x="463828" y="88320"/>
                </a:lnTo>
                <a:lnTo>
                  <a:pt x="457486" y="128803"/>
                </a:lnTo>
                <a:lnTo>
                  <a:pt x="450844" y="167574"/>
                </a:lnTo>
                <a:lnTo>
                  <a:pt x="443883" y="205186"/>
                </a:lnTo>
                <a:lnTo>
                  <a:pt x="428945" y="279152"/>
                </a:lnTo>
                <a:lnTo>
                  <a:pt x="420936" y="316614"/>
                </a:lnTo>
                <a:lnTo>
                  <a:pt x="412545" y="355134"/>
                </a:lnTo>
                <a:lnTo>
                  <a:pt x="403757" y="395267"/>
                </a:lnTo>
                <a:lnTo>
                  <a:pt x="394555" y="437566"/>
                </a:lnTo>
                <a:lnTo>
                  <a:pt x="384924" y="482586"/>
                </a:lnTo>
                <a:lnTo>
                  <a:pt x="374847" y="530880"/>
                </a:lnTo>
                <a:lnTo>
                  <a:pt x="364309" y="583004"/>
                </a:lnTo>
                <a:lnTo>
                  <a:pt x="353293" y="639511"/>
                </a:lnTo>
                <a:lnTo>
                  <a:pt x="341784" y="700956"/>
                </a:lnTo>
                <a:lnTo>
                  <a:pt x="329766" y="767892"/>
                </a:lnTo>
                <a:lnTo>
                  <a:pt x="317222" y="840873"/>
                </a:lnTo>
                <a:lnTo>
                  <a:pt x="304137" y="920455"/>
                </a:lnTo>
                <a:lnTo>
                  <a:pt x="299243" y="961613"/>
                </a:lnTo>
                <a:lnTo>
                  <a:pt x="296599" y="1007468"/>
                </a:lnTo>
                <a:lnTo>
                  <a:pt x="295700" y="1056956"/>
                </a:lnTo>
                <a:lnTo>
                  <a:pt x="296044" y="1109012"/>
                </a:lnTo>
                <a:lnTo>
                  <a:pt x="297128" y="1162572"/>
                </a:lnTo>
                <a:lnTo>
                  <a:pt x="298449" y="1216571"/>
                </a:lnTo>
                <a:lnTo>
                  <a:pt x="299504" y="1269945"/>
                </a:lnTo>
                <a:lnTo>
                  <a:pt x="299789" y="1321631"/>
                </a:lnTo>
                <a:lnTo>
                  <a:pt x="298803" y="1370563"/>
                </a:lnTo>
                <a:lnTo>
                  <a:pt x="296040" y="1415677"/>
                </a:lnTo>
                <a:lnTo>
                  <a:pt x="291000" y="1455908"/>
                </a:lnTo>
                <a:lnTo>
                  <a:pt x="283784" y="1497756"/>
                </a:lnTo>
                <a:lnTo>
                  <a:pt x="275737" y="1543098"/>
                </a:lnTo>
                <a:lnTo>
                  <a:pt x="266946" y="1591442"/>
                </a:lnTo>
                <a:lnTo>
                  <a:pt x="257496" y="1642293"/>
                </a:lnTo>
                <a:lnTo>
                  <a:pt x="247474" y="1695157"/>
                </a:lnTo>
                <a:lnTo>
                  <a:pt x="236965" y="1749540"/>
                </a:lnTo>
                <a:lnTo>
                  <a:pt x="226056" y="1804948"/>
                </a:lnTo>
                <a:lnTo>
                  <a:pt x="214831" y="1860887"/>
                </a:lnTo>
                <a:lnTo>
                  <a:pt x="203378" y="1916863"/>
                </a:lnTo>
                <a:lnTo>
                  <a:pt x="191782" y="1972381"/>
                </a:lnTo>
                <a:lnTo>
                  <a:pt x="180129" y="2026949"/>
                </a:lnTo>
                <a:lnTo>
                  <a:pt x="168505" y="2080071"/>
                </a:lnTo>
                <a:lnTo>
                  <a:pt x="156996" y="2131254"/>
                </a:lnTo>
                <a:lnTo>
                  <a:pt x="145687" y="2180003"/>
                </a:lnTo>
                <a:lnTo>
                  <a:pt x="134666" y="2225825"/>
                </a:lnTo>
                <a:lnTo>
                  <a:pt x="124017" y="2268225"/>
                </a:lnTo>
                <a:lnTo>
                  <a:pt x="113827" y="2306710"/>
                </a:lnTo>
                <a:lnTo>
                  <a:pt x="89854" y="2387451"/>
                </a:lnTo>
                <a:lnTo>
                  <a:pt x="74650" y="2434589"/>
                </a:lnTo>
                <a:lnTo>
                  <a:pt x="59242" y="2482006"/>
                </a:lnTo>
                <a:lnTo>
                  <a:pt x="44299" y="2529509"/>
                </a:lnTo>
                <a:lnTo>
                  <a:pt x="30490" y="2576905"/>
                </a:lnTo>
                <a:lnTo>
                  <a:pt x="18486" y="2624000"/>
                </a:lnTo>
                <a:lnTo>
                  <a:pt x="8956" y="2670602"/>
                </a:lnTo>
                <a:lnTo>
                  <a:pt x="2571" y="2716517"/>
                </a:lnTo>
                <a:lnTo>
                  <a:pt x="0" y="2761553"/>
                </a:lnTo>
                <a:lnTo>
                  <a:pt x="1912" y="280551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9428312" y="2938435"/>
            <a:ext cx="167005" cy="2767330"/>
          </a:xfrm>
          <a:custGeom>
            <a:avLst/>
            <a:gdLst/>
            <a:ahLst/>
            <a:cxnLst/>
            <a:rect l="l" t="t" r="r" b="b"/>
            <a:pathLst>
              <a:path w="167004" h="2767329">
                <a:moveTo>
                  <a:pt x="97647" y="2766026"/>
                </a:moveTo>
                <a:lnTo>
                  <a:pt x="103732" y="2707182"/>
                </a:lnTo>
                <a:lnTo>
                  <a:pt x="109481" y="2649295"/>
                </a:lnTo>
                <a:lnTo>
                  <a:pt x="114531" y="2593773"/>
                </a:lnTo>
                <a:lnTo>
                  <a:pt x="118521" y="2542023"/>
                </a:lnTo>
                <a:lnTo>
                  <a:pt x="121090" y="2495453"/>
                </a:lnTo>
                <a:lnTo>
                  <a:pt x="121875" y="2455470"/>
                </a:lnTo>
                <a:lnTo>
                  <a:pt x="121670" y="2432028"/>
                </a:lnTo>
                <a:lnTo>
                  <a:pt x="120759" y="2358820"/>
                </a:lnTo>
                <a:lnTo>
                  <a:pt x="120075" y="2311302"/>
                </a:lnTo>
                <a:lnTo>
                  <a:pt x="119250" y="2258009"/>
                </a:lnTo>
                <a:lnTo>
                  <a:pt x="118297" y="2200065"/>
                </a:lnTo>
                <a:lnTo>
                  <a:pt x="117225" y="2138594"/>
                </a:lnTo>
                <a:lnTo>
                  <a:pt x="116044" y="2074723"/>
                </a:lnTo>
                <a:lnTo>
                  <a:pt x="114765" y="2009575"/>
                </a:lnTo>
                <a:lnTo>
                  <a:pt x="113399" y="1944276"/>
                </a:lnTo>
                <a:lnTo>
                  <a:pt x="111955" y="1879949"/>
                </a:lnTo>
                <a:lnTo>
                  <a:pt x="110444" y="1817721"/>
                </a:lnTo>
                <a:lnTo>
                  <a:pt x="108875" y="1758716"/>
                </a:lnTo>
                <a:lnTo>
                  <a:pt x="107261" y="1704058"/>
                </a:lnTo>
                <a:lnTo>
                  <a:pt x="105609" y="1654873"/>
                </a:lnTo>
                <a:lnTo>
                  <a:pt x="103932" y="1612285"/>
                </a:lnTo>
                <a:lnTo>
                  <a:pt x="100542" y="1551401"/>
                </a:lnTo>
                <a:lnTo>
                  <a:pt x="98251" y="1510505"/>
                </a:lnTo>
                <a:lnTo>
                  <a:pt x="99610" y="1436392"/>
                </a:lnTo>
                <a:lnTo>
                  <a:pt x="107119" y="1366007"/>
                </a:lnTo>
                <a:lnTo>
                  <a:pt x="118655" y="1291538"/>
                </a:lnTo>
                <a:lnTo>
                  <a:pt x="125269" y="1250331"/>
                </a:lnTo>
                <a:lnTo>
                  <a:pt x="132093" y="1205174"/>
                </a:lnTo>
                <a:lnTo>
                  <a:pt x="138862" y="1155091"/>
                </a:lnTo>
                <a:lnTo>
                  <a:pt x="145310" y="1099104"/>
                </a:lnTo>
                <a:lnTo>
                  <a:pt x="151172" y="1036237"/>
                </a:lnTo>
                <a:lnTo>
                  <a:pt x="156182" y="965514"/>
                </a:lnTo>
                <a:lnTo>
                  <a:pt x="160074" y="885959"/>
                </a:lnTo>
                <a:lnTo>
                  <a:pt x="162089" y="827827"/>
                </a:lnTo>
                <a:lnTo>
                  <a:pt x="163780" y="766636"/>
                </a:lnTo>
                <a:lnTo>
                  <a:pt x="165125" y="703156"/>
                </a:lnTo>
                <a:lnTo>
                  <a:pt x="166100" y="638158"/>
                </a:lnTo>
                <a:lnTo>
                  <a:pt x="166683" y="572412"/>
                </a:lnTo>
                <a:lnTo>
                  <a:pt x="166852" y="506688"/>
                </a:lnTo>
                <a:lnTo>
                  <a:pt x="166585" y="441755"/>
                </a:lnTo>
                <a:lnTo>
                  <a:pt x="165858" y="378385"/>
                </a:lnTo>
                <a:lnTo>
                  <a:pt x="164650" y="317346"/>
                </a:lnTo>
                <a:lnTo>
                  <a:pt x="162938" y="259409"/>
                </a:lnTo>
                <a:lnTo>
                  <a:pt x="160698" y="205345"/>
                </a:lnTo>
                <a:lnTo>
                  <a:pt x="157910" y="155923"/>
                </a:lnTo>
                <a:lnTo>
                  <a:pt x="154550" y="111913"/>
                </a:lnTo>
                <a:lnTo>
                  <a:pt x="146025" y="43210"/>
                </a:lnTo>
                <a:lnTo>
                  <a:pt x="134943" y="5397"/>
                </a:lnTo>
                <a:lnTo>
                  <a:pt x="128388" y="0"/>
                </a:lnTo>
                <a:lnTo>
                  <a:pt x="124828" y="6201"/>
                </a:lnTo>
                <a:lnTo>
                  <a:pt x="115253" y="53482"/>
                </a:lnTo>
                <a:lnTo>
                  <a:pt x="109461" y="92094"/>
                </a:lnTo>
                <a:lnTo>
                  <a:pt x="103148" y="139042"/>
                </a:lnTo>
                <a:lnTo>
                  <a:pt x="96427" y="193091"/>
                </a:lnTo>
                <a:lnTo>
                  <a:pt x="89409" y="253008"/>
                </a:lnTo>
                <a:lnTo>
                  <a:pt x="82207" y="317560"/>
                </a:lnTo>
                <a:lnTo>
                  <a:pt x="74931" y="385511"/>
                </a:lnTo>
                <a:lnTo>
                  <a:pt x="67694" y="455629"/>
                </a:lnTo>
                <a:lnTo>
                  <a:pt x="60608" y="526679"/>
                </a:lnTo>
                <a:lnTo>
                  <a:pt x="53785" y="597428"/>
                </a:lnTo>
                <a:lnTo>
                  <a:pt x="47335" y="666641"/>
                </a:lnTo>
                <a:lnTo>
                  <a:pt x="41373" y="733086"/>
                </a:lnTo>
                <a:lnTo>
                  <a:pt x="36008" y="795527"/>
                </a:lnTo>
                <a:lnTo>
                  <a:pt x="31353" y="852731"/>
                </a:lnTo>
                <a:lnTo>
                  <a:pt x="27521" y="903464"/>
                </a:lnTo>
                <a:lnTo>
                  <a:pt x="24622" y="946492"/>
                </a:lnTo>
                <a:lnTo>
                  <a:pt x="22072" y="1004500"/>
                </a:lnTo>
                <a:lnTo>
                  <a:pt x="22591" y="1051930"/>
                </a:lnTo>
                <a:lnTo>
                  <a:pt x="24377" y="1098349"/>
                </a:lnTo>
                <a:lnTo>
                  <a:pt x="27147" y="1144166"/>
                </a:lnTo>
                <a:lnTo>
                  <a:pt x="30621" y="1189791"/>
                </a:lnTo>
                <a:lnTo>
                  <a:pt x="34515" y="1235632"/>
                </a:lnTo>
                <a:lnTo>
                  <a:pt x="38549" y="1282098"/>
                </a:lnTo>
                <a:lnTo>
                  <a:pt x="42440" y="1329599"/>
                </a:lnTo>
                <a:lnTo>
                  <a:pt x="45906" y="1378544"/>
                </a:lnTo>
                <a:lnTo>
                  <a:pt x="48666" y="1429340"/>
                </a:lnTo>
                <a:lnTo>
                  <a:pt x="50438" y="1482399"/>
                </a:lnTo>
                <a:lnTo>
                  <a:pt x="50940" y="1538128"/>
                </a:lnTo>
                <a:lnTo>
                  <a:pt x="50444" y="1582363"/>
                </a:lnTo>
                <a:lnTo>
                  <a:pt x="49333" y="1630206"/>
                </a:lnTo>
                <a:lnTo>
                  <a:pt x="47670" y="1681129"/>
                </a:lnTo>
                <a:lnTo>
                  <a:pt x="45520" y="1734605"/>
                </a:lnTo>
                <a:lnTo>
                  <a:pt x="42944" y="1790104"/>
                </a:lnTo>
                <a:lnTo>
                  <a:pt x="40008" y="1847098"/>
                </a:lnTo>
                <a:lnTo>
                  <a:pt x="36774" y="1905059"/>
                </a:lnTo>
                <a:lnTo>
                  <a:pt x="33306" y="1963459"/>
                </a:lnTo>
                <a:lnTo>
                  <a:pt x="29666" y="2021769"/>
                </a:lnTo>
                <a:lnTo>
                  <a:pt x="25920" y="2079462"/>
                </a:lnTo>
                <a:lnTo>
                  <a:pt x="22129" y="2136008"/>
                </a:lnTo>
                <a:lnTo>
                  <a:pt x="18358" y="2190879"/>
                </a:lnTo>
                <a:lnTo>
                  <a:pt x="14670" y="2243547"/>
                </a:lnTo>
                <a:lnTo>
                  <a:pt x="11128" y="2293484"/>
                </a:lnTo>
                <a:lnTo>
                  <a:pt x="7797" y="2340161"/>
                </a:lnTo>
                <a:lnTo>
                  <a:pt x="4738" y="2383050"/>
                </a:lnTo>
                <a:lnTo>
                  <a:pt x="2016" y="2421623"/>
                </a:lnTo>
                <a:lnTo>
                  <a:pt x="0" y="2471109"/>
                </a:lnTo>
                <a:lnTo>
                  <a:pt x="577" y="2520482"/>
                </a:lnTo>
                <a:lnTo>
                  <a:pt x="3301" y="2569771"/>
                </a:lnTo>
                <a:lnTo>
                  <a:pt x="7723" y="2619009"/>
                </a:lnTo>
                <a:lnTo>
                  <a:pt x="13396" y="2668228"/>
                </a:lnTo>
                <a:lnTo>
                  <a:pt x="19870" y="2717458"/>
                </a:lnTo>
                <a:lnTo>
                  <a:pt x="26699" y="27667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766276" y="2918283"/>
            <a:ext cx="392430" cy="2795905"/>
          </a:xfrm>
          <a:custGeom>
            <a:avLst/>
            <a:gdLst/>
            <a:ahLst/>
            <a:cxnLst/>
            <a:rect l="l" t="t" r="r" b="b"/>
            <a:pathLst>
              <a:path w="392429" h="2795904">
                <a:moveTo>
                  <a:pt x="392029" y="2795744"/>
                </a:moveTo>
                <a:lnTo>
                  <a:pt x="387745" y="2751643"/>
                </a:lnTo>
                <a:lnTo>
                  <a:pt x="379637" y="2705208"/>
                </a:lnTo>
                <a:lnTo>
                  <a:pt x="368400" y="2657118"/>
                </a:lnTo>
                <a:lnTo>
                  <a:pt x="354729" y="2608055"/>
                </a:lnTo>
                <a:lnTo>
                  <a:pt x="339317" y="2558698"/>
                </a:lnTo>
                <a:lnTo>
                  <a:pt x="322860" y="2509728"/>
                </a:lnTo>
                <a:lnTo>
                  <a:pt x="306052" y="2461826"/>
                </a:lnTo>
                <a:lnTo>
                  <a:pt x="289587" y="2415670"/>
                </a:lnTo>
                <a:lnTo>
                  <a:pt x="274159" y="2371943"/>
                </a:lnTo>
                <a:lnTo>
                  <a:pt x="260464" y="2331323"/>
                </a:lnTo>
                <a:lnTo>
                  <a:pt x="240620" y="2263794"/>
                </a:lnTo>
                <a:lnTo>
                  <a:pt x="229914" y="2223033"/>
                </a:lnTo>
                <a:lnTo>
                  <a:pt x="218852" y="2178294"/>
                </a:lnTo>
                <a:lnTo>
                  <a:pt x="207561" y="2130092"/>
                </a:lnTo>
                <a:lnTo>
                  <a:pt x="196166" y="2078942"/>
                </a:lnTo>
                <a:lnTo>
                  <a:pt x="184795" y="2025359"/>
                </a:lnTo>
                <a:lnTo>
                  <a:pt x="173573" y="1969857"/>
                </a:lnTo>
                <a:lnTo>
                  <a:pt x="162627" y="1912951"/>
                </a:lnTo>
                <a:lnTo>
                  <a:pt x="152081" y="1855156"/>
                </a:lnTo>
                <a:lnTo>
                  <a:pt x="142063" y="1796987"/>
                </a:lnTo>
                <a:lnTo>
                  <a:pt x="132699" y="1738958"/>
                </a:lnTo>
                <a:lnTo>
                  <a:pt x="124114" y="1681585"/>
                </a:lnTo>
                <a:lnTo>
                  <a:pt x="116436" y="1625382"/>
                </a:lnTo>
                <a:lnTo>
                  <a:pt x="109789" y="1570864"/>
                </a:lnTo>
                <a:lnTo>
                  <a:pt x="104300" y="1518546"/>
                </a:lnTo>
                <a:lnTo>
                  <a:pt x="100095" y="1468942"/>
                </a:lnTo>
                <a:lnTo>
                  <a:pt x="97548" y="1416633"/>
                </a:lnTo>
                <a:lnTo>
                  <a:pt x="97495" y="1367193"/>
                </a:lnTo>
                <a:lnTo>
                  <a:pt x="99463" y="1320035"/>
                </a:lnTo>
                <a:lnTo>
                  <a:pt x="102982" y="1274573"/>
                </a:lnTo>
                <a:lnTo>
                  <a:pt x="107578" y="1230221"/>
                </a:lnTo>
                <a:lnTo>
                  <a:pt x="112781" y="1186391"/>
                </a:lnTo>
                <a:lnTo>
                  <a:pt x="118119" y="1142498"/>
                </a:lnTo>
                <a:lnTo>
                  <a:pt x="123120" y="1097954"/>
                </a:lnTo>
                <a:lnTo>
                  <a:pt x="127312" y="1052173"/>
                </a:lnTo>
                <a:lnTo>
                  <a:pt x="130223" y="1004569"/>
                </a:lnTo>
                <a:lnTo>
                  <a:pt x="131383" y="954554"/>
                </a:lnTo>
                <a:lnTo>
                  <a:pt x="130318" y="901543"/>
                </a:lnTo>
                <a:lnTo>
                  <a:pt x="126558" y="844948"/>
                </a:lnTo>
                <a:lnTo>
                  <a:pt x="121010" y="787201"/>
                </a:lnTo>
                <a:lnTo>
                  <a:pt x="114957" y="731272"/>
                </a:lnTo>
                <a:lnTo>
                  <a:pt x="108450" y="676999"/>
                </a:lnTo>
                <a:lnTo>
                  <a:pt x="101545" y="624219"/>
                </a:lnTo>
                <a:lnTo>
                  <a:pt x="94295" y="572770"/>
                </a:lnTo>
                <a:lnTo>
                  <a:pt x="86754" y="522489"/>
                </a:lnTo>
                <a:lnTo>
                  <a:pt x="78975" y="473214"/>
                </a:lnTo>
                <a:lnTo>
                  <a:pt x="71014" y="424781"/>
                </a:lnTo>
                <a:lnTo>
                  <a:pt x="62923" y="377029"/>
                </a:lnTo>
                <a:lnTo>
                  <a:pt x="54756" y="329795"/>
                </a:lnTo>
                <a:lnTo>
                  <a:pt x="46568" y="282916"/>
                </a:lnTo>
                <a:lnTo>
                  <a:pt x="38411" y="236230"/>
                </a:lnTo>
                <a:lnTo>
                  <a:pt x="30341" y="189574"/>
                </a:lnTo>
                <a:lnTo>
                  <a:pt x="22411" y="142785"/>
                </a:lnTo>
                <a:lnTo>
                  <a:pt x="14675" y="95702"/>
                </a:lnTo>
                <a:lnTo>
                  <a:pt x="7186" y="48161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9620941" y="4079412"/>
            <a:ext cx="62865" cy="853440"/>
          </a:xfrm>
          <a:custGeom>
            <a:avLst/>
            <a:gdLst/>
            <a:ahLst/>
            <a:cxnLst/>
            <a:rect l="l" t="t" r="r" b="b"/>
            <a:pathLst>
              <a:path w="62865" h="853439">
                <a:moveTo>
                  <a:pt x="62147" y="0"/>
                </a:moveTo>
                <a:lnTo>
                  <a:pt x="47132" y="45938"/>
                </a:lnTo>
                <a:lnTo>
                  <a:pt x="34368" y="95162"/>
                </a:lnTo>
                <a:lnTo>
                  <a:pt x="23765" y="147090"/>
                </a:lnTo>
                <a:lnTo>
                  <a:pt x="15232" y="201135"/>
                </a:lnTo>
                <a:lnTo>
                  <a:pt x="8679" y="256714"/>
                </a:lnTo>
                <a:lnTo>
                  <a:pt x="4016" y="313243"/>
                </a:lnTo>
                <a:lnTo>
                  <a:pt x="1153" y="370138"/>
                </a:lnTo>
                <a:lnTo>
                  <a:pt x="0" y="426813"/>
                </a:lnTo>
                <a:lnTo>
                  <a:pt x="465" y="482686"/>
                </a:lnTo>
                <a:lnTo>
                  <a:pt x="2460" y="537170"/>
                </a:lnTo>
                <a:lnTo>
                  <a:pt x="5893" y="589684"/>
                </a:lnTo>
                <a:lnTo>
                  <a:pt x="10675" y="639641"/>
                </a:lnTo>
                <a:lnTo>
                  <a:pt x="16715" y="686458"/>
                </a:lnTo>
                <a:lnTo>
                  <a:pt x="23923" y="729550"/>
                </a:lnTo>
                <a:lnTo>
                  <a:pt x="32209" y="768334"/>
                </a:lnTo>
                <a:lnTo>
                  <a:pt x="51652" y="830638"/>
                </a:lnTo>
                <a:lnTo>
                  <a:pt x="62630" y="8529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9651242" y="4718383"/>
            <a:ext cx="151550" cy="3378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9006364" y="3992770"/>
            <a:ext cx="300990" cy="173355"/>
          </a:xfrm>
          <a:custGeom>
            <a:avLst/>
            <a:gdLst/>
            <a:ahLst/>
            <a:cxnLst/>
            <a:rect l="l" t="t" r="r" b="b"/>
            <a:pathLst>
              <a:path w="300990" h="173354">
                <a:moveTo>
                  <a:pt x="266792" y="0"/>
                </a:moveTo>
                <a:lnTo>
                  <a:pt x="34203" y="0"/>
                </a:lnTo>
                <a:lnTo>
                  <a:pt x="20922" y="2698"/>
                </a:lnTo>
                <a:lnTo>
                  <a:pt x="10046" y="10045"/>
                </a:lnTo>
                <a:lnTo>
                  <a:pt x="2698" y="20920"/>
                </a:lnTo>
                <a:lnTo>
                  <a:pt x="0" y="34201"/>
                </a:lnTo>
                <a:lnTo>
                  <a:pt x="0" y="139100"/>
                </a:lnTo>
                <a:lnTo>
                  <a:pt x="2698" y="152379"/>
                </a:lnTo>
                <a:lnTo>
                  <a:pt x="10046" y="163254"/>
                </a:lnTo>
                <a:lnTo>
                  <a:pt x="20922" y="170601"/>
                </a:lnTo>
                <a:lnTo>
                  <a:pt x="34203" y="173300"/>
                </a:lnTo>
                <a:lnTo>
                  <a:pt x="266792" y="173300"/>
                </a:lnTo>
                <a:lnTo>
                  <a:pt x="280072" y="170601"/>
                </a:lnTo>
                <a:lnTo>
                  <a:pt x="290947" y="163254"/>
                </a:lnTo>
                <a:lnTo>
                  <a:pt x="298294" y="152379"/>
                </a:lnTo>
                <a:lnTo>
                  <a:pt x="300992" y="139100"/>
                </a:lnTo>
                <a:lnTo>
                  <a:pt x="300992" y="34201"/>
                </a:lnTo>
                <a:lnTo>
                  <a:pt x="298294" y="20920"/>
                </a:lnTo>
                <a:lnTo>
                  <a:pt x="290947" y="10045"/>
                </a:lnTo>
                <a:lnTo>
                  <a:pt x="280072" y="2698"/>
                </a:lnTo>
                <a:lnTo>
                  <a:pt x="26679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9683089" y="3992770"/>
            <a:ext cx="300990" cy="173355"/>
          </a:xfrm>
          <a:custGeom>
            <a:avLst/>
            <a:gdLst/>
            <a:ahLst/>
            <a:cxnLst/>
            <a:rect l="l" t="t" r="r" b="b"/>
            <a:pathLst>
              <a:path w="300990" h="173354">
                <a:moveTo>
                  <a:pt x="266791" y="0"/>
                </a:moveTo>
                <a:lnTo>
                  <a:pt x="34199" y="0"/>
                </a:lnTo>
                <a:lnTo>
                  <a:pt x="20920" y="2698"/>
                </a:lnTo>
                <a:lnTo>
                  <a:pt x="10046" y="10045"/>
                </a:lnTo>
                <a:lnTo>
                  <a:pt x="2698" y="20920"/>
                </a:lnTo>
                <a:lnTo>
                  <a:pt x="0" y="34201"/>
                </a:lnTo>
                <a:lnTo>
                  <a:pt x="0" y="139100"/>
                </a:lnTo>
                <a:lnTo>
                  <a:pt x="2698" y="152379"/>
                </a:lnTo>
                <a:lnTo>
                  <a:pt x="10046" y="163254"/>
                </a:lnTo>
                <a:lnTo>
                  <a:pt x="20920" y="170601"/>
                </a:lnTo>
                <a:lnTo>
                  <a:pt x="34199" y="173300"/>
                </a:lnTo>
                <a:lnTo>
                  <a:pt x="266791" y="173300"/>
                </a:lnTo>
                <a:lnTo>
                  <a:pt x="280070" y="170601"/>
                </a:lnTo>
                <a:lnTo>
                  <a:pt x="290945" y="163254"/>
                </a:lnTo>
                <a:lnTo>
                  <a:pt x="298293" y="152379"/>
                </a:lnTo>
                <a:lnTo>
                  <a:pt x="300992" y="139100"/>
                </a:lnTo>
                <a:lnTo>
                  <a:pt x="300992" y="34201"/>
                </a:lnTo>
                <a:lnTo>
                  <a:pt x="298293" y="20920"/>
                </a:lnTo>
                <a:lnTo>
                  <a:pt x="290945" y="10045"/>
                </a:lnTo>
                <a:lnTo>
                  <a:pt x="280070" y="2698"/>
                </a:lnTo>
                <a:lnTo>
                  <a:pt x="26679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9006364" y="4638085"/>
            <a:ext cx="300990" cy="173355"/>
          </a:xfrm>
          <a:custGeom>
            <a:avLst/>
            <a:gdLst/>
            <a:ahLst/>
            <a:cxnLst/>
            <a:rect l="l" t="t" r="r" b="b"/>
            <a:pathLst>
              <a:path w="300990" h="173354">
                <a:moveTo>
                  <a:pt x="266792" y="0"/>
                </a:moveTo>
                <a:lnTo>
                  <a:pt x="34203" y="0"/>
                </a:lnTo>
                <a:lnTo>
                  <a:pt x="20922" y="2698"/>
                </a:lnTo>
                <a:lnTo>
                  <a:pt x="10046" y="10044"/>
                </a:lnTo>
                <a:lnTo>
                  <a:pt x="2698" y="20919"/>
                </a:lnTo>
                <a:lnTo>
                  <a:pt x="0" y="34199"/>
                </a:lnTo>
                <a:lnTo>
                  <a:pt x="0" y="139096"/>
                </a:lnTo>
                <a:lnTo>
                  <a:pt x="2698" y="152378"/>
                </a:lnTo>
                <a:lnTo>
                  <a:pt x="10046" y="163253"/>
                </a:lnTo>
                <a:lnTo>
                  <a:pt x="20922" y="170601"/>
                </a:lnTo>
                <a:lnTo>
                  <a:pt x="34203" y="173300"/>
                </a:lnTo>
                <a:lnTo>
                  <a:pt x="266792" y="173300"/>
                </a:lnTo>
                <a:lnTo>
                  <a:pt x="280072" y="170601"/>
                </a:lnTo>
                <a:lnTo>
                  <a:pt x="290947" y="163253"/>
                </a:lnTo>
                <a:lnTo>
                  <a:pt x="298294" y="152378"/>
                </a:lnTo>
                <a:lnTo>
                  <a:pt x="300992" y="139096"/>
                </a:lnTo>
                <a:lnTo>
                  <a:pt x="300992" y="34199"/>
                </a:lnTo>
                <a:lnTo>
                  <a:pt x="298294" y="20919"/>
                </a:lnTo>
                <a:lnTo>
                  <a:pt x="290947" y="10044"/>
                </a:lnTo>
                <a:lnTo>
                  <a:pt x="280072" y="2698"/>
                </a:lnTo>
                <a:lnTo>
                  <a:pt x="26679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683089" y="4638085"/>
            <a:ext cx="300990" cy="173355"/>
          </a:xfrm>
          <a:custGeom>
            <a:avLst/>
            <a:gdLst/>
            <a:ahLst/>
            <a:cxnLst/>
            <a:rect l="l" t="t" r="r" b="b"/>
            <a:pathLst>
              <a:path w="300990" h="173354">
                <a:moveTo>
                  <a:pt x="266791" y="0"/>
                </a:moveTo>
                <a:lnTo>
                  <a:pt x="34199" y="0"/>
                </a:lnTo>
                <a:lnTo>
                  <a:pt x="20920" y="2698"/>
                </a:lnTo>
                <a:lnTo>
                  <a:pt x="10046" y="10044"/>
                </a:lnTo>
                <a:lnTo>
                  <a:pt x="2698" y="20919"/>
                </a:lnTo>
                <a:lnTo>
                  <a:pt x="0" y="34199"/>
                </a:lnTo>
                <a:lnTo>
                  <a:pt x="0" y="139096"/>
                </a:lnTo>
                <a:lnTo>
                  <a:pt x="2698" y="152378"/>
                </a:lnTo>
                <a:lnTo>
                  <a:pt x="10046" y="163253"/>
                </a:lnTo>
                <a:lnTo>
                  <a:pt x="20920" y="170601"/>
                </a:lnTo>
                <a:lnTo>
                  <a:pt x="34199" y="173300"/>
                </a:lnTo>
                <a:lnTo>
                  <a:pt x="266791" y="173300"/>
                </a:lnTo>
                <a:lnTo>
                  <a:pt x="280070" y="170601"/>
                </a:lnTo>
                <a:lnTo>
                  <a:pt x="290945" y="163253"/>
                </a:lnTo>
                <a:lnTo>
                  <a:pt x="298293" y="152378"/>
                </a:lnTo>
                <a:lnTo>
                  <a:pt x="300992" y="139096"/>
                </a:lnTo>
                <a:lnTo>
                  <a:pt x="300992" y="34199"/>
                </a:lnTo>
                <a:lnTo>
                  <a:pt x="298293" y="20919"/>
                </a:lnTo>
                <a:lnTo>
                  <a:pt x="290945" y="10044"/>
                </a:lnTo>
                <a:lnTo>
                  <a:pt x="280070" y="2698"/>
                </a:lnTo>
                <a:lnTo>
                  <a:pt x="266791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9185833" y="4933489"/>
            <a:ext cx="125436" cy="1293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9300009" y="4079412"/>
            <a:ext cx="66675" cy="862965"/>
          </a:xfrm>
          <a:custGeom>
            <a:avLst/>
            <a:gdLst/>
            <a:ahLst/>
            <a:cxnLst/>
            <a:rect l="l" t="t" r="r" b="b"/>
            <a:pathLst>
              <a:path w="66675" h="862964">
                <a:moveTo>
                  <a:pt x="7352" y="0"/>
                </a:moveTo>
                <a:lnTo>
                  <a:pt x="22305" y="46025"/>
                </a:lnTo>
                <a:lnTo>
                  <a:pt x="34894" y="95498"/>
                </a:lnTo>
                <a:lnTo>
                  <a:pt x="45224" y="147816"/>
                </a:lnTo>
                <a:lnTo>
                  <a:pt x="53399" y="202372"/>
                </a:lnTo>
                <a:lnTo>
                  <a:pt x="59523" y="258563"/>
                </a:lnTo>
                <a:lnTo>
                  <a:pt x="63700" y="315785"/>
                </a:lnTo>
                <a:lnTo>
                  <a:pt x="66036" y="373432"/>
                </a:lnTo>
                <a:lnTo>
                  <a:pt x="66634" y="430901"/>
                </a:lnTo>
                <a:lnTo>
                  <a:pt x="65598" y="487587"/>
                </a:lnTo>
                <a:lnTo>
                  <a:pt x="63034" y="542886"/>
                </a:lnTo>
                <a:lnTo>
                  <a:pt x="59045" y="596192"/>
                </a:lnTo>
                <a:lnTo>
                  <a:pt x="53736" y="646903"/>
                </a:lnTo>
                <a:lnTo>
                  <a:pt x="47211" y="694412"/>
                </a:lnTo>
                <a:lnTo>
                  <a:pt x="39574" y="738116"/>
                </a:lnTo>
                <a:lnTo>
                  <a:pt x="30930" y="777411"/>
                </a:lnTo>
                <a:lnTo>
                  <a:pt x="11039" y="840354"/>
                </a:lnTo>
                <a:lnTo>
                  <a:pt x="0" y="86279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300009" y="4724734"/>
            <a:ext cx="30480" cy="217804"/>
          </a:xfrm>
          <a:custGeom>
            <a:avLst/>
            <a:gdLst/>
            <a:ahLst/>
            <a:cxnLst/>
            <a:rect l="l" t="t" r="r" b="b"/>
            <a:pathLst>
              <a:path w="30479" h="217804">
                <a:moveTo>
                  <a:pt x="7352" y="0"/>
                </a:moveTo>
                <a:lnTo>
                  <a:pt x="25613" y="37261"/>
                </a:lnTo>
                <a:lnTo>
                  <a:pt x="30427" y="82386"/>
                </a:lnTo>
                <a:lnTo>
                  <a:pt x="25375" y="130626"/>
                </a:lnTo>
                <a:lnTo>
                  <a:pt x="14039" y="177235"/>
                </a:lnTo>
                <a:lnTo>
                  <a:pt x="0" y="21746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 txBox="1"/>
          <p:nvPr/>
        </p:nvSpPr>
        <p:spPr>
          <a:xfrm>
            <a:off x="2576974" y="7865489"/>
            <a:ext cx="42164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51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2113255" y="7865489"/>
            <a:ext cx="44894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669466" y="4381475"/>
            <a:ext cx="8902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11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69450" y="4608910"/>
            <a:ext cx="16141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Char char="•"/>
              <a:tabLst>
                <a:tab pos="153035" algn="l"/>
              </a:tabLst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1100" spc="-49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31187" y="6169455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利⽤电刺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使肌⾁被动的运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烧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31163" y="6396889"/>
            <a:ext cx="15563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脂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达到塑形的⽬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655007" y="579563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29816" y="580531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55007" y="4012506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732102" y="4022186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26922" y="3073286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27665" y="2704316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729208" y="2718670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69426" y="4836344"/>
            <a:ext cx="265239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SzPct val="91000"/>
              <a:buFont typeface="Microsoft JhengHei" panose="020B0604030504040204" charset="-120"/>
              <a:buChar char="•"/>
              <a:tabLst>
                <a:tab pos="153035" algn="l"/>
              </a:tabLst>
            </a:pP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100" spc="-45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00" dirty="0">
                <a:solidFill>
                  <a:srgbClr val="5E5C5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次⼀疗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配合运动饮⻝和⼿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法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8318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40234" y="355947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23920" y="5910141"/>
            <a:ext cx="3249930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28625">
              <a:lnSpc>
                <a:spcPct val="100000"/>
              </a:lnSpc>
              <a:spcBef>
                <a:spcPts val="151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臀部周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围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29791" y="589495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46277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58641" y="589495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46277" y="5910141"/>
            <a:ext cx="3249930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52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将贴⽚贴在⼿臂肥胖的部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9890" y="4551422"/>
            <a:ext cx="758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后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4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9886" y="4778852"/>
            <a:ext cx="1489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</a:t>
            </a:r>
            <a:r>
              <a:rPr sz="1100" spc="-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876" y="5006286"/>
            <a:ext cx="2301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r>
              <a:rPr sz="1100" spc="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配合运动饮⻝和⼿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法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112" y="6516825"/>
            <a:ext cx="250698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利⽤电刺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使肌⾁被动的运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燃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烧脂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肪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达到塑形的⽬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6960" y="620279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41770" y="6217217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6960" y="418245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44056" y="4196952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8875" y="3139033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9619" y="277006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1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59"/>
                </a:lnTo>
                <a:lnTo>
                  <a:pt x="923837" y="208025"/>
                </a:lnTo>
                <a:lnTo>
                  <a:pt x="885071" y="234218"/>
                </a:lnTo>
                <a:lnTo>
                  <a:pt x="837731" y="243838"/>
                </a:lnTo>
                <a:lnTo>
                  <a:pt x="121917" y="243838"/>
                </a:lnTo>
                <a:lnTo>
                  <a:pt x="74576" y="234218"/>
                </a:lnTo>
                <a:lnTo>
                  <a:pt x="35810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41161" y="278441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2188" y="567803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2188" y="3697533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07588" y="1392714"/>
            <a:ext cx="36258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⼿臂塑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396294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4440416" y="1597845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0395484" y="1401977"/>
            <a:ext cx="40112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臀部塑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r>
              <a:rPr sz="2500" b="1" spc="21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42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052557" y="3818883"/>
            <a:ext cx="607695" cy="1301750"/>
          </a:xfrm>
          <a:custGeom>
            <a:avLst/>
            <a:gdLst/>
            <a:ahLst/>
            <a:cxnLst/>
            <a:rect l="l" t="t" r="r" b="b"/>
            <a:pathLst>
              <a:path w="607695" h="1301750">
                <a:moveTo>
                  <a:pt x="607344" y="0"/>
                </a:moveTo>
                <a:lnTo>
                  <a:pt x="578371" y="94059"/>
                </a:lnTo>
                <a:lnTo>
                  <a:pt x="512242" y="172789"/>
                </a:lnTo>
                <a:lnTo>
                  <a:pt x="385094" y="238126"/>
                </a:lnTo>
                <a:lnTo>
                  <a:pt x="332978" y="253095"/>
                </a:lnTo>
                <a:lnTo>
                  <a:pt x="285934" y="265539"/>
                </a:lnTo>
                <a:lnTo>
                  <a:pt x="243607" y="276771"/>
                </a:lnTo>
                <a:lnTo>
                  <a:pt x="205647" y="288102"/>
                </a:lnTo>
                <a:lnTo>
                  <a:pt x="141412" y="316310"/>
                </a:lnTo>
                <a:lnTo>
                  <a:pt x="90406" y="360657"/>
                </a:lnTo>
                <a:lnTo>
                  <a:pt x="49807" y="431639"/>
                </a:lnTo>
                <a:lnTo>
                  <a:pt x="32528" y="480398"/>
                </a:lnTo>
                <a:lnTo>
                  <a:pt x="16792" y="539752"/>
                </a:lnTo>
                <a:lnTo>
                  <a:pt x="7579" y="588354"/>
                </a:lnTo>
                <a:lnTo>
                  <a:pt x="2176" y="636565"/>
                </a:lnTo>
                <a:lnTo>
                  <a:pt x="0" y="684441"/>
                </a:lnTo>
                <a:lnTo>
                  <a:pt x="470" y="732038"/>
                </a:lnTo>
                <a:lnTo>
                  <a:pt x="3005" y="779412"/>
                </a:lnTo>
                <a:lnTo>
                  <a:pt x="7024" y="826619"/>
                </a:lnTo>
                <a:lnTo>
                  <a:pt x="11945" y="873713"/>
                </a:lnTo>
                <a:lnTo>
                  <a:pt x="17187" y="920752"/>
                </a:lnTo>
                <a:lnTo>
                  <a:pt x="22169" y="967791"/>
                </a:lnTo>
                <a:lnTo>
                  <a:pt x="26309" y="1014886"/>
                </a:lnTo>
                <a:lnTo>
                  <a:pt x="29026" y="1062092"/>
                </a:lnTo>
                <a:lnTo>
                  <a:pt x="29738" y="1109466"/>
                </a:lnTo>
                <a:lnTo>
                  <a:pt x="27865" y="1157064"/>
                </a:lnTo>
                <a:lnTo>
                  <a:pt x="22824" y="1204940"/>
                </a:lnTo>
                <a:lnTo>
                  <a:pt x="14035" y="1253151"/>
                </a:lnTo>
                <a:lnTo>
                  <a:pt x="916" y="13017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936421" y="3818883"/>
            <a:ext cx="607695" cy="1301750"/>
          </a:xfrm>
          <a:custGeom>
            <a:avLst/>
            <a:gdLst/>
            <a:ahLst/>
            <a:cxnLst/>
            <a:rect l="l" t="t" r="r" b="b"/>
            <a:pathLst>
              <a:path w="607695" h="1301750">
                <a:moveTo>
                  <a:pt x="0" y="0"/>
                </a:moveTo>
                <a:lnTo>
                  <a:pt x="28971" y="94059"/>
                </a:lnTo>
                <a:lnTo>
                  <a:pt x="95100" y="172789"/>
                </a:lnTo>
                <a:lnTo>
                  <a:pt x="222248" y="238126"/>
                </a:lnTo>
                <a:lnTo>
                  <a:pt x="274364" y="253095"/>
                </a:lnTo>
                <a:lnTo>
                  <a:pt x="321408" y="265539"/>
                </a:lnTo>
                <a:lnTo>
                  <a:pt x="363734" y="276771"/>
                </a:lnTo>
                <a:lnTo>
                  <a:pt x="401695" y="288102"/>
                </a:lnTo>
                <a:lnTo>
                  <a:pt x="465930" y="316310"/>
                </a:lnTo>
                <a:lnTo>
                  <a:pt x="516936" y="360657"/>
                </a:lnTo>
                <a:lnTo>
                  <a:pt x="557535" y="431639"/>
                </a:lnTo>
                <a:lnTo>
                  <a:pt x="574814" y="480398"/>
                </a:lnTo>
                <a:lnTo>
                  <a:pt x="590550" y="539752"/>
                </a:lnTo>
                <a:lnTo>
                  <a:pt x="599762" y="588354"/>
                </a:lnTo>
                <a:lnTo>
                  <a:pt x="605166" y="636565"/>
                </a:lnTo>
                <a:lnTo>
                  <a:pt x="607342" y="684441"/>
                </a:lnTo>
                <a:lnTo>
                  <a:pt x="606872" y="732038"/>
                </a:lnTo>
                <a:lnTo>
                  <a:pt x="604337" y="779412"/>
                </a:lnTo>
                <a:lnTo>
                  <a:pt x="600318" y="826619"/>
                </a:lnTo>
                <a:lnTo>
                  <a:pt x="595397" y="873713"/>
                </a:lnTo>
                <a:lnTo>
                  <a:pt x="590155" y="920752"/>
                </a:lnTo>
                <a:lnTo>
                  <a:pt x="585173" y="967791"/>
                </a:lnTo>
                <a:lnTo>
                  <a:pt x="581033" y="1014886"/>
                </a:lnTo>
                <a:lnTo>
                  <a:pt x="578316" y="1062092"/>
                </a:lnTo>
                <a:lnTo>
                  <a:pt x="577604" y="1109466"/>
                </a:lnTo>
                <a:lnTo>
                  <a:pt x="579477" y="1157064"/>
                </a:lnTo>
                <a:lnTo>
                  <a:pt x="584518" y="1204940"/>
                </a:lnTo>
                <a:lnTo>
                  <a:pt x="593307" y="1253151"/>
                </a:lnTo>
                <a:lnTo>
                  <a:pt x="606426" y="13017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170949" y="4444362"/>
            <a:ext cx="187325" cy="692150"/>
          </a:xfrm>
          <a:custGeom>
            <a:avLst/>
            <a:gdLst/>
            <a:ahLst/>
            <a:cxnLst/>
            <a:rect l="l" t="t" r="r" b="b"/>
            <a:pathLst>
              <a:path w="187325" h="692150">
                <a:moveTo>
                  <a:pt x="0" y="0"/>
                </a:moveTo>
                <a:lnTo>
                  <a:pt x="17858" y="93265"/>
                </a:lnTo>
                <a:lnTo>
                  <a:pt x="36164" y="164752"/>
                </a:lnTo>
                <a:lnTo>
                  <a:pt x="57150" y="212723"/>
                </a:lnTo>
                <a:lnTo>
                  <a:pt x="75655" y="254792"/>
                </a:lnTo>
                <a:lnTo>
                  <a:pt x="88504" y="315912"/>
                </a:lnTo>
                <a:lnTo>
                  <a:pt x="95996" y="377032"/>
                </a:lnTo>
                <a:lnTo>
                  <a:pt x="98427" y="419101"/>
                </a:lnTo>
                <a:lnTo>
                  <a:pt x="101484" y="447264"/>
                </a:lnTo>
                <a:lnTo>
                  <a:pt x="110186" y="492007"/>
                </a:lnTo>
                <a:lnTo>
                  <a:pt x="123826" y="546100"/>
                </a:lnTo>
                <a:lnTo>
                  <a:pt x="141700" y="602309"/>
                </a:lnTo>
                <a:lnTo>
                  <a:pt x="163102" y="653403"/>
                </a:lnTo>
                <a:lnTo>
                  <a:pt x="187326" y="6921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240141" y="4444362"/>
            <a:ext cx="187325" cy="692150"/>
          </a:xfrm>
          <a:custGeom>
            <a:avLst/>
            <a:gdLst/>
            <a:ahLst/>
            <a:cxnLst/>
            <a:rect l="l" t="t" r="r" b="b"/>
            <a:pathLst>
              <a:path w="187325" h="692150">
                <a:moveTo>
                  <a:pt x="187326" y="0"/>
                </a:moveTo>
                <a:lnTo>
                  <a:pt x="169467" y="93265"/>
                </a:lnTo>
                <a:lnTo>
                  <a:pt x="151161" y="164752"/>
                </a:lnTo>
                <a:lnTo>
                  <a:pt x="130176" y="212723"/>
                </a:lnTo>
                <a:lnTo>
                  <a:pt x="111670" y="254792"/>
                </a:lnTo>
                <a:lnTo>
                  <a:pt x="98820" y="315912"/>
                </a:lnTo>
                <a:lnTo>
                  <a:pt x="91329" y="377032"/>
                </a:lnTo>
                <a:lnTo>
                  <a:pt x="88898" y="419101"/>
                </a:lnTo>
                <a:lnTo>
                  <a:pt x="85841" y="447264"/>
                </a:lnTo>
                <a:lnTo>
                  <a:pt x="77139" y="492007"/>
                </a:lnTo>
                <a:lnTo>
                  <a:pt x="63499" y="546100"/>
                </a:lnTo>
                <a:lnTo>
                  <a:pt x="45625" y="602309"/>
                </a:lnTo>
                <a:lnTo>
                  <a:pt x="24223" y="653403"/>
                </a:lnTo>
                <a:lnTo>
                  <a:pt x="0" y="6921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272551" y="5005101"/>
            <a:ext cx="26670" cy="131445"/>
          </a:xfrm>
          <a:custGeom>
            <a:avLst/>
            <a:gdLst/>
            <a:ahLst/>
            <a:cxnLst/>
            <a:rect l="l" t="t" r="r" b="b"/>
            <a:pathLst>
              <a:path w="26670" h="131445">
                <a:moveTo>
                  <a:pt x="26474" y="0"/>
                </a:moveTo>
                <a:lnTo>
                  <a:pt x="24123" y="16514"/>
                </a:lnTo>
                <a:lnTo>
                  <a:pt x="18000" y="54989"/>
                </a:lnTo>
                <a:lnTo>
                  <a:pt x="9494" y="98822"/>
                </a:lnTo>
                <a:lnTo>
                  <a:pt x="0" y="13141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299391" y="5005101"/>
            <a:ext cx="40005" cy="134620"/>
          </a:xfrm>
          <a:custGeom>
            <a:avLst/>
            <a:gdLst/>
            <a:ahLst/>
            <a:cxnLst/>
            <a:rect l="l" t="t" r="r" b="b"/>
            <a:pathLst>
              <a:path w="40004" h="134620">
                <a:moveTo>
                  <a:pt x="0" y="0"/>
                </a:moveTo>
                <a:lnTo>
                  <a:pt x="4458" y="17903"/>
                </a:lnTo>
                <a:lnTo>
                  <a:pt x="15218" y="58958"/>
                </a:lnTo>
                <a:lnTo>
                  <a:pt x="28360" y="104180"/>
                </a:lnTo>
                <a:lnTo>
                  <a:pt x="39963" y="13458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818654" y="4209408"/>
            <a:ext cx="0" cy="1031875"/>
          </a:xfrm>
          <a:custGeom>
            <a:avLst/>
            <a:gdLst/>
            <a:ahLst/>
            <a:cxnLst/>
            <a:rect l="l" t="t" r="r" b="b"/>
            <a:pathLst>
              <a:path h="1031875">
                <a:moveTo>
                  <a:pt x="0" y="0"/>
                </a:moveTo>
                <a:lnTo>
                  <a:pt x="0" y="103187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598660" y="3818883"/>
            <a:ext cx="607695" cy="1301750"/>
          </a:xfrm>
          <a:custGeom>
            <a:avLst/>
            <a:gdLst/>
            <a:ahLst/>
            <a:cxnLst/>
            <a:rect l="l" t="t" r="r" b="b"/>
            <a:pathLst>
              <a:path w="607695" h="1301750">
                <a:moveTo>
                  <a:pt x="607343" y="0"/>
                </a:moveTo>
                <a:lnTo>
                  <a:pt x="578371" y="94059"/>
                </a:lnTo>
                <a:lnTo>
                  <a:pt x="512242" y="172789"/>
                </a:lnTo>
                <a:lnTo>
                  <a:pt x="385094" y="238126"/>
                </a:lnTo>
                <a:lnTo>
                  <a:pt x="332979" y="253095"/>
                </a:lnTo>
                <a:lnTo>
                  <a:pt x="285934" y="265539"/>
                </a:lnTo>
                <a:lnTo>
                  <a:pt x="243608" y="276771"/>
                </a:lnTo>
                <a:lnTo>
                  <a:pt x="205648" y="288102"/>
                </a:lnTo>
                <a:lnTo>
                  <a:pt x="141412" y="316310"/>
                </a:lnTo>
                <a:lnTo>
                  <a:pt x="90406" y="360657"/>
                </a:lnTo>
                <a:lnTo>
                  <a:pt x="68982" y="392163"/>
                </a:lnTo>
                <a:lnTo>
                  <a:pt x="49806" y="431639"/>
                </a:lnTo>
                <a:lnTo>
                  <a:pt x="32527" y="480398"/>
                </a:lnTo>
                <a:lnTo>
                  <a:pt x="16792" y="539752"/>
                </a:lnTo>
                <a:lnTo>
                  <a:pt x="7579" y="588354"/>
                </a:lnTo>
                <a:lnTo>
                  <a:pt x="2175" y="636565"/>
                </a:lnTo>
                <a:lnTo>
                  <a:pt x="0" y="684441"/>
                </a:lnTo>
                <a:lnTo>
                  <a:pt x="470" y="732038"/>
                </a:lnTo>
                <a:lnTo>
                  <a:pt x="3005" y="779412"/>
                </a:lnTo>
                <a:lnTo>
                  <a:pt x="7024" y="826619"/>
                </a:lnTo>
                <a:lnTo>
                  <a:pt x="11945" y="873713"/>
                </a:lnTo>
                <a:lnTo>
                  <a:pt x="17188" y="920752"/>
                </a:lnTo>
                <a:lnTo>
                  <a:pt x="22169" y="967791"/>
                </a:lnTo>
                <a:lnTo>
                  <a:pt x="26309" y="1014886"/>
                </a:lnTo>
                <a:lnTo>
                  <a:pt x="29026" y="1062092"/>
                </a:lnTo>
                <a:lnTo>
                  <a:pt x="29739" y="1109466"/>
                </a:lnTo>
                <a:lnTo>
                  <a:pt x="27865" y="1157064"/>
                </a:lnTo>
                <a:lnTo>
                  <a:pt x="22825" y="1204940"/>
                </a:lnTo>
                <a:lnTo>
                  <a:pt x="14036" y="1253151"/>
                </a:lnTo>
                <a:lnTo>
                  <a:pt x="917" y="13017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482523" y="3818883"/>
            <a:ext cx="607695" cy="1301750"/>
          </a:xfrm>
          <a:custGeom>
            <a:avLst/>
            <a:gdLst/>
            <a:ahLst/>
            <a:cxnLst/>
            <a:rect l="l" t="t" r="r" b="b"/>
            <a:pathLst>
              <a:path w="607695" h="1301750">
                <a:moveTo>
                  <a:pt x="0" y="0"/>
                </a:moveTo>
                <a:lnTo>
                  <a:pt x="28971" y="94059"/>
                </a:lnTo>
                <a:lnTo>
                  <a:pt x="95101" y="172789"/>
                </a:lnTo>
                <a:lnTo>
                  <a:pt x="222249" y="238126"/>
                </a:lnTo>
                <a:lnTo>
                  <a:pt x="274365" y="253095"/>
                </a:lnTo>
                <a:lnTo>
                  <a:pt x="321410" y="265539"/>
                </a:lnTo>
                <a:lnTo>
                  <a:pt x="363736" y="276771"/>
                </a:lnTo>
                <a:lnTo>
                  <a:pt x="401696" y="288102"/>
                </a:lnTo>
                <a:lnTo>
                  <a:pt x="465931" y="316310"/>
                </a:lnTo>
                <a:lnTo>
                  <a:pt x="516937" y="360657"/>
                </a:lnTo>
                <a:lnTo>
                  <a:pt x="557537" y="431639"/>
                </a:lnTo>
                <a:lnTo>
                  <a:pt x="574815" y="480398"/>
                </a:lnTo>
                <a:lnTo>
                  <a:pt x="590551" y="539752"/>
                </a:lnTo>
                <a:lnTo>
                  <a:pt x="599763" y="588354"/>
                </a:lnTo>
                <a:lnTo>
                  <a:pt x="605167" y="636565"/>
                </a:lnTo>
                <a:lnTo>
                  <a:pt x="607343" y="684441"/>
                </a:lnTo>
                <a:lnTo>
                  <a:pt x="606873" y="732038"/>
                </a:lnTo>
                <a:lnTo>
                  <a:pt x="604338" y="779412"/>
                </a:lnTo>
                <a:lnTo>
                  <a:pt x="600319" y="826619"/>
                </a:lnTo>
                <a:lnTo>
                  <a:pt x="595398" y="873713"/>
                </a:lnTo>
                <a:lnTo>
                  <a:pt x="590155" y="920752"/>
                </a:lnTo>
                <a:lnTo>
                  <a:pt x="585174" y="967791"/>
                </a:lnTo>
                <a:lnTo>
                  <a:pt x="581034" y="1014886"/>
                </a:lnTo>
                <a:lnTo>
                  <a:pt x="578317" y="1062092"/>
                </a:lnTo>
                <a:lnTo>
                  <a:pt x="577605" y="1109466"/>
                </a:lnTo>
                <a:lnTo>
                  <a:pt x="579478" y="1157064"/>
                </a:lnTo>
                <a:lnTo>
                  <a:pt x="584519" y="1204940"/>
                </a:lnTo>
                <a:lnTo>
                  <a:pt x="593308" y="1253151"/>
                </a:lnTo>
                <a:lnTo>
                  <a:pt x="606427" y="130175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888632" y="4174485"/>
            <a:ext cx="92075" cy="69850"/>
          </a:xfrm>
          <a:custGeom>
            <a:avLst/>
            <a:gdLst/>
            <a:ahLst/>
            <a:cxnLst/>
            <a:rect l="l" t="t" r="r" b="b"/>
            <a:pathLst>
              <a:path w="92075" h="69850">
                <a:moveTo>
                  <a:pt x="92073" y="0"/>
                </a:moveTo>
                <a:lnTo>
                  <a:pt x="79026" y="1091"/>
                </a:lnTo>
                <a:lnTo>
                  <a:pt x="49608" y="8731"/>
                </a:lnTo>
                <a:lnTo>
                  <a:pt x="18404" y="29468"/>
                </a:lnTo>
                <a:lnTo>
                  <a:pt x="0" y="6985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701886" y="4174485"/>
            <a:ext cx="92075" cy="69850"/>
          </a:xfrm>
          <a:custGeom>
            <a:avLst/>
            <a:gdLst/>
            <a:ahLst/>
            <a:cxnLst/>
            <a:rect l="l" t="t" r="r" b="b"/>
            <a:pathLst>
              <a:path w="92075" h="69850">
                <a:moveTo>
                  <a:pt x="0" y="0"/>
                </a:moveTo>
                <a:lnTo>
                  <a:pt x="13046" y="1091"/>
                </a:lnTo>
                <a:lnTo>
                  <a:pt x="42464" y="8731"/>
                </a:lnTo>
                <a:lnTo>
                  <a:pt x="73667" y="29468"/>
                </a:lnTo>
                <a:lnTo>
                  <a:pt x="92072" y="6985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288682" y="4088758"/>
            <a:ext cx="34925" cy="63500"/>
          </a:xfrm>
          <a:custGeom>
            <a:avLst/>
            <a:gdLst/>
            <a:ahLst/>
            <a:cxnLst/>
            <a:rect l="l" t="t" r="r" b="b"/>
            <a:pathLst>
              <a:path w="34925" h="63500">
                <a:moveTo>
                  <a:pt x="0" y="0"/>
                </a:moveTo>
                <a:lnTo>
                  <a:pt x="34927" y="6350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375991" y="4088758"/>
            <a:ext cx="34925" cy="63500"/>
          </a:xfrm>
          <a:custGeom>
            <a:avLst/>
            <a:gdLst/>
            <a:ahLst/>
            <a:cxnLst/>
            <a:rect l="l" t="t" r="r" b="b"/>
            <a:pathLst>
              <a:path w="34925" h="63500">
                <a:moveTo>
                  <a:pt x="34927" y="0"/>
                </a:moveTo>
                <a:lnTo>
                  <a:pt x="0" y="6350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783857" y="4495162"/>
            <a:ext cx="482600" cy="469265"/>
          </a:xfrm>
          <a:custGeom>
            <a:avLst/>
            <a:gdLst/>
            <a:ahLst/>
            <a:cxnLst/>
            <a:rect l="l" t="t" r="r" b="b"/>
            <a:pathLst>
              <a:path w="482600" h="469264">
                <a:moveTo>
                  <a:pt x="0" y="0"/>
                </a:moveTo>
                <a:lnTo>
                  <a:pt x="3224" y="17412"/>
                </a:lnTo>
                <a:lnTo>
                  <a:pt x="13891" y="58338"/>
                </a:lnTo>
                <a:lnTo>
                  <a:pt x="33487" y="105814"/>
                </a:lnTo>
                <a:lnTo>
                  <a:pt x="63501" y="142872"/>
                </a:lnTo>
                <a:lnTo>
                  <a:pt x="62455" y="161883"/>
                </a:lnTo>
                <a:lnTo>
                  <a:pt x="57020" y="193342"/>
                </a:lnTo>
                <a:lnTo>
                  <a:pt x="51016" y="233697"/>
                </a:lnTo>
                <a:lnTo>
                  <a:pt x="48258" y="279391"/>
                </a:lnTo>
                <a:lnTo>
                  <a:pt x="52565" y="326873"/>
                </a:lnTo>
                <a:lnTo>
                  <a:pt x="67754" y="372587"/>
                </a:lnTo>
                <a:lnTo>
                  <a:pt x="97642" y="412980"/>
                </a:lnTo>
                <a:lnTo>
                  <a:pt x="146048" y="444498"/>
                </a:lnTo>
                <a:lnTo>
                  <a:pt x="197520" y="461884"/>
                </a:lnTo>
                <a:lnTo>
                  <a:pt x="246783" y="468759"/>
                </a:lnTo>
                <a:lnTo>
                  <a:pt x="293276" y="466252"/>
                </a:lnTo>
                <a:lnTo>
                  <a:pt x="336438" y="455494"/>
                </a:lnTo>
                <a:lnTo>
                  <a:pt x="375705" y="437616"/>
                </a:lnTo>
                <a:lnTo>
                  <a:pt x="410517" y="413747"/>
                </a:lnTo>
                <a:lnTo>
                  <a:pt x="440312" y="385017"/>
                </a:lnTo>
                <a:lnTo>
                  <a:pt x="464528" y="352557"/>
                </a:lnTo>
                <a:lnTo>
                  <a:pt x="482602" y="31749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428383" y="4495162"/>
            <a:ext cx="482600" cy="469265"/>
          </a:xfrm>
          <a:custGeom>
            <a:avLst/>
            <a:gdLst/>
            <a:ahLst/>
            <a:cxnLst/>
            <a:rect l="l" t="t" r="r" b="b"/>
            <a:pathLst>
              <a:path w="482600" h="469264">
                <a:moveTo>
                  <a:pt x="482601" y="0"/>
                </a:moveTo>
                <a:lnTo>
                  <a:pt x="479376" y="17412"/>
                </a:lnTo>
                <a:lnTo>
                  <a:pt x="468710" y="58338"/>
                </a:lnTo>
                <a:lnTo>
                  <a:pt x="449114" y="105814"/>
                </a:lnTo>
                <a:lnTo>
                  <a:pt x="419101" y="142872"/>
                </a:lnTo>
                <a:lnTo>
                  <a:pt x="420147" y="161883"/>
                </a:lnTo>
                <a:lnTo>
                  <a:pt x="425581" y="193342"/>
                </a:lnTo>
                <a:lnTo>
                  <a:pt x="431585" y="233697"/>
                </a:lnTo>
                <a:lnTo>
                  <a:pt x="434343" y="279391"/>
                </a:lnTo>
                <a:lnTo>
                  <a:pt x="430036" y="326873"/>
                </a:lnTo>
                <a:lnTo>
                  <a:pt x="414848" y="372587"/>
                </a:lnTo>
                <a:lnTo>
                  <a:pt x="384959" y="412980"/>
                </a:lnTo>
                <a:lnTo>
                  <a:pt x="336553" y="444498"/>
                </a:lnTo>
                <a:lnTo>
                  <a:pt x="285081" y="461884"/>
                </a:lnTo>
                <a:lnTo>
                  <a:pt x="235818" y="468759"/>
                </a:lnTo>
                <a:lnTo>
                  <a:pt x="189324" y="466252"/>
                </a:lnTo>
                <a:lnTo>
                  <a:pt x="146163" y="455494"/>
                </a:lnTo>
                <a:lnTo>
                  <a:pt x="106895" y="437616"/>
                </a:lnTo>
                <a:lnTo>
                  <a:pt x="72083" y="413747"/>
                </a:lnTo>
                <a:lnTo>
                  <a:pt x="42289" y="385017"/>
                </a:lnTo>
                <a:lnTo>
                  <a:pt x="18074" y="352557"/>
                </a:lnTo>
                <a:lnTo>
                  <a:pt x="0" y="31749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839426" y="4870274"/>
            <a:ext cx="14604" cy="262890"/>
          </a:xfrm>
          <a:custGeom>
            <a:avLst/>
            <a:gdLst/>
            <a:ahLst/>
            <a:cxnLst/>
            <a:rect l="l" t="t" r="r" b="b"/>
            <a:pathLst>
              <a:path w="14604" h="262889">
                <a:moveTo>
                  <a:pt x="13478" y="0"/>
                </a:moveTo>
                <a:lnTo>
                  <a:pt x="14051" y="32049"/>
                </a:lnTo>
                <a:lnTo>
                  <a:pt x="13883" y="107320"/>
                </a:lnTo>
                <a:lnTo>
                  <a:pt x="10143" y="194498"/>
                </a:lnTo>
                <a:lnTo>
                  <a:pt x="0" y="26226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838260" y="4870274"/>
            <a:ext cx="28575" cy="262890"/>
          </a:xfrm>
          <a:custGeom>
            <a:avLst/>
            <a:gdLst/>
            <a:ahLst/>
            <a:cxnLst/>
            <a:rect l="l" t="t" r="r" b="b"/>
            <a:pathLst>
              <a:path w="28575" h="262889">
                <a:moveTo>
                  <a:pt x="1146" y="0"/>
                </a:moveTo>
                <a:lnTo>
                  <a:pt x="0" y="32049"/>
                </a:lnTo>
                <a:lnTo>
                  <a:pt x="336" y="107320"/>
                </a:lnTo>
                <a:lnTo>
                  <a:pt x="7816" y="194498"/>
                </a:lnTo>
                <a:lnTo>
                  <a:pt x="28103" y="26226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897956" y="4921679"/>
            <a:ext cx="17780" cy="224790"/>
          </a:xfrm>
          <a:custGeom>
            <a:avLst/>
            <a:gdLst/>
            <a:ahLst/>
            <a:cxnLst/>
            <a:rect l="l" t="t" r="r" b="b"/>
            <a:pathLst>
              <a:path w="17779" h="224789">
                <a:moveTo>
                  <a:pt x="0" y="0"/>
                </a:moveTo>
                <a:lnTo>
                  <a:pt x="528" y="30272"/>
                </a:lnTo>
                <a:lnTo>
                  <a:pt x="2882" y="99421"/>
                </a:lnTo>
                <a:lnTo>
                  <a:pt x="8212" y="174941"/>
                </a:lnTo>
                <a:lnTo>
                  <a:pt x="17672" y="2243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770113" y="4921679"/>
            <a:ext cx="35560" cy="224790"/>
          </a:xfrm>
          <a:custGeom>
            <a:avLst/>
            <a:gdLst/>
            <a:ahLst/>
            <a:cxnLst/>
            <a:rect l="l" t="t" r="r" b="b"/>
            <a:pathLst>
              <a:path w="35559" h="224789">
                <a:moveTo>
                  <a:pt x="35344" y="0"/>
                </a:moveTo>
                <a:lnTo>
                  <a:pt x="34286" y="30272"/>
                </a:lnTo>
                <a:lnTo>
                  <a:pt x="29578" y="99421"/>
                </a:lnTo>
                <a:lnTo>
                  <a:pt x="18917" y="174941"/>
                </a:lnTo>
                <a:lnTo>
                  <a:pt x="0" y="22433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086514" y="4652788"/>
            <a:ext cx="132077" cy="132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218592" y="4718825"/>
            <a:ext cx="191135" cy="418465"/>
          </a:xfrm>
          <a:custGeom>
            <a:avLst/>
            <a:gdLst/>
            <a:ahLst/>
            <a:cxnLst/>
            <a:rect l="l" t="t" r="r" b="b"/>
            <a:pathLst>
              <a:path w="191135" h="418464">
                <a:moveTo>
                  <a:pt x="0" y="0"/>
                </a:moveTo>
                <a:lnTo>
                  <a:pt x="30507" y="5201"/>
                </a:lnTo>
                <a:lnTo>
                  <a:pt x="97265" y="48699"/>
                </a:lnTo>
                <a:lnTo>
                  <a:pt x="163131" y="172335"/>
                </a:lnTo>
                <a:lnTo>
                  <a:pt x="190961" y="41794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097628" y="4905202"/>
            <a:ext cx="132080" cy="132080"/>
          </a:xfrm>
          <a:custGeom>
            <a:avLst/>
            <a:gdLst/>
            <a:ahLst/>
            <a:cxnLst/>
            <a:rect l="l" t="t" r="r" b="b"/>
            <a:pathLst>
              <a:path w="132079" h="132079">
                <a:moveTo>
                  <a:pt x="111535" y="0"/>
                </a:moveTo>
                <a:lnTo>
                  <a:pt x="20540" y="0"/>
                </a:lnTo>
                <a:lnTo>
                  <a:pt x="12564" y="1620"/>
                </a:lnTo>
                <a:lnTo>
                  <a:pt x="6032" y="6032"/>
                </a:lnTo>
                <a:lnTo>
                  <a:pt x="1620" y="12564"/>
                </a:lnTo>
                <a:lnTo>
                  <a:pt x="0" y="20540"/>
                </a:lnTo>
                <a:lnTo>
                  <a:pt x="0" y="111535"/>
                </a:lnTo>
                <a:lnTo>
                  <a:pt x="1620" y="119512"/>
                </a:lnTo>
                <a:lnTo>
                  <a:pt x="6032" y="126043"/>
                </a:lnTo>
                <a:lnTo>
                  <a:pt x="12564" y="130455"/>
                </a:lnTo>
                <a:lnTo>
                  <a:pt x="20540" y="132076"/>
                </a:lnTo>
                <a:lnTo>
                  <a:pt x="111535" y="132076"/>
                </a:lnTo>
                <a:lnTo>
                  <a:pt x="119512" y="130455"/>
                </a:lnTo>
                <a:lnTo>
                  <a:pt x="126043" y="126043"/>
                </a:lnTo>
                <a:lnTo>
                  <a:pt x="130455" y="119512"/>
                </a:lnTo>
                <a:lnTo>
                  <a:pt x="132076" y="111535"/>
                </a:lnTo>
                <a:lnTo>
                  <a:pt x="132076" y="20540"/>
                </a:lnTo>
                <a:lnTo>
                  <a:pt x="130455" y="12564"/>
                </a:lnTo>
                <a:lnTo>
                  <a:pt x="126043" y="6032"/>
                </a:lnTo>
                <a:lnTo>
                  <a:pt x="119512" y="1620"/>
                </a:lnTo>
                <a:lnTo>
                  <a:pt x="11153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363815" y="4905202"/>
            <a:ext cx="132077" cy="132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376513" y="4653750"/>
            <a:ext cx="132077" cy="132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229704" y="4969350"/>
            <a:ext cx="180340" cy="167640"/>
          </a:xfrm>
          <a:custGeom>
            <a:avLst/>
            <a:gdLst/>
            <a:ahLst/>
            <a:cxnLst/>
            <a:rect l="l" t="t" r="r" b="b"/>
            <a:pathLst>
              <a:path w="180339" h="167639">
                <a:moveTo>
                  <a:pt x="0" y="1890"/>
                </a:moveTo>
                <a:lnTo>
                  <a:pt x="26157" y="0"/>
                </a:lnTo>
                <a:lnTo>
                  <a:pt x="84740" y="10643"/>
                </a:lnTo>
                <a:lnTo>
                  <a:pt x="145915" y="58293"/>
                </a:lnTo>
                <a:lnTo>
                  <a:pt x="179848" y="16742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409883" y="5115510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7699"/>
                </a:lnTo>
              </a:path>
            </a:pathLst>
          </a:custGeom>
          <a:ln w="3158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179477" y="4719787"/>
            <a:ext cx="197485" cy="417195"/>
          </a:xfrm>
          <a:custGeom>
            <a:avLst/>
            <a:gdLst/>
            <a:ahLst/>
            <a:cxnLst/>
            <a:rect l="l" t="t" r="r" b="b"/>
            <a:pathLst>
              <a:path w="197485" h="417195">
                <a:moveTo>
                  <a:pt x="197035" y="0"/>
                </a:moveTo>
                <a:lnTo>
                  <a:pt x="165579" y="5051"/>
                </a:lnTo>
                <a:lnTo>
                  <a:pt x="96733" y="48219"/>
                </a:lnTo>
                <a:lnTo>
                  <a:pt x="28779" y="171524"/>
                </a:lnTo>
                <a:lnTo>
                  <a:pt x="0" y="41698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179477" y="4969350"/>
            <a:ext cx="184785" cy="167640"/>
          </a:xfrm>
          <a:custGeom>
            <a:avLst/>
            <a:gdLst/>
            <a:ahLst/>
            <a:cxnLst/>
            <a:rect l="l" t="t" r="r" b="b"/>
            <a:pathLst>
              <a:path w="184785" h="167639">
                <a:moveTo>
                  <a:pt x="184337" y="1890"/>
                </a:moveTo>
                <a:lnTo>
                  <a:pt x="157479" y="0"/>
                </a:lnTo>
                <a:lnTo>
                  <a:pt x="97352" y="10643"/>
                </a:lnTo>
                <a:lnTo>
                  <a:pt x="34634" y="58293"/>
                </a:lnTo>
                <a:lnTo>
                  <a:pt x="0" y="16742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5179148" y="5115510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7699"/>
                </a:lnTo>
              </a:path>
            </a:pathLst>
          </a:custGeom>
          <a:ln w="3158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654969" y="4586112"/>
            <a:ext cx="132077" cy="132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787047" y="4652150"/>
            <a:ext cx="191135" cy="418465"/>
          </a:xfrm>
          <a:custGeom>
            <a:avLst/>
            <a:gdLst/>
            <a:ahLst/>
            <a:cxnLst/>
            <a:rect l="l" t="t" r="r" b="b"/>
            <a:pathLst>
              <a:path w="191135" h="418464">
                <a:moveTo>
                  <a:pt x="0" y="0"/>
                </a:moveTo>
                <a:lnTo>
                  <a:pt x="30507" y="5201"/>
                </a:lnTo>
                <a:lnTo>
                  <a:pt x="97265" y="48699"/>
                </a:lnTo>
                <a:lnTo>
                  <a:pt x="163131" y="172335"/>
                </a:lnTo>
                <a:lnTo>
                  <a:pt x="190962" y="41794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666083" y="4838525"/>
            <a:ext cx="328046" cy="338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894179" y="4588639"/>
            <a:ext cx="132077" cy="1320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695272" y="4647531"/>
            <a:ext cx="199390" cy="419100"/>
          </a:xfrm>
          <a:custGeom>
            <a:avLst/>
            <a:gdLst/>
            <a:ahLst/>
            <a:cxnLst/>
            <a:rect l="l" t="t" r="r" b="b"/>
            <a:pathLst>
              <a:path w="199390" h="419100">
                <a:moveTo>
                  <a:pt x="198907" y="0"/>
                </a:moveTo>
                <a:lnTo>
                  <a:pt x="167158" y="5325"/>
                </a:lnTo>
                <a:lnTo>
                  <a:pt x="97669" y="49097"/>
                </a:lnTo>
                <a:lnTo>
                  <a:pt x="29071" y="173006"/>
                </a:lnTo>
                <a:lnTo>
                  <a:pt x="0" y="41874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875122" y="4834703"/>
            <a:ext cx="132080" cy="132080"/>
          </a:xfrm>
          <a:custGeom>
            <a:avLst/>
            <a:gdLst/>
            <a:ahLst/>
            <a:cxnLst/>
            <a:rect l="l" t="t" r="r" b="b"/>
            <a:pathLst>
              <a:path w="132079" h="132079">
                <a:moveTo>
                  <a:pt x="111535" y="0"/>
                </a:moveTo>
                <a:lnTo>
                  <a:pt x="20540" y="0"/>
                </a:lnTo>
                <a:lnTo>
                  <a:pt x="12564" y="1620"/>
                </a:lnTo>
                <a:lnTo>
                  <a:pt x="6032" y="6033"/>
                </a:lnTo>
                <a:lnTo>
                  <a:pt x="1620" y="12564"/>
                </a:lnTo>
                <a:lnTo>
                  <a:pt x="0" y="20540"/>
                </a:lnTo>
                <a:lnTo>
                  <a:pt x="0" y="111535"/>
                </a:lnTo>
                <a:lnTo>
                  <a:pt x="1620" y="119512"/>
                </a:lnTo>
                <a:lnTo>
                  <a:pt x="6032" y="126043"/>
                </a:lnTo>
                <a:lnTo>
                  <a:pt x="12564" y="130455"/>
                </a:lnTo>
                <a:lnTo>
                  <a:pt x="20540" y="132076"/>
                </a:lnTo>
                <a:lnTo>
                  <a:pt x="111535" y="132076"/>
                </a:lnTo>
                <a:lnTo>
                  <a:pt x="119512" y="130455"/>
                </a:lnTo>
                <a:lnTo>
                  <a:pt x="126043" y="126043"/>
                </a:lnTo>
                <a:lnTo>
                  <a:pt x="130455" y="119512"/>
                </a:lnTo>
                <a:lnTo>
                  <a:pt x="132076" y="111535"/>
                </a:lnTo>
                <a:lnTo>
                  <a:pt x="132076" y="20540"/>
                </a:lnTo>
                <a:lnTo>
                  <a:pt x="130455" y="12564"/>
                </a:lnTo>
                <a:lnTo>
                  <a:pt x="126043" y="6033"/>
                </a:lnTo>
                <a:lnTo>
                  <a:pt x="119512" y="1620"/>
                </a:lnTo>
                <a:lnTo>
                  <a:pt x="111535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695272" y="4898851"/>
            <a:ext cx="180340" cy="167640"/>
          </a:xfrm>
          <a:custGeom>
            <a:avLst/>
            <a:gdLst/>
            <a:ahLst/>
            <a:cxnLst/>
            <a:rect l="l" t="t" r="r" b="b"/>
            <a:pathLst>
              <a:path w="180340" h="167639">
                <a:moveTo>
                  <a:pt x="179849" y="1890"/>
                </a:moveTo>
                <a:lnTo>
                  <a:pt x="153692" y="0"/>
                </a:lnTo>
                <a:lnTo>
                  <a:pt x="95108" y="10643"/>
                </a:lnTo>
                <a:lnTo>
                  <a:pt x="33933" y="58293"/>
                </a:lnTo>
                <a:lnTo>
                  <a:pt x="0" y="16742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694943" y="5045011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7699"/>
                </a:lnTo>
              </a:path>
            </a:pathLst>
          </a:custGeom>
          <a:ln w="3158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024383" y="476423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256" y="0"/>
                </a:moveTo>
                <a:lnTo>
                  <a:pt x="11149" y="1434"/>
                </a:lnTo>
                <a:lnTo>
                  <a:pt x="5346" y="5346"/>
                </a:lnTo>
                <a:lnTo>
                  <a:pt x="1434" y="11149"/>
                </a:lnTo>
                <a:lnTo>
                  <a:pt x="0" y="18256"/>
                </a:lnTo>
                <a:lnTo>
                  <a:pt x="1434" y="25362"/>
                </a:lnTo>
                <a:lnTo>
                  <a:pt x="5346" y="31165"/>
                </a:lnTo>
                <a:lnTo>
                  <a:pt x="11149" y="35076"/>
                </a:lnTo>
                <a:lnTo>
                  <a:pt x="18256" y="36511"/>
                </a:lnTo>
                <a:lnTo>
                  <a:pt x="25362" y="35076"/>
                </a:lnTo>
                <a:lnTo>
                  <a:pt x="31165" y="31165"/>
                </a:lnTo>
                <a:lnTo>
                  <a:pt x="35076" y="25362"/>
                </a:lnTo>
                <a:lnTo>
                  <a:pt x="36511" y="18256"/>
                </a:lnTo>
                <a:lnTo>
                  <a:pt x="35076" y="11149"/>
                </a:lnTo>
                <a:lnTo>
                  <a:pt x="31165" y="5346"/>
                </a:lnTo>
                <a:lnTo>
                  <a:pt x="25362" y="1434"/>
                </a:lnTo>
                <a:lnTo>
                  <a:pt x="1825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636791" y="476423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254" y="0"/>
                </a:moveTo>
                <a:lnTo>
                  <a:pt x="11148" y="1434"/>
                </a:lnTo>
                <a:lnTo>
                  <a:pt x="5346" y="5346"/>
                </a:lnTo>
                <a:lnTo>
                  <a:pt x="1434" y="11149"/>
                </a:lnTo>
                <a:lnTo>
                  <a:pt x="0" y="18256"/>
                </a:lnTo>
                <a:lnTo>
                  <a:pt x="1434" y="25362"/>
                </a:lnTo>
                <a:lnTo>
                  <a:pt x="5346" y="31165"/>
                </a:lnTo>
                <a:lnTo>
                  <a:pt x="11148" y="35076"/>
                </a:lnTo>
                <a:lnTo>
                  <a:pt x="18254" y="36511"/>
                </a:lnTo>
                <a:lnTo>
                  <a:pt x="25361" y="35076"/>
                </a:lnTo>
                <a:lnTo>
                  <a:pt x="31164" y="31165"/>
                </a:lnTo>
                <a:lnTo>
                  <a:pt x="35076" y="25362"/>
                </a:lnTo>
                <a:lnTo>
                  <a:pt x="36511" y="18256"/>
                </a:lnTo>
                <a:lnTo>
                  <a:pt x="35076" y="11149"/>
                </a:lnTo>
                <a:lnTo>
                  <a:pt x="31164" y="5346"/>
                </a:lnTo>
                <a:lnTo>
                  <a:pt x="25361" y="1434"/>
                </a:lnTo>
                <a:lnTo>
                  <a:pt x="1825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994021" y="4797044"/>
            <a:ext cx="91440" cy="27305"/>
          </a:xfrm>
          <a:custGeom>
            <a:avLst/>
            <a:gdLst/>
            <a:ahLst/>
            <a:cxnLst/>
            <a:rect l="l" t="t" r="r" b="b"/>
            <a:pathLst>
              <a:path w="91439" h="27304">
                <a:moveTo>
                  <a:pt x="0" y="0"/>
                </a:moveTo>
                <a:lnTo>
                  <a:pt x="5753" y="7624"/>
                </a:lnTo>
                <a:lnTo>
                  <a:pt x="22934" y="21303"/>
                </a:lnTo>
                <a:lnTo>
                  <a:pt x="51426" y="27243"/>
                </a:lnTo>
                <a:lnTo>
                  <a:pt x="91112" y="1164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608757" y="4799524"/>
            <a:ext cx="92075" cy="23495"/>
          </a:xfrm>
          <a:custGeom>
            <a:avLst/>
            <a:gdLst/>
            <a:ahLst/>
            <a:cxnLst/>
            <a:rect l="l" t="t" r="r" b="b"/>
            <a:pathLst>
              <a:path w="92075" h="23495">
                <a:moveTo>
                  <a:pt x="0" y="6940"/>
                </a:moveTo>
                <a:lnTo>
                  <a:pt x="7170" y="13250"/>
                </a:lnTo>
                <a:lnTo>
                  <a:pt x="26755" y="23188"/>
                </a:lnTo>
                <a:lnTo>
                  <a:pt x="55859" y="23267"/>
                </a:lnTo>
                <a:lnTo>
                  <a:pt x="91591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910122" y="2825515"/>
            <a:ext cx="146050" cy="2878455"/>
          </a:xfrm>
          <a:custGeom>
            <a:avLst/>
            <a:gdLst/>
            <a:ahLst/>
            <a:cxnLst/>
            <a:rect l="l" t="t" r="r" b="b"/>
            <a:pathLst>
              <a:path w="146050" h="2878454">
                <a:moveTo>
                  <a:pt x="146005" y="0"/>
                </a:moveTo>
                <a:lnTo>
                  <a:pt x="123192" y="73422"/>
                </a:lnTo>
                <a:lnTo>
                  <a:pt x="73002" y="261751"/>
                </a:lnTo>
                <a:lnTo>
                  <a:pt x="22813" y="517079"/>
                </a:lnTo>
                <a:lnTo>
                  <a:pt x="0" y="791499"/>
                </a:lnTo>
                <a:lnTo>
                  <a:pt x="924" y="851493"/>
                </a:lnTo>
                <a:lnTo>
                  <a:pt x="3557" y="912128"/>
                </a:lnTo>
                <a:lnTo>
                  <a:pt x="7684" y="973048"/>
                </a:lnTo>
                <a:lnTo>
                  <a:pt x="13092" y="1033897"/>
                </a:lnTo>
                <a:lnTo>
                  <a:pt x="19567" y="1094320"/>
                </a:lnTo>
                <a:lnTo>
                  <a:pt x="26895" y="1153960"/>
                </a:lnTo>
                <a:lnTo>
                  <a:pt x="34865" y="1212462"/>
                </a:lnTo>
                <a:lnTo>
                  <a:pt x="43261" y="1269470"/>
                </a:lnTo>
                <a:lnTo>
                  <a:pt x="51870" y="1324628"/>
                </a:lnTo>
                <a:lnTo>
                  <a:pt x="60480" y="1377581"/>
                </a:lnTo>
                <a:lnTo>
                  <a:pt x="68876" y="1427972"/>
                </a:lnTo>
                <a:lnTo>
                  <a:pt x="76845" y="1475445"/>
                </a:lnTo>
                <a:lnTo>
                  <a:pt x="84174" y="1519645"/>
                </a:lnTo>
                <a:lnTo>
                  <a:pt x="90649" y="1560216"/>
                </a:lnTo>
                <a:lnTo>
                  <a:pt x="100183" y="1629048"/>
                </a:lnTo>
                <a:lnTo>
                  <a:pt x="103741" y="1679093"/>
                </a:lnTo>
                <a:lnTo>
                  <a:pt x="103149" y="1694771"/>
                </a:lnTo>
                <a:lnTo>
                  <a:pt x="101486" y="1712144"/>
                </a:lnTo>
                <a:lnTo>
                  <a:pt x="98923" y="1731389"/>
                </a:lnTo>
                <a:lnTo>
                  <a:pt x="95629" y="1752679"/>
                </a:lnTo>
                <a:lnTo>
                  <a:pt x="91775" y="1776191"/>
                </a:lnTo>
                <a:lnTo>
                  <a:pt x="87531" y="1802099"/>
                </a:lnTo>
                <a:lnTo>
                  <a:pt x="78552" y="1861804"/>
                </a:lnTo>
                <a:lnTo>
                  <a:pt x="70053" y="1933196"/>
                </a:lnTo>
                <a:lnTo>
                  <a:pt x="66409" y="1973712"/>
                </a:lnTo>
                <a:lnTo>
                  <a:pt x="63396" y="2017675"/>
                </a:lnTo>
                <a:lnTo>
                  <a:pt x="61182" y="2065260"/>
                </a:lnTo>
                <a:lnTo>
                  <a:pt x="59940" y="2116642"/>
                </a:lnTo>
                <a:lnTo>
                  <a:pt x="59838" y="2171997"/>
                </a:lnTo>
                <a:lnTo>
                  <a:pt x="61047" y="2231500"/>
                </a:lnTo>
                <a:lnTo>
                  <a:pt x="63737" y="2295324"/>
                </a:lnTo>
                <a:lnTo>
                  <a:pt x="68078" y="2363647"/>
                </a:lnTo>
                <a:lnTo>
                  <a:pt x="74239" y="2436643"/>
                </a:lnTo>
                <a:lnTo>
                  <a:pt x="82393" y="2514486"/>
                </a:lnTo>
                <a:lnTo>
                  <a:pt x="92707" y="2597353"/>
                </a:lnTo>
                <a:lnTo>
                  <a:pt x="105353" y="2685418"/>
                </a:lnTo>
                <a:lnTo>
                  <a:pt x="120500" y="2778856"/>
                </a:lnTo>
                <a:lnTo>
                  <a:pt x="138319" y="28778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0028211" y="2825515"/>
            <a:ext cx="146050" cy="2878455"/>
          </a:xfrm>
          <a:custGeom>
            <a:avLst/>
            <a:gdLst/>
            <a:ahLst/>
            <a:cxnLst/>
            <a:rect l="l" t="t" r="r" b="b"/>
            <a:pathLst>
              <a:path w="146050" h="2878454">
                <a:moveTo>
                  <a:pt x="0" y="0"/>
                </a:moveTo>
                <a:lnTo>
                  <a:pt x="22813" y="73422"/>
                </a:lnTo>
                <a:lnTo>
                  <a:pt x="73004" y="261751"/>
                </a:lnTo>
                <a:lnTo>
                  <a:pt x="123194" y="517079"/>
                </a:lnTo>
                <a:lnTo>
                  <a:pt x="146008" y="791499"/>
                </a:lnTo>
                <a:lnTo>
                  <a:pt x="145083" y="851493"/>
                </a:lnTo>
                <a:lnTo>
                  <a:pt x="142450" y="912128"/>
                </a:lnTo>
                <a:lnTo>
                  <a:pt x="138323" y="973048"/>
                </a:lnTo>
                <a:lnTo>
                  <a:pt x="132915" y="1033897"/>
                </a:lnTo>
                <a:lnTo>
                  <a:pt x="126440" y="1094320"/>
                </a:lnTo>
                <a:lnTo>
                  <a:pt x="119111" y="1153960"/>
                </a:lnTo>
                <a:lnTo>
                  <a:pt x="111141" y="1212462"/>
                </a:lnTo>
                <a:lnTo>
                  <a:pt x="102745" y="1269470"/>
                </a:lnTo>
                <a:lnTo>
                  <a:pt x="94135" y="1324628"/>
                </a:lnTo>
                <a:lnTo>
                  <a:pt x="85525" y="1377581"/>
                </a:lnTo>
                <a:lnTo>
                  <a:pt x="77129" y="1427972"/>
                </a:lnTo>
                <a:lnTo>
                  <a:pt x="69159" y="1475445"/>
                </a:lnTo>
                <a:lnTo>
                  <a:pt x="61830" y="1519645"/>
                </a:lnTo>
                <a:lnTo>
                  <a:pt x="55355" y="1560216"/>
                </a:lnTo>
                <a:lnTo>
                  <a:pt x="45820" y="1629048"/>
                </a:lnTo>
                <a:lnTo>
                  <a:pt x="42263" y="1679093"/>
                </a:lnTo>
                <a:lnTo>
                  <a:pt x="42855" y="1694771"/>
                </a:lnTo>
                <a:lnTo>
                  <a:pt x="44517" y="1712144"/>
                </a:lnTo>
                <a:lnTo>
                  <a:pt x="47081" y="1731389"/>
                </a:lnTo>
                <a:lnTo>
                  <a:pt x="50374" y="1752679"/>
                </a:lnTo>
                <a:lnTo>
                  <a:pt x="54228" y="1776191"/>
                </a:lnTo>
                <a:lnTo>
                  <a:pt x="58473" y="1802099"/>
                </a:lnTo>
                <a:lnTo>
                  <a:pt x="67452" y="1861804"/>
                </a:lnTo>
                <a:lnTo>
                  <a:pt x="75950" y="1933196"/>
                </a:lnTo>
                <a:lnTo>
                  <a:pt x="79594" y="1973712"/>
                </a:lnTo>
                <a:lnTo>
                  <a:pt x="82608" y="2017675"/>
                </a:lnTo>
                <a:lnTo>
                  <a:pt x="84821" y="2065260"/>
                </a:lnTo>
                <a:lnTo>
                  <a:pt x="86064" y="2116642"/>
                </a:lnTo>
                <a:lnTo>
                  <a:pt x="86166" y="2171997"/>
                </a:lnTo>
                <a:lnTo>
                  <a:pt x="84957" y="2231500"/>
                </a:lnTo>
                <a:lnTo>
                  <a:pt x="82267" y="2295324"/>
                </a:lnTo>
                <a:lnTo>
                  <a:pt x="77926" y="2363647"/>
                </a:lnTo>
                <a:lnTo>
                  <a:pt x="71764" y="2436643"/>
                </a:lnTo>
                <a:lnTo>
                  <a:pt x="63611" y="2514486"/>
                </a:lnTo>
                <a:lnTo>
                  <a:pt x="53297" y="2597353"/>
                </a:lnTo>
                <a:lnTo>
                  <a:pt x="40652" y="2685418"/>
                </a:lnTo>
                <a:lnTo>
                  <a:pt x="25504" y="2778856"/>
                </a:lnTo>
                <a:lnTo>
                  <a:pt x="7686" y="287784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048433" y="3309625"/>
            <a:ext cx="492125" cy="120014"/>
          </a:xfrm>
          <a:custGeom>
            <a:avLst/>
            <a:gdLst/>
            <a:ahLst/>
            <a:cxnLst/>
            <a:rect l="l" t="t" r="r" b="b"/>
            <a:pathLst>
              <a:path w="492125" h="120014">
                <a:moveTo>
                  <a:pt x="0" y="0"/>
                </a:moveTo>
                <a:lnTo>
                  <a:pt x="53611" y="36621"/>
                </a:lnTo>
                <a:lnTo>
                  <a:pt x="183946" y="99898"/>
                </a:lnTo>
                <a:lnTo>
                  <a:pt x="345261" y="119950"/>
                </a:lnTo>
                <a:lnTo>
                  <a:pt x="491807" y="2689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9540240" y="3309625"/>
            <a:ext cx="492125" cy="120014"/>
          </a:xfrm>
          <a:custGeom>
            <a:avLst/>
            <a:gdLst/>
            <a:ahLst/>
            <a:cxnLst/>
            <a:rect l="l" t="t" r="r" b="b"/>
            <a:pathLst>
              <a:path w="492125" h="120014">
                <a:moveTo>
                  <a:pt x="491806" y="0"/>
                </a:moveTo>
                <a:lnTo>
                  <a:pt x="438195" y="36621"/>
                </a:lnTo>
                <a:lnTo>
                  <a:pt x="307859" y="99898"/>
                </a:lnTo>
                <a:lnTo>
                  <a:pt x="146546" y="119950"/>
                </a:lnTo>
                <a:lnTo>
                  <a:pt x="0" y="2689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540240" y="3159773"/>
            <a:ext cx="0" cy="177165"/>
          </a:xfrm>
          <a:custGeom>
            <a:avLst/>
            <a:gdLst/>
            <a:ahLst/>
            <a:cxnLst/>
            <a:rect l="l" t="t" r="r" b="b"/>
            <a:pathLst>
              <a:path h="177164">
                <a:moveTo>
                  <a:pt x="0" y="176745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9561448" y="3387139"/>
            <a:ext cx="213360" cy="2320290"/>
          </a:xfrm>
          <a:custGeom>
            <a:avLst/>
            <a:gdLst/>
            <a:ahLst/>
            <a:cxnLst/>
            <a:rect l="l" t="t" r="r" b="b"/>
            <a:pathLst>
              <a:path w="213359" h="2320290">
                <a:moveTo>
                  <a:pt x="213170" y="2320048"/>
                </a:moveTo>
                <a:lnTo>
                  <a:pt x="195640" y="2235159"/>
                </a:lnTo>
                <a:lnTo>
                  <a:pt x="156498" y="2035723"/>
                </a:lnTo>
                <a:lnTo>
                  <a:pt x="115915" y="1804588"/>
                </a:lnTo>
                <a:lnTo>
                  <a:pt x="94063" y="1624600"/>
                </a:lnTo>
                <a:lnTo>
                  <a:pt x="93916" y="1556687"/>
                </a:lnTo>
                <a:lnTo>
                  <a:pt x="98786" y="1496852"/>
                </a:lnTo>
                <a:lnTo>
                  <a:pt x="106762" y="1443593"/>
                </a:lnTo>
                <a:lnTo>
                  <a:pt x="115929" y="1395405"/>
                </a:lnTo>
                <a:lnTo>
                  <a:pt x="124376" y="1350787"/>
                </a:lnTo>
                <a:lnTo>
                  <a:pt x="130188" y="1308235"/>
                </a:lnTo>
                <a:lnTo>
                  <a:pt x="131453" y="1266245"/>
                </a:lnTo>
                <a:lnTo>
                  <a:pt x="129598" y="1243929"/>
                </a:lnTo>
                <a:lnTo>
                  <a:pt x="119687" y="1173069"/>
                </a:lnTo>
                <a:lnTo>
                  <a:pt x="112208" y="1126783"/>
                </a:lnTo>
                <a:lnTo>
                  <a:pt x="103430" y="1074764"/>
                </a:lnTo>
                <a:lnTo>
                  <a:pt x="93643" y="1018141"/>
                </a:lnTo>
                <a:lnTo>
                  <a:pt x="83135" y="958044"/>
                </a:lnTo>
                <a:lnTo>
                  <a:pt x="72195" y="895601"/>
                </a:lnTo>
                <a:lnTo>
                  <a:pt x="61110" y="831940"/>
                </a:lnTo>
                <a:lnTo>
                  <a:pt x="50169" y="768191"/>
                </a:lnTo>
                <a:lnTo>
                  <a:pt x="39660" y="705482"/>
                </a:lnTo>
                <a:lnTo>
                  <a:pt x="29873" y="644942"/>
                </a:lnTo>
                <a:lnTo>
                  <a:pt x="21095" y="587701"/>
                </a:lnTo>
                <a:lnTo>
                  <a:pt x="13615" y="534886"/>
                </a:lnTo>
                <a:lnTo>
                  <a:pt x="7721" y="487627"/>
                </a:lnTo>
                <a:lnTo>
                  <a:pt x="3702" y="447053"/>
                </a:lnTo>
                <a:lnTo>
                  <a:pt x="613" y="354440"/>
                </a:lnTo>
                <a:lnTo>
                  <a:pt x="0" y="296162"/>
                </a:lnTo>
                <a:lnTo>
                  <a:pt x="314" y="239822"/>
                </a:lnTo>
                <a:lnTo>
                  <a:pt x="1863" y="185786"/>
                </a:lnTo>
                <a:lnTo>
                  <a:pt x="4956" y="134419"/>
                </a:lnTo>
                <a:lnTo>
                  <a:pt x="9899" y="86089"/>
                </a:lnTo>
                <a:lnTo>
                  <a:pt x="17001" y="41161"/>
                </a:lnTo>
                <a:lnTo>
                  <a:pt x="2656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9283799" y="3400229"/>
            <a:ext cx="213995" cy="2306955"/>
          </a:xfrm>
          <a:custGeom>
            <a:avLst/>
            <a:gdLst/>
            <a:ahLst/>
            <a:cxnLst/>
            <a:rect l="l" t="t" r="r" b="b"/>
            <a:pathLst>
              <a:path w="213995" h="2306954">
                <a:moveTo>
                  <a:pt x="0" y="2306958"/>
                </a:moveTo>
                <a:lnTo>
                  <a:pt x="17529" y="2222069"/>
                </a:lnTo>
                <a:lnTo>
                  <a:pt x="56672" y="2022633"/>
                </a:lnTo>
                <a:lnTo>
                  <a:pt x="97254" y="1791498"/>
                </a:lnTo>
                <a:lnTo>
                  <a:pt x="119105" y="1611510"/>
                </a:lnTo>
                <a:lnTo>
                  <a:pt x="119555" y="1544276"/>
                </a:lnTo>
                <a:lnTo>
                  <a:pt x="115389" y="1486025"/>
                </a:lnTo>
                <a:lnTo>
                  <a:pt x="108220" y="1434575"/>
                </a:lnTo>
                <a:lnTo>
                  <a:pt x="99657" y="1387746"/>
                </a:lnTo>
                <a:lnTo>
                  <a:pt x="91310" y="1343354"/>
                </a:lnTo>
                <a:lnTo>
                  <a:pt x="84792" y="1299218"/>
                </a:lnTo>
                <a:lnTo>
                  <a:pt x="81713" y="1253155"/>
                </a:lnTo>
                <a:lnTo>
                  <a:pt x="82668" y="1228817"/>
                </a:lnTo>
                <a:lnTo>
                  <a:pt x="86004" y="1195850"/>
                </a:lnTo>
                <a:lnTo>
                  <a:pt x="91412" y="1155335"/>
                </a:lnTo>
                <a:lnTo>
                  <a:pt x="98582" y="1108354"/>
                </a:lnTo>
                <a:lnTo>
                  <a:pt x="107205" y="1055987"/>
                </a:lnTo>
                <a:lnTo>
                  <a:pt x="116971" y="999317"/>
                </a:lnTo>
                <a:lnTo>
                  <a:pt x="127571" y="939425"/>
                </a:lnTo>
                <a:lnTo>
                  <a:pt x="138695" y="877392"/>
                </a:lnTo>
                <a:lnTo>
                  <a:pt x="150033" y="814300"/>
                </a:lnTo>
                <a:lnTo>
                  <a:pt x="161276" y="751231"/>
                </a:lnTo>
                <a:lnTo>
                  <a:pt x="172115" y="689264"/>
                </a:lnTo>
                <a:lnTo>
                  <a:pt x="182240" y="629483"/>
                </a:lnTo>
                <a:lnTo>
                  <a:pt x="191342" y="572968"/>
                </a:lnTo>
                <a:lnTo>
                  <a:pt x="199110" y="520801"/>
                </a:lnTo>
                <a:lnTo>
                  <a:pt x="205236" y="474063"/>
                </a:lnTo>
                <a:lnTo>
                  <a:pt x="209410" y="433836"/>
                </a:lnTo>
                <a:lnTo>
                  <a:pt x="212703" y="341913"/>
                </a:lnTo>
                <a:lnTo>
                  <a:pt x="213705" y="285117"/>
                </a:lnTo>
                <a:lnTo>
                  <a:pt x="213941" y="230872"/>
                </a:lnTo>
                <a:lnTo>
                  <a:pt x="213021" y="179239"/>
                </a:lnTo>
                <a:lnTo>
                  <a:pt x="210559" y="130276"/>
                </a:lnTo>
                <a:lnTo>
                  <a:pt x="206166" y="84042"/>
                </a:lnTo>
                <a:lnTo>
                  <a:pt x="199455" y="40597"/>
                </a:lnTo>
                <a:lnTo>
                  <a:pt x="190036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261457" y="2948451"/>
            <a:ext cx="159833" cy="1598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9676421" y="2948451"/>
            <a:ext cx="159835" cy="1598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9676421" y="3207611"/>
            <a:ext cx="159835" cy="1598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9676421" y="3478489"/>
            <a:ext cx="159835" cy="1598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9932878" y="3138452"/>
            <a:ext cx="159833" cy="1598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9261457" y="3203964"/>
            <a:ext cx="159833" cy="1598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9261457" y="3472726"/>
            <a:ext cx="159833" cy="1598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9003052" y="3138452"/>
            <a:ext cx="159833" cy="1598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8807573" y="3283651"/>
            <a:ext cx="59055" cy="152400"/>
          </a:xfrm>
          <a:custGeom>
            <a:avLst/>
            <a:gdLst/>
            <a:ahLst/>
            <a:cxnLst/>
            <a:rect l="l" t="t" r="r" b="b"/>
            <a:pathLst>
              <a:path w="59054" h="152400">
                <a:moveTo>
                  <a:pt x="43728" y="0"/>
                </a:moveTo>
                <a:lnTo>
                  <a:pt x="0" y="129588"/>
                </a:lnTo>
                <a:lnTo>
                  <a:pt x="114" y="137157"/>
                </a:lnTo>
                <a:lnTo>
                  <a:pt x="3029" y="143884"/>
                </a:lnTo>
                <a:lnTo>
                  <a:pt x="8244" y="149038"/>
                </a:lnTo>
                <a:lnTo>
                  <a:pt x="15260" y="151886"/>
                </a:lnTo>
                <a:lnTo>
                  <a:pt x="22831" y="151772"/>
                </a:lnTo>
                <a:lnTo>
                  <a:pt x="29558" y="148857"/>
                </a:lnTo>
                <a:lnTo>
                  <a:pt x="34712" y="143641"/>
                </a:lnTo>
                <a:lnTo>
                  <a:pt x="37561" y="136626"/>
                </a:lnTo>
                <a:lnTo>
                  <a:pt x="58992" y="22301"/>
                </a:lnTo>
                <a:lnTo>
                  <a:pt x="58877" y="14730"/>
                </a:lnTo>
                <a:lnTo>
                  <a:pt x="55961" y="8002"/>
                </a:lnTo>
                <a:lnTo>
                  <a:pt x="50745" y="2848"/>
                </a:lnTo>
                <a:lnTo>
                  <a:pt x="4372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8848591" y="3028367"/>
            <a:ext cx="413384" cy="269240"/>
          </a:xfrm>
          <a:custGeom>
            <a:avLst/>
            <a:gdLst/>
            <a:ahLst/>
            <a:cxnLst/>
            <a:rect l="l" t="t" r="r" b="b"/>
            <a:pathLst>
              <a:path w="413384" h="269239">
                <a:moveTo>
                  <a:pt x="412865" y="0"/>
                </a:moveTo>
                <a:lnTo>
                  <a:pt x="367783" y="925"/>
                </a:lnTo>
                <a:lnTo>
                  <a:pt x="258240" y="24868"/>
                </a:lnTo>
                <a:lnTo>
                  <a:pt x="122793" y="103572"/>
                </a:lnTo>
                <a:lnTo>
                  <a:pt x="0" y="26878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8848591" y="3217508"/>
            <a:ext cx="154940" cy="80010"/>
          </a:xfrm>
          <a:custGeom>
            <a:avLst/>
            <a:gdLst/>
            <a:ahLst/>
            <a:cxnLst/>
            <a:rect l="l" t="t" r="r" b="b"/>
            <a:pathLst>
              <a:path w="154940" h="80010">
                <a:moveTo>
                  <a:pt x="154461" y="859"/>
                </a:moveTo>
                <a:lnTo>
                  <a:pt x="135504" y="0"/>
                </a:lnTo>
                <a:lnTo>
                  <a:pt x="91037" y="5132"/>
                </a:lnTo>
                <a:lnTo>
                  <a:pt x="39666" y="27825"/>
                </a:lnTo>
                <a:lnTo>
                  <a:pt x="0" y="796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9031208" y="3672320"/>
            <a:ext cx="38735" cy="154940"/>
          </a:xfrm>
          <a:custGeom>
            <a:avLst/>
            <a:gdLst/>
            <a:ahLst/>
            <a:cxnLst/>
            <a:rect l="l" t="t" r="r" b="b"/>
            <a:pathLst>
              <a:path w="38734" h="154939">
                <a:moveTo>
                  <a:pt x="19108" y="0"/>
                </a:moveTo>
                <a:lnTo>
                  <a:pt x="11688" y="1507"/>
                </a:lnTo>
                <a:lnTo>
                  <a:pt x="5612" y="5611"/>
                </a:lnTo>
                <a:lnTo>
                  <a:pt x="1507" y="11685"/>
                </a:lnTo>
                <a:lnTo>
                  <a:pt x="0" y="19105"/>
                </a:lnTo>
                <a:lnTo>
                  <a:pt x="0" y="135425"/>
                </a:lnTo>
                <a:lnTo>
                  <a:pt x="1507" y="142843"/>
                </a:lnTo>
                <a:lnTo>
                  <a:pt x="5612" y="148917"/>
                </a:lnTo>
                <a:lnTo>
                  <a:pt x="11688" y="153022"/>
                </a:lnTo>
                <a:lnTo>
                  <a:pt x="19108" y="154529"/>
                </a:lnTo>
                <a:lnTo>
                  <a:pt x="26528" y="153022"/>
                </a:lnTo>
                <a:lnTo>
                  <a:pt x="32604" y="148917"/>
                </a:lnTo>
                <a:lnTo>
                  <a:pt x="36709" y="142843"/>
                </a:lnTo>
                <a:lnTo>
                  <a:pt x="38216" y="135425"/>
                </a:lnTo>
                <a:lnTo>
                  <a:pt x="38216" y="19105"/>
                </a:lnTo>
                <a:lnTo>
                  <a:pt x="36709" y="11685"/>
                </a:lnTo>
                <a:lnTo>
                  <a:pt x="32604" y="5611"/>
                </a:lnTo>
                <a:lnTo>
                  <a:pt x="26528" y="1507"/>
                </a:lnTo>
                <a:lnTo>
                  <a:pt x="19108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9049348" y="3283868"/>
            <a:ext cx="212725" cy="398780"/>
          </a:xfrm>
          <a:custGeom>
            <a:avLst/>
            <a:gdLst/>
            <a:ahLst/>
            <a:cxnLst/>
            <a:rect l="l" t="t" r="r" b="b"/>
            <a:pathLst>
              <a:path w="212725" h="398779">
                <a:moveTo>
                  <a:pt x="212109" y="12"/>
                </a:moveTo>
                <a:lnTo>
                  <a:pt x="180722" y="0"/>
                </a:lnTo>
                <a:lnTo>
                  <a:pt x="110736" y="33183"/>
                </a:lnTo>
                <a:lnTo>
                  <a:pt x="38409" y="149395"/>
                </a:lnTo>
                <a:lnTo>
                  <a:pt x="0" y="39846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9049348" y="3551833"/>
            <a:ext cx="212725" cy="130810"/>
          </a:xfrm>
          <a:custGeom>
            <a:avLst/>
            <a:gdLst/>
            <a:ahLst/>
            <a:cxnLst/>
            <a:rect l="l" t="t" r="r" b="b"/>
            <a:pathLst>
              <a:path w="212725" h="130810">
                <a:moveTo>
                  <a:pt x="212109" y="808"/>
                </a:moveTo>
                <a:lnTo>
                  <a:pt x="183694" y="0"/>
                </a:lnTo>
                <a:lnTo>
                  <a:pt x="118662" y="9460"/>
                </a:lnTo>
                <a:lnTo>
                  <a:pt x="47325" y="47018"/>
                </a:lnTo>
                <a:lnTo>
                  <a:pt x="0" y="13050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10231149" y="3283651"/>
            <a:ext cx="59055" cy="152400"/>
          </a:xfrm>
          <a:custGeom>
            <a:avLst/>
            <a:gdLst/>
            <a:ahLst/>
            <a:cxnLst/>
            <a:rect l="l" t="t" r="r" b="b"/>
            <a:pathLst>
              <a:path w="59054" h="152400">
                <a:moveTo>
                  <a:pt x="15260" y="0"/>
                </a:moveTo>
                <a:lnTo>
                  <a:pt x="8244" y="2848"/>
                </a:lnTo>
                <a:lnTo>
                  <a:pt x="3029" y="8002"/>
                </a:lnTo>
                <a:lnTo>
                  <a:pt x="114" y="14730"/>
                </a:lnTo>
                <a:lnTo>
                  <a:pt x="0" y="22301"/>
                </a:lnTo>
                <a:lnTo>
                  <a:pt x="21427" y="136626"/>
                </a:lnTo>
                <a:lnTo>
                  <a:pt x="24276" y="143641"/>
                </a:lnTo>
                <a:lnTo>
                  <a:pt x="29430" y="148857"/>
                </a:lnTo>
                <a:lnTo>
                  <a:pt x="36159" y="151772"/>
                </a:lnTo>
                <a:lnTo>
                  <a:pt x="43733" y="151886"/>
                </a:lnTo>
                <a:lnTo>
                  <a:pt x="50747" y="149038"/>
                </a:lnTo>
                <a:lnTo>
                  <a:pt x="55963" y="143884"/>
                </a:lnTo>
                <a:lnTo>
                  <a:pt x="58879" y="137157"/>
                </a:lnTo>
                <a:lnTo>
                  <a:pt x="58994" y="129588"/>
                </a:lnTo>
                <a:lnTo>
                  <a:pt x="37562" y="15260"/>
                </a:lnTo>
                <a:lnTo>
                  <a:pt x="34714" y="8244"/>
                </a:lnTo>
                <a:lnTo>
                  <a:pt x="29560" y="3030"/>
                </a:lnTo>
                <a:lnTo>
                  <a:pt x="22831" y="115"/>
                </a:lnTo>
                <a:lnTo>
                  <a:pt x="15260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9836257" y="3028367"/>
            <a:ext cx="412115" cy="266065"/>
          </a:xfrm>
          <a:custGeom>
            <a:avLst/>
            <a:gdLst/>
            <a:ahLst/>
            <a:cxnLst/>
            <a:rect l="l" t="t" r="r" b="b"/>
            <a:pathLst>
              <a:path w="412115" h="266064">
                <a:moveTo>
                  <a:pt x="0" y="0"/>
                </a:moveTo>
                <a:lnTo>
                  <a:pt x="44886" y="445"/>
                </a:lnTo>
                <a:lnTo>
                  <a:pt x="153997" y="23331"/>
                </a:lnTo>
                <a:lnTo>
                  <a:pt x="289012" y="100979"/>
                </a:lnTo>
                <a:lnTo>
                  <a:pt x="411609" y="26571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10094662" y="3217508"/>
            <a:ext cx="154940" cy="80010"/>
          </a:xfrm>
          <a:custGeom>
            <a:avLst/>
            <a:gdLst/>
            <a:ahLst/>
            <a:cxnLst/>
            <a:rect l="l" t="t" r="r" b="b"/>
            <a:pathLst>
              <a:path w="154940" h="80010">
                <a:moveTo>
                  <a:pt x="0" y="859"/>
                </a:moveTo>
                <a:lnTo>
                  <a:pt x="18957" y="0"/>
                </a:lnTo>
                <a:lnTo>
                  <a:pt x="63424" y="5132"/>
                </a:lnTo>
                <a:lnTo>
                  <a:pt x="114795" y="27825"/>
                </a:lnTo>
                <a:lnTo>
                  <a:pt x="154462" y="7964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10028285" y="3672320"/>
            <a:ext cx="38735" cy="154940"/>
          </a:xfrm>
          <a:custGeom>
            <a:avLst/>
            <a:gdLst/>
            <a:ahLst/>
            <a:cxnLst/>
            <a:rect l="l" t="t" r="r" b="b"/>
            <a:pathLst>
              <a:path w="38734" h="154939">
                <a:moveTo>
                  <a:pt x="19112" y="0"/>
                </a:moveTo>
                <a:lnTo>
                  <a:pt x="11689" y="1507"/>
                </a:lnTo>
                <a:lnTo>
                  <a:pt x="5612" y="5611"/>
                </a:lnTo>
                <a:lnTo>
                  <a:pt x="1507" y="11685"/>
                </a:lnTo>
                <a:lnTo>
                  <a:pt x="0" y="19105"/>
                </a:lnTo>
                <a:lnTo>
                  <a:pt x="0" y="135425"/>
                </a:lnTo>
                <a:lnTo>
                  <a:pt x="1507" y="142843"/>
                </a:lnTo>
                <a:lnTo>
                  <a:pt x="5612" y="148917"/>
                </a:lnTo>
                <a:lnTo>
                  <a:pt x="11689" y="153022"/>
                </a:lnTo>
                <a:lnTo>
                  <a:pt x="19112" y="154529"/>
                </a:lnTo>
                <a:lnTo>
                  <a:pt x="26531" y="153022"/>
                </a:lnTo>
                <a:lnTo>
                  <a:pt x="32606" y="148917"/>
                </a:lnTo>
                <a:lnTo>
                  <a:pt x="36710" y="142843"/>
                </a:lnTo>
                <a:lnTo>
                  <a:pt x="38218" y="135425"/>
                </a:lnTo>
                <a:lnTo>
                  <a:pt x="38218" y="19105"/>
                </a:lnTo>
                <a:lnTo>
                  <a:pt x="36710" y="11685"/>
                </a:lnTo>
                <a:lnTo>
                  <a:pt x="32606" y="5611"/>
                </a:lnTo>
                <a:lnTo>
                  <a:pt x="26531" y="1507"/>
                </a:lnTo>
                <a:lnTo>
                  <a:pt x="1911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9836257" y="3283868"/>
            <a:ext cx="212725" cy="398780"/>
          </a:xfrm>
          <a:custGeom>
            <a:avLst/>
            <a:gdLst/>
            <a:ahLst/>
            <a:cxnLst/>
            <a:rect l="l" t="t" r="r" b="b"/>
            <a:pathLst>
              <a:path w="212725" h="398779">
                <a:moveTo>
                  <a:pt x="0" y="12"/>
                </a:moveTo>
                <a:lnTo>
                  <a:pt x="31385" y="0"/>
                </a:lnTo>
                <a:lnTo>
                  <a:pt x="101371" y="33183"/>
                </a:lnTo>
                <a:lnTo>
                  <a:pt x="173698" y="149395"/>
                </a:lnTo>
                <a:lnTo>
                  <a:pt x="212109" y="39846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9836257" y="3551833"/>
            <a:ext cx="212725" cy="130810"/>
          </a:xfrm>
          <a:custGeom>
            <a:avLst/>
            <a:gdLst/>
            <a:ahLst/>
            <a:cxnLst/>
            <a:rect l="l" t="t" r="r" b="b"/>
            <a:pathLst>
              <a:path w="212725" h="130810">
                <a:moveTo>
                  <a:pt x="0" y="808"/>
                </a:moveTo>
                <a:lnTo>
                  <a:pt x="28414" y="0"/>
                </a:lnTo>
                <a:lnTo>
                  <a:pt x="93446" y="9460"/>
                </a:lnTo>
                <a:lnTo>
                  <a:pt x="164783" y="47018"/>
                </a:lnTo>
                <a:lnTo>
                  <a:pt x="212109" y="13050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 txBox="1"/>
          <p:nvPr/>
        </p:nvSpPr>
        <p:spPr>
          <a:xfrm>
            <a:off x="2589674" y="7865489"/>
            <a:ext cx="46799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2113255" y="7865489"/>
            <a:ext cx="45593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31187" y="6169455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电刺激增强盆底肌收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使细胞⽣物膜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及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1166" y="6396889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周围⼤分⼦发⽣谐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能量增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31141" y="6624323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进细胞的新陈代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使⾎液流速加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快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流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31096" y="6791959"/>
            <a:ext cx="256794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量增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改善卵巢及卵巢周围⾎液供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保养和改善卵巢功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655007" y="579563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29816" y="5805313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655007" y="418901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7"/>
                </a:lnTo>
                <a:lnTo>
                  <a:pt x="717904" y="234220"/>
                </a:lnTo>
                <a:lnTo>
                  <a:pt x="670565" y="243839"/>
                </a:lnTo>
                <a:lnTo>
                  <a:pt x="121917" y="243839"/>
                </a:lnTo>
                <a:lnTo>
                  <a:pt x="74578" y="234220"/>
                </a:lnTo>
                <a:lnTo>
                  <a:pt x="35812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669466" y="4198697"/>
            <a:ext cx="2464435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⾮经期每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</a:t>
            </a:r>
            <a:r>
              <a:rPr sz="1100" spc="-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16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，10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627665" y="2704316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7" y="35812"/>
                </a:lnTo>
                <a:lnTo>
                  <a:pt x="950029" y="74578"/>
                </a:lnTo>
                <a:lnTo>
                  <a:pt x="959648" y="121917"/>
                </a:lnTo>
                <a:lnTo>
                  <a:pt x="950029" y="169260"/>
                </a:lnTo>
                <a:lnTo>
                  <a:pt x="923837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726922" y="2718670"/>
            <a:ext cx="81851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40234" y="527983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40234" y="3666929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45063" y="5637003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84309" y="6011110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在脐下左右各贴⼀⽚圆形电极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84286" y="6281773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腹部⼦宫区域贴⼀⽚圆形电极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4263" y="6552435"/>
            <a:ext cx="2526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第⼆腰椎棘突</a:t>
            </a:r>
            <a:r>
              <a:rPr sz="1200" spc="-2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200" spc="4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1.5cm处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贴⼀⽚圆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形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4241" y="6823098"/>
            <a:ext cx="644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61391" y="562181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69" y="208026"/>
                </a:lnTo>
                <a:lnTo>
                  <a:pt x="717903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47828" y="2399198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66009" y="5939026"/>
            <a:ext cx="2645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电刺激降低卵巢基质动脉的⾎流阻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⼒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5987" y="616646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增加卵巢间质动脉收缩期峰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值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改善卵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巢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5962" y="6393894"/>
            <a:ext cx="895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的⾎液灌注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5956" y="6621325"/>
            <a:ext cx="2584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针对卵巢储备功能下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⽤于备孕期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5930" y="6848759"/>
            <a:ext cx="10426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孕不育的调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96761" y="5637003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6008" y="6011110"/>
            <a:ext cx="263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在脐下左右各贴⼀⽚圆形电极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35978" y="6281773"/>
            <a:ext cx="2643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关</a:t>
            </a:r>
            <a:r>
              <a:rPr sz="12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元</a:t>
            </a:r>
            <a:r>
              <a:rPr sz="1200" spc="-5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中</a:t>
            </a:r>
            <a:r>
              <a:rPr sz="1200" spc="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极</a:t>
            </a:r>
            <a:r>
              <a:rPr sz="1200" spc="-5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⼦宫等⽳位</a:t>
            </a:r>
            <a:r>
              <a:rPr sz="1200" spc="-5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在第⼆腰椎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棘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5925" y="6484770"/>
            <a:ext cx="2619375" cy="5270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突左右旁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</a:t>
            </a:r>
            <a:r>
              <a:rPr sz="1200" b="0" spc="-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1.5cm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处各贴⼀⽚⽅形电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极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⽚，刺激肾俞⽳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。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213090" y="562181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9828" y="556520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64637" y="557962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9828" y="41464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2486" y="276642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61737" y="2780776"/>
            <a:ext cx="8185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12700">
              <a:lnSpc>
                <a:spcPct val="100000"/>
              </a:lnSpc>
              <a:spcBef>
                <a:spcPts val="46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2736" y="4160991"/>
            <a:ext cx="2593975" cy="113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⾮经期每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</a:t>
            </a:r>
            <a:r>
              <a:rPr sz="1100" spc="-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-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个⽉经周期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个疗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共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-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29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5055" y="379829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703475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682188" y="1392714"/>
            <a:ext cx="43072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卵巢低反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</a:t>
            </a:r>
            <a:r>
              <a:rPr sz="2500" b="1" spc="22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5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43</a:t>
            </a:r>
            <a:endParaRPr sz="2175" baseline="1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9788421" y="1401977"/>
            <a:ext cx="42633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促进卵巢⾎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14151618" y="1605203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7518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878298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849748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082130" y="4838504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4"/>
                </a:lnTo>
                <a:lnTo>
                  <a:pt x="11679" y="43337"/>
                </a:lnTo>
                <a:lnTo>
                  <a:pt x="20436" y="46188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4"/>
                </a:lnTo>
                <a:lnTo>
                  <a:pt x="181853" y="24802"/>
                </a:lnTo>
                <a:lnTo>
                  <a:pt x="175080" y="18998"/>
                </a:lnTo>
                <a:lnTo>
                  <a:pt x="166323" y="16146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972048" y="4511517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2"/>
                </a:lnTo>
                <a:lnTo>
                  <a:pt x="26589" y="89706"/>
                </a:lnTo>
                <a:lnTo>
                  <a:pt x="10851" y="129033"/>
                </a:lnTo>
                <a:lnTo>
                  <a:pt x="1401" y="170298"/>
                </a:lnTo>
                <a:lnTo>
                  <a:pt x="0" y="211836"/>
                </a:lnTo>
                <a:lnTo>
                  <a:pt x="8407" y="251983"/>
                </a:lnTo>
                <a:lnTo>
                  <a:pt x="28383" y="289075"/>
                </a:lnTo>
                <a:lnTo>
                  <a:pt x="61688" y="321445"/>
                </a:lnTo>
                <a:lnTo>
                  <a:pt x="110082" y="34743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528760" y="4515815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093169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466550" y="4220157"/>
            <a:ext cx="171449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341371" y="4630986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8"/>
                </a:lnTo>
                <a:lnTo>
                  <a:pt x="1833" y="14220"/>
                </a:lnTo>
                <a:lnTo>
                  <a:pt x="0" y="23244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8"/>
                </a:lnTo>
                <a:lnTo>
                  <a:pt x="23248" y="187991"/>
                </a:lnTo>
                <a:lnTo>
                  <a:pt x="32273" y="186158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4"/>
                </a:lnTo>
                <a:lnTo>
                  <a:pt x="44659" y="14220"/>
                </a:lnTo>
                <a:lnTo>
                  <a:pt x="39664" y="6828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264619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0"/>
                </a:lnTo>
                <a:lnTo>
                  <a:pt x="73968" y="47230"/>
                </a:lnTo>
                <a:lnTo>
                  <a:pt x="85409" y="87110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365095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0"/>
                </a:lnTo>
                <a:lnTo>
                  <a:pt x="26032" y="47230"/>
                </a:lnTo>
                <a:lnTo>
                  <a:pt x="14591" y="87110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295967" y="4579380"/>
            <a:ext cx="138256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08375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1" y="0"/>
                </a:moveTo>
                <a:lnTo>
                  <a:pt x="118232" y="48402"/>
                </a:lnTo>
                <a:lnTo>
                  <a:pt x="130371" y="96372"/>
                </a:lnTo>
                <a:lnTo>
                  <a:pt x="140469" y="144199"/>
                </a:lnTo>
                <a:lnTo>
                  <a:pt x="148403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6" y="1086069"/>
                </a:lnTo>
                <a:lnTo>
                  <a:pt x="3062" y="1136811"/>
                </a:lnTo>
                <a:lnTo>
                  <a:pt x="1924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2" y="1383081"/>
                </a:lnTo>
                <a:lnTo>
                  <a:pt x="2139" y="1431047"/>
                </a:lnTo>
                <a:lnTo>
                  <a:pt x="4891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1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352823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657274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0855942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8263850" y="3820975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5" y="415442"/>
                </a:lnTo>
                <a:lnTo>
                  <a:pt x="210502" y="421002"/>
                </a:lnTo>
                <a:lnTo>
                  <a:pt x="258767" y="415442"/>
                </a:lnTo>
                <a:lnTo>
                  <a:pt x="303074" y="399606"/>
                </a:lnTo>
                <a:lnTo>
                  <a:pt x="342158" y="374757"/>
                </a:lnTo>
                <a:lnTo>
                  <a:pt x="374756" y="342158"/>
                </a:lnTo>
                <a:lnTo>
                  <a:pt x="399605" y="303074"/>
                </a:lnTo>
                <a:lnTo>
                  <a:pt x="415441" y="258766"/>
                </a:lnTo>
                <a:lnTo>
                  <a:pt x="421001" y="210499"/>
                </a:lnTo>
                <a:lnTo>
                  <a:pt x="415441" y="162234"/>
                </a:lnTo>
                <a:lnTo>
                  <a:pt x="399605" y="117927"/>
                </a:lnTo>
                <a:lnTo>
                  <a:pt x="374756" y="78843"/>
                </a:lnTo>
                <a:lnTo>
                  <a:pt x="342158" y="46244"/>
                </a:lnTo>
                <a:lnTo>
                  <a:pt x="303074" y="21395"/>
                </a:lnTo>
                <a:lnTo>
                  <a:pt x="258767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263850" y="3820975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7" y="5559"/>
                </a:lnTo>
                <a:lnTo>
                  <a:pt x="303074" y="21395"/>
                </a:lnTo>
                <a:lnTo>
                  <a:pt x="342158" y="46244"/>
                </a:lnTo>
                <a:lnTo>
                  <a:pt x="374756" y="78843"/>
                </a:lnTo>
                <a:lnTo>
                  <a:pt x="399605" y="117927"/>
                </a:lnTo>
                <a:lnTo>
                  <a:pt x="415441" y="162234"/>
                </a:lnTo>
                <a:lnTo>
                  <a:pt x="421001" y="210499"/>
                </a:lnTo>
                <a:lnTo>
                  <a:pt x="415441" y="258766"/>
                </a:lnTo>
                <a:lnTo>
                  <a:pt x="399605" y="303074"/>
                </a:lnTo>
                <a:lnTo>
                  <a:pt x="374756" y="342158"/>
                </a:lnTo>
                <a:lnTo>
                  <a:pt x="342158" y="374757"/>
                </a:lnTo>
                <a:lnTo>
                  <a:pt x="303074" y="399606"/>
                </a:lnTo>
                <a:lnTo>
                  <a:pt x="258767" y="415442"/>
                </a:lnTo>
                <a:lnTo>
                  <a:pt x="210502" y="421002"/>
                </a:lnTo>
                <a:lnTo>
                  <a:pt x="162235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4" y="78843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912497" y="3820975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6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3"/>
                </a:lnTo>
                <a:lnTo>
                  <a:pt x="21395" y="117927"/>
                </a:lnTo>
                <a:lnTo>
                  <a:pt x="5559" y="162234"/>
                </a:lnTo>
                <a:lnTo>
                  <a:pt x="0" y="210499"/>
                </a:lnTo>
                <a:lnTo>
                  <a:pt x="5559" y="258766"/>
                </a:lnTo>
                <a:lnTo>
                  <a:pt x="21395" y="303074"/>
                </a:lnTo>
                <a:lnTo>
                  <a:pt x="46244" y="342158"/>
                </a:lnTo>
                <a:lnTo>
                  <a:pt x="78843" y="374757"/>
                </a:lnTo>
                <a:lnTo>
                  <a:pt x="117928" y="399606"/>
                </a:lnTo>
                <a:lnTo>
                  <a:pt x="162236" y="415442"/>
                </a:lnTo>
                <a:lnTo>
                  <a:pt x="210503" y="421002"/>
                </a:lnTo>
                <a:lnTo>
                  <a:pt x="258768" y="415442"/>
                </a:lnTo>
                <a:lnTo>
                  <a:pt x="303075" y="399606"/>
                </a:lnTo>
                <a:lnTo>
                  <a:pt x="342159" y="374757"/>
                </a:lnTo>
                <a:lnTo>
                  <a:pt x="374758" y="342158"/>
                </a:lnTo>
                <a:lnTo>
                  <a:pt x="399607" y="303074"/>
                </a:lnTo>
                <a:lnTo>
                  <a:pt x="415443" y="258766"/>
                </a:lnTo>
                <a:lnTo>
                  <a:pt x="421002" y="210499"/>
                </a:lnTo>
                <a:lnTo>
                  <a:pt x="415443" y="162234"/>
                </a:lnTo>
                <a:lnTo>
                  <a:pt x="399607" y="117927"/>
                </a:lnTo>
                <a:lnTo>
                  <a:pt x="374758" y="78843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8912497" y="3820975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3"/>
                </a:lnTo>
                <a:lnTo>
                  <a:pt x="399607" y="117927"/>
                </a:lnTo>
                <a:lnTo>
                  <a:pt x="415443" y="162234"/>
                </a:lnTo>
                <a:lnTo>
                  <a:pt x="421002" y="210499"/>
                </a:lnTo>
                <a:lnTo>
                  <a:pt x="415443" y="258766"/>
                </a:lnTo>
                <a:lnTo>
                  <a:pt x="399607" y="303074"/>
                </a:lnTo>
                <a:lnTo>
                  <a:pt x="374758" y="342158"/>
                </a:lnTo>
                <a:lnTo>
                  <a:pt x="342159" y="374757"/>
                </a:lnTo>
                <a:lnTo>
                  <a:pt x="303075" y="399606"/>
                </a:lnTo>
                <a:lnTo>
                  <a:pt x="258768" y="415442"/>
                </a:lnTo>
                <a:lnTo>
                  <a:pt x="210503" y="421002"/>
                </a:lnTo>
                <a:lnTo>
                  <a:pt x="162236" y="415442"/>
                </a:lnTo>
                <a:lnTo>
                  <a:pt x="117928" y="399606"/>
                </a:lnTo>
                <a:lnTo>
                  <a:pt x="78843" y="374757"/>
                </a:lnTo>
                <a:lnTo>
                  <a:pt x="46244" y="342158"/>
                </a:lnTo>
                <a:lnTo>
                  <a:pt x="21395" y="303074"/>
                </a:lnTo>
                <a:lnTo>
                  <a:pt x="5559" y="258766"/>
                </a:lnTo>
                <a:lnTo>
                  <a:pt x="0" y="210499"/>
                </a:lnTo>
                <a:lnTo>
                  <a:pt x="5559" y="162234"/>
                </a:lnTo>
                <a:lnTo>
                  <a:pt x="21395" y="117927"/>
                </a:lnTo>
                <a:lnTo>
                  <a:pt x="46244" y="78843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6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8764540" y="3798928"/>
            <a:ext cx="73762" cy="69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709858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9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4" y="279682"/>
                </a:lnTo>
                <a:lnTo>
                  <a:pt x="182795" y="330479"/>
                </a:lnTo>
                <a:lnTo>
                  <a:pt x="185036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827392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0335808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0268953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0377457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313069" y="4560149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8897468" y="4560149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678501" y="4025124"/>
            <a:ext cx="240351" cy="2651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8575945" y="4362099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4" y="342157"/>
                </a:lnTo>
                <a:lnTo>
                  <a:pt x="78843" y="374756"/>
                </a:lnTo>
                <a:lnTo>
                  <a:pt x="117928" y="399605"/>
                </a:lnTo>
                <a:lnTo>
                  <a:pt x="162235" y="415441"/>
                </a:lnTo>
                <a:lnTo>
                  <a:pt x="210502" y="421001"/>
                </a:lnTo>
                <a:lnTo>
                  <a:pt x="258767" y="415441"/>
                </a:lnTo>
                <a:lnTo>
                  <a:pt x="303074" y="399605"/>
                </a:lnTo>
                <a:lnTo>
                  <a:pt x="342158" y="374756"/>
                </a:lnTo>
                <a:lnTo>
                  <a:pt x="374756" y="342157"/>
                </a:lnTo>
                <a:lnTo>
                  <a:pt x="399605" y="303072"/>
                </a:lnTo>
                <a:lnTo>
                  <a:pt x="415441" y="258765"/>
                </a:lnTo>
                <a:lnTo>
                  <a:pt x="421001" y="210498"/>
                </a:lnTo>
                <a:lnTo>
                  <a:pt x="415441" y="162233"/>
                </a:lnTo>
                <a:lnTo>
                  <a:pt x="399605" y="117926"/>
                </a:lnTo>
                <a:lnTo>
                  <a:pt x="374756" y="78842"/>
                </a:lnTo>
                <a:lnTo>
                  <a:pt x="342158" y="46244"/>
                </a:lnTo>
                <a:lnTo>
                  <a:pt x="303074" y="21395"/>
                </a:lnTo>
                <a:lnTo>
                  <a:pt x="258767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575945" y="4362099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7" y="5559"/>
                </a:lnTo>
                <a:lnTo>
                  <a:pt x="303074" y="21395"/>
                </a:lnTo>
                <a:lnTo>
                  <a:pt x="342158" y="46244"/>
                </a:lnTo>
                <a:lnTo>
                  <a:pt x="374756" y="78842"/>
                </a:lnTo>
                <a:lnTo>
                  <a:pt x="399605" y="117926"/>
                </a:lnTo>
                <a:lnTo>
                  <a:pt x="415441" y="162233"/>
                </a:lnTo>
                <a:lnTo>
                  <a:pt x="421001" y="210498"/>
                </a:lnTo>
                <a:lnTo>
                  <a:pt x="415441" y="258765"/>
                </a:lnTo>
                <a:lnTo>
                  <a:pt x="399605" y="303072"/>
                </a:lnTo>
                <a:lnTo>
                  <a:pt x="374756" y="342157"/>
                </a:lnTo>
                <a:lnTo>
                  <a:pt x="342158" y="374756"/>
                </a:lnTo>
                <a:lnTo>
                  <a:pt x="303074" y="399605"/>
                </a:lnTo>
                <a:lnTo>
                  <a:pt x="258767" y="415441"/>
                </a:lnTo>
                <a:lnTo>
                  <a:pt x="210502" y="421001"/>
                </a:lnTo>
                <a:lnTo>
                  <a:pt x="162235" y="415441"/>
                </a:lnTo>
                <a:lnTo>
                  <a:pt x="117928" y="399605"/>
                </a:lnTo>
                <a:lnTo>
                  <a:pt x="78843" y="374756"/>
                </a:lnTo>
                <a:lnTo>
                  <a:pt x="46244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10131699" y="4362099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4" y="342157"/>
                </a:lnTo>
                <a:lnTo>
                  <a:pt x="78843" y="374756"/>
                </a:lnTo>
                <a:lnTo>
                  <a:pt x="117928" y="399605"/>
                </a:lnTo>
                <a:lnTo>
                  <a:pt x="162235" y="415441"/>
                </a:lnTo>
                <a:lnTo>
                  <a:pt x="210502" y="421001"/>
                </a:lnTo>
                <a:lnTo>
                  <a:pt x="258768" y="415441"/>
                </a:lnTo>
                <a:lnTo>
                  <a:pt x="303074" y="399605"/>
                </a:lnTo>
                <a:lnTo>
                  <a:pt x="342159" y="374756"/>
                </a:lnTo>
                <a:lnTo>
                  <a:pt x="374757" y="342157"/>
                </a:lnTo>
                <a:lnTo>
                  <a:pt x="399606" y="303072"/>
                </a:lnTo>
                <a:lnTo>
                  <a:pt x="415442" y="258765"/>
                </a:lnTo>
                <a:lnTo>
                  <a:pt x="421002" y="210498"/>
                </a:lnTo>
                <a:lnTo>
                  <a:pt x="415442" y="162233"/>
                </a:lnTo>
                <a:lnTo>
                  <a:pt x="399606" y="117926"/>
                </a:lnTo>
                <a:lnTo>
                  <a:pt x="374757" y="78842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10131699" y="4362099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2"/>
                </a:lnTo>
                <a:lnTo>
                  <a:pt x="399606" y="117926"/>
                </a:lnTo>
                <a:lnTo>
                  <a:pt x="415442" y="162233"/>
                </a:lnTo>
                <a:lnTo>
                  <a:pt x="421002" y="210498"/>
                </a:lnTo>
                <a:lnTo>
                  <a:pt x="415442" y="258765"/>
                </a:lnTo>
                <a:lnTo>
                  <a:pt x="399606" y="303072"/>
                </a:lnTo>
                <a:lnTo>
                  <a:pt x="374757" y="342157"/>
                </a:lnTo>
                <a:lnTo>
                  <a:pt x="342159" y="374756"/>
                </a:lnTo>
                <a:lnTo>
                  <a:pt x="303074" y="399605"/>
                </a:lnTo>
                <a:lnTo>
                  <a:pt x="258768" y="415441"/>
                </a:lnTo>
                <a:lnTo>
                  <a:pt x="210502" y="421001"/>
                </a:lnTo>
                <a:lnTo>
                  <a:pt x="162235" y="415441"/>
                </a:lnTo>
                <a:lnTo>
                  <a:pt x="117928" y="399605"/>
                </a:lnTo>
                <a:lnTo>
                  <a:pt x="78843" y="374756"/>
                </a:lnTo>
                <a:lnTo>
                  <a:pt x="46244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9592743" y="5031213"/>
            <a:ext cx="0" cy="129539"/>
          </a:xfrm>
          <a:custGeom>
            <a:avLst/>
            <a:gdLst/>
            <a:ahLst/>
            <a:cxnLst/>
            <a:rect l="l" t="t" r="r" b="b"/>
            <a:pathLst>
              <a:path h="129539">
                <a:moveTo>
                  <a:pt x="0" y="0"/>
                </a:moveTo>
                <a:lnTo>
                  <a:pt x="0" y="129315"/>
                </a:lnTo>
              </a:path>
            </a:pathLst>
          </a:custGeom>
          <a:ln w="31982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8996946" y="4572598"/>
            <a:ext cx="596265" cy="477520"/>
          </a:xfrm>
          <a:custGeom>
            <a:avLst/>
            <a:gdLst/>
            <a:ahLst/>
            <a:cxnLst/>
            <a:rect l="l" t="t" r="r" b="b"/>
            <a:pathLst>
              <a:path w="596265" h="477520">
                <a:moveTo>
                  <a:pt x="0" y="0"/>
                </a:moveTo>
                <a:lnTo>
                  <a:pt x="73447" y="2607"/>
                </a:lnTo>
                <a:lnTo>
                  <a:pt x="140715" y="10039"/>
                </a:lnTo>
                <a:lnTo>
                  <a:pt x="202069" y="21863"/>
                </a:lnTo>
                <a:lnTo>
                  <a:pt x="257771" y="37647"/>
                </a:lnTo>
                <a:lnTo>
                  <a:pt x="308085" y="56962"/>
                </a:lnTo>
                <a:lnTo>
                  <a:pt x="353276" y="79374"/>
                </a:lnTo>
                <a:lnTo>
                  <a:pt x="393606" y="104455"/>
                </a:lnTo>
                <a:lnTo>
                  <a:pt x="429341" y="131771"/>
                </a:lnTo>
                <a:lnTo>
                  <a:pt x="460744" y="160891"/>
                </a:lnTo>
                <a:lnTo>
                  <a:pt x="488078" y="191385"/>
                </a:lnTo>
                <a:lnTo>
                  <a:pt x="511608" y="222822"/>
                </a:lnTo>
                <a:lnTo>
                  <a:pt x="548310" y="286795"/>
                </a:lnTo>
                <a:lnTo>
                  <a:pt x="572961" y="349362"/>
                </a:lnTo>
                <a:lnTo>
                  <a:pt x="587670" y="407073"/>
                </a:lnTo>
                <a:lnTo>
                  <a:pt x="594550" y="456476"/>
                </a:lnTo>
                <a:lnTo>
                  <a:pt x="595713" y="47698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9592660" y="4574138"/>
            <a:ext cx="539115" cy="475615"/>
          </a:xfrm>
          <a:custGeom>
            <a:avLst/>
            <a:gdLst/>
            <a:ahLst/>
            <a:cxnLst/>
            <a:rect l="l" t="t" r="r" b="b"/>
            <a:pathLst>
              <a:path w="539115" h="475614">
                <a:moveTo>
                  <a:pt x="539042" y="0"/>
                </a:moveTo>
                <a:lnTo>
                  <a:pt x="477174" y="3565"/>
                </a:lnTo>
                <a:lnTo>
                  <a:pt x="419183" y="13674"/>
                </a:lnTo>
                <a:lnTo>
                  <a:pt x="365047" y="29626"/>
                </a:lnTo>
                <a:lnTo>
                  <a:pt x="314744" y="50724"/>
                </a:lnTo>
                <a:lnTo>
                  <a:pt x="268255" y="76270"/>
                </a:lnTo>
                <a:lnTo>
                  <a:pt x="225557" y="105563"/>
                </a:lnTo>
                <a:lnTo>
                  <a:pt x="186628" y="137908"/>
                </a:lnTo>
                <a:lnTo>
                  <a:pt x="151449" y="172604"/>
                </a:lnTo>
                <a:lnTo>
                  <a:pt x="119996" y="208953"/>
                </a:lnTo>
                <a:lnTo>
                  <a:pt x="92250" y="246256"/>
                </a:lnTo>
                <a:lnTo>
                  <a:pt x="68188" y="283817"/>
                </a:lnTo>
                <a:lnTo>
                  <a:pt x="47789" y="320935"/>
                </a:lnTo>
                <a:lnTo>
                  <a:pt x="31033" y="356912"/>
                </a:lnTo>
                <a:lnTo>
                  <a:pt x="8360" y="422650"/>
                </a:lnTo>
                <a:lnTo>
                  <a:pt x="2402" y="451015"/>
                </a:lnTo>
                <a:lnTo>
                  <a:pt x="0" y="47544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2589674" y="7865489"/>
            <a:ext cx="4705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113255" y="7865489"/>
            <a:ext cx="47307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7828" y="2399198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6009" y="5939026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仿⽣物电刺激可通过有效调节患者内分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985" y="6166460"/>
            <a:ext cx="25660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功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巢储备功能及⻣代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达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到提⾼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970" y="6393894"/>
            <a:ext cx="2502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巢储备功能下降患者⽣活质量的⽬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7828" y="5909472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道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38461" y="589642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9828" y="556520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4637" y="557962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9828" y="41464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2758" y="4160991"/>
            <a:ext cx="2740660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⾮经期每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</a:t>
            </a:r>
            <a:r>
              <a:rPr sz="1100" spc="-5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5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20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，15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2486" y="276642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64028" y="278077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055" y="5200446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5055" y="3798290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697459" y="4523297"/>
            <a:ext cx="14204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9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，30</a:t>
            </a:r>
            <a:r>
              <a:rPr sz="1100" spc="-8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97440" y="4750732"/>
            <a:ext cx="1189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个⽉经期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00709" y="6267883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低频电刺激可促进盆腔局部⾎液循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00685" y="6495317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善组织的营养状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提⾼新陈代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以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利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00663" y="6722751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炎症的吸收和消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使肠蠕动增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强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松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解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00642" y="6950181"/>
            <a:ext cx="4591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粘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8224" y="5907686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37470" y="6311073"/>
            <a:ext cx="263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将⼀对电极⽚放置于⼦宫</a:t>
            </a:r>
            <a:r>
              <a:rPr sz="1200" spc="-50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⽳</a:t>
            </a:r>
            <a:r>
              <a:rPr sz="1200" spc="1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任⼀</a:t>
            </a:r>
            <a:r>
              <a:rPr sz="1200" spc="1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37444" y="6581735"/>
            <a:ext cx="247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和中极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⽳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另⼀对电极放置于左侧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下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37418" y="6852398"/>
            <a:ext cx="1918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肢的⾜三⾥⽳和三阴交</a:t>
            </a:r>
            <a:r>
              <a:rPr sz="1200" spc="6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⽳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14552" y="589464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624529" y="589406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699337" y="5908485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624529" y="415432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701623" y="416882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96443" y="3012928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597188" y="2643959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698729" y="2658311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09749" y="538390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09749" y="3611835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07588" y="1392714"/>
            <a:ext cx="48679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卵巢储备功能下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645797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5676538" y="1597845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0100844" y="1401977"/>
            <a:ext cx="39528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慢性盆腔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炎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14151342" y="1605203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8510734" y="3059525"/>
            <a:ext cx="197485" cy="2310765"/>
          </a:xfrm>
          <a:custGeom>
            <a:avLst/>
            <a:gdLst/>
            <a:ahLst/>
            <a:cxnLst/>
            <a:rect l="l" t="t" r="r" b="b"/>
            <a:pathLst>
              <a:path w="197484" h="2310765">
                <a:moveTo>
                  <a:pt x="130251" y="0"/>
                </a:moveTo>
                <a:lnTo>
                  <a:pt x="144501" y="48464"/>
                </a:lnTo>
                <a:lnTo>
                  <a:pt x="157233" y="96536"/>
                </a:lnTo>
                <a:lnTo>
                  <a:pt x="168370" y="144401"/>
                </a:lnTo>
                <a:lnTo>
                  <a:pt x="177834" y="192244"/>
                </a:lnTo>
                <a:lnTo>
                  <a:pt x="185548" y="240253"/>
                </a:lnTo>
                <a:lnTo>
                  <a:pt x="191435" y="288612"/>
                </a:lnTo>
                <a:lnTo>
                  <a:pt x="195417" y="337508"/>
                </a:lnTo>
                <a:lnTo>
                  <a:pt x="197417" y="387127"/>
                </a:lnTo>
                <a:lnTo>
                  <a:pt x="197357" y="437654"/>
                </a:lnTo>
                <a:lnTo>
                  <a:pt x="195159" y="489276"/>
                </a:lnTo>
                <a:lnTo>
                  <a:pt x="186568" y="554524"/>
                </a:lnTo>
                <a:lnTo>
                  <a:pt x="178954" y="592817"/>
                </a:lnTo>
                <a:lnTo>
                  <a:pt x="169512" y="634428"/>
                </a:lnTo>
                <a:lnTo>
                  <a:pt x="158529" y="679010"/>
                </a:lnTo>
                <a:lnTo>
                  <a:pt x="146291" y="726217"/>
                </a:lnTo>
                <a:lnTo>
                  <a:pt x="133087" y="775702"/>
                </a:lnTo>
                <a:lnTo>
                  <a:pt x="119203" y="827121"/>
                </a:lnTo>
                <a:lnTo>
                  <a:pt x="104928" y="880125"/>
                </a:lnTo>
                <a:lnTo>
                  <a:pt x="90548" y="934369"/>
                </a:lnTo>
                <a:lnTo>
                  <a:pt x="76351" y="989507"/>
                </a:lnTo>
                <a:lnTo>
                  <a:pt x="62625" y="1045193"/>
                </a:lnTo>
                <a:lnTo>
                  <a:pt x="49656" y="1101079"/>
                </a:lnTo>
                <a:lnTo>
                  <a:pt x="37732" y="1156820"/>
                </a:lnTo>
                <a:lnTo>
                  <a:pt x="27141" y="1212069"/>
                </a:lnTo>
                <a:lnTo>
                  <a:pt x="18169" y="1266481"/>
                </a:lnTo>
                <a:lnTo>
                  <a:pt x="11105" y="1319709"/>
                </a:lnTo>
                <a:lnTo>
                  <a:pt x="6235" y="1371406"/>
                </a:lnTo>
                <a:lnTo>
                  <a:pt x="3848" y="1421226"/>
                </a:lnTo>
                <a:lnTo>
                  <a:pt x="2739" y="1471038"/>
                </a:lnTo>
                <a:lnTo>
                  <a:pt x="1672" y="1519891"/>
                </a:lnTo>
                <a:lnTo>
                  <a:pt x="774" y="1567956"/>
                </a:lnTo>
                <a:lnTo>
                  <a:pt x="174" y="1615404"/>
                </a:lnTo>
                <a:lnTo>
                  <a:pt x="0" y="1662404"/>
                </a:lnTo>
                <a:lnTo>
                  <a:pt x="380" y="1709129"/>
                </a:lnTo>
                <a:lnTo>
                  <a:pt x="1443" y="1755749"/>
                </a:lnTo>
                <a:lnTo>
                  <a:pt x="3317" y="1802434"/>
                </a:lnTo>
                <a:lnTo>
                  <a:pt x="6131" y="1849355"/>
                </a:lnTo>
                <a:lnTo>
                  <a:pt x="10012" y="1896684"/>
                </a:lnTo>
                <a:lnTo>
                  <a:pt x="15091" y="1944590"/>
                </a:lnTo>
                <a:lnTo>
                  <a:pt x="21493" y="1993244"/>
                </a:lnTo>
                <a:lnTo>
                  <a:pt x="29350" y="2042817"/>
                </a:lnTo>
                <a:lnTo>
                  <a:pt x="38787" y="2093481"/>
                </a:lnTo>
                <a:lnTo>
                  <a:pt x="49935" y="2145405"/>
                </a:lnTo>
                <a:lnTo>
                  <a:pt x="62921" y="2198760"/>
                </a:lnTo>
                <a:lnTo>
                  <a:pt x="77873" y="2253717"/>
                </a:lnTo>
                <a:lnTo>
                  <a:pt x="94921" y="23104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0389562" y="3059525"/>
            <a:ext cx="197485" cy="2310765"/>
          </a:xfrm>
          <a:custGeom>
            <a:avLst/>
            <a:gdLst/>
            <a:ahLst/>
            <a:cxnLst/>
            <a:rect l="l" t="t" r="r" b="b"/>
            <a:pathLst>
              <a:path w="197484" h="2310765">
                <a:moveTo>
                  <a:pt x="67162" y="0"/>
                </a:moveTo>
                <a:lnTo>
                  <a:pt x="52913" y="48464"/>
                </a:lnTo>
                <a:lnTo>
                  <a:pt x="40182" y="96536"/>
                </a:lnTo>
                <a:lnTo>
                  <a:pt x="29045" y="144401"/>
                </a:lnTo>
                <a:lnTo>
                  <a:pt x="19582" y="192244"/>
                </a:lnTo>
                <a:lnTo>
                  <a:pt x="11868" y="240253"/>
                </a:lnTo>
                <a:lnTo>
                  <a:pt x="5981" y="288612"/>
                </a:lnTo>
                <a:lnTo>
                  <a:pt x="1999" y="337508"/>
                </a:lnTo>
                <a:lnTo>
                  <a:pt x="0" y="387127"/>
                </a:lnTo>
                <a:lnTo>
                  <a:pt x="60" y="437654"/>
                </a:lnTo>
                <a:lnTo>
                  <a:pt x="2257" y="489276"/>
                </a:lnTo>
                <a:lnTo>
                  <a:pt x="10848" y="554524"/>
                </a:lnTo>
                <a:lnTo>
                  <a:pt x="18462" y="592817"/>
                </a:lnTo>
                <a:lnTo>
                  <a:pt x="27904" y="634428"/>
                </a:lnTo>
                <a:lnTo>
                  <a:pt x="38887" y="679010"/>
                </a:lnTo>
                <a:lnTo>
                  <a:pt x="51125" y="726217"/>
                </a:lnTo>
                <a:lnTo>
                  <a:pt x="64329" y="775702"/>
                </a:lnTo>
                <a:lnTo>
                  <a:pt x="78212" y="827121"/>
                </a:lnTo>
                <a:lnTo>
                  <a:pt x="92487" y="880125"/>
                </a:lnTo>
                <a:lnTo>
                  <a:pt x="106867" y="934369"/>
                </a:lnTo>
                <a:lnTo>
                  <a:pt x="121063" y="989507"/>
                </a:lnTo>
                <a:lnTo>
                  <a:pt x="134790" y="1045193"/>
                </a:lnTo>
                <a:lnTo>
                  <a:pt x="147759" y="1101079"/>
                </a:lnTo>
                <a:lnTo>
                  <a:pt x="159682" y="1156820"/>
                </a:lnTo>
                <a:lnTo>
                  <a:pt x="170274" y="1212069"/>
                </a:lnTo>
                <a:lnTo>
                  <a:pt x="179246" y="1266481"/>
                </a:lnTo>
                <a:lnTo>
                  <a:pt x="186310" y="1319709"/>
                </a:lnTo>
                <a:lnTo>
                  <a:pt x="191180" y="1371406"/>
                </a:lnTo>
                <a:lnTo>
                  <a:pt x="193569" y="1421226"/>
                </a:lnTo>
                <a:lnTo>
                  <a:pt x="194676" y="1471038"/>
                </a:lnTo>
                <a:lnTo>
                  <a:pt x="195744" y="1519891"/>
                </a:lnTo>
                <a:lnTo>
                  <a:pt x="196641" y="1567956"/>
                </a:lnTo>
                <a:lnTo>
                  <a:pt x="197242" y="1615404"/>
                </a:lnTo>
                <a:lnTo>
                  <a:pt x="197416" y="1662404"/>
                </a:lnTo>
                <a:lnTo>
                  <a:pt x="197036" y="1709129"/>
                </a:lnTo>
                <a:lnTo>
                  <a:pt x="195973" y="1755749"/>
                </a:lnTo>
                <a:lnTo>
                  <a:pt x="194099" y="1802434"/>
                </a:lnTo>
                <a:lnTo>
                  <a:pt x="191285" y="1849355"/>
                </a:lnTo>
                <a:lnTo>
                  <a:pt x="187404" y="1896684"/>
                </a:lnTo>
                <a:lnTo>
                  <a:pt x="182326" y="1944590"/>
                </a:lnTo>
                <a:lnTo>
                  <a:pt x="175923" y="1993244"/>
                </a:lnTo>
                <a:lnTo>
                  <a:pt x="168067" y="2042817"/>
                </a:lnTo>
                <a:lnTo>
                  <a:pt x="158629" y="2093481"/>
                </a:lnTo>
                <a:lnTo>
                  <a:pt x="147482" y="2145405"/>
                </a:lnTo>
                <a:lnTo>
                  <a:pt x="134496" y="2198760"/>
                </a:lnTo>
                <a:lnTo>
                  <a:pt x="119543" y="2253717"/>
                </a:lnTo>
                <a:lnTo>
                  <a:pt x="102496" y="231044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9463852" y="3659270"/>
            <a:ext cx="89039" cy="83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425340" y="4901166"/>
            <a:ext cx="231775" cy="469265"/>
          </a:xfrm>
          <a:custGeom>
            <a:avLst/>
            <a:gdLst/>
            <a:ahLst/>
            <a:cxnLst/>
            <a:rect l="l" t="t" r="r" b="b"/>
            <a:pathLst>
              <a:path w="231775" h="469264">
                <a:moveTo>
                  <a:pt x="1561" y="468853"/>
                </a:moveTo>
                <a:lnTo>
                  <a:pt x="763" y="428573"/>
                </a:lnTo>
                <a:lnTo>
                  <a:pt x="82" y="382793"/>
                </a:lnTo>
                <a:lnTo>
                  <a:pt x="0" y="333229"/>
                </a:lnTo>
                <a:lnTo>
                  <a:pt x="999" y="281596"/>
                </a:lnTo>
                <a:lnTo>
                  <a:pt x="3562" y="229611"/>
                </a:lnTo>
                <a:lnTo>
                  <a:pt x="8173" y="178990"/>
                </a:lnTo>
                <a:lnTo>
                  <a:pt x="15313" y="131448"/>
                </a:lnTo>
                <a:lnTo>
                  <a:pt x="25465" y="88703"/>
                </a:lnTo>
                <a:lnTo>
                  <a:pt x="39113" y="52469"/>
                </a:lnTo>
                <a:lnTo>
                  <a:pt x="78824" y="6401"/>
                </a:lnTo>
                <a:lnTo>
                  <a:pt x="105852" y="0"/>
                </a:lnTo>
                <a:lnTo>
                  <a:pt x="130930" y="7591"/>
                </a:lnTo>
                <a:lnTo>
                  <a:pt x="170495" y="61618"/>
                </a:lnTo>
                <a:lnTo>
                  <a:pt x="185578" y="103583"/>
                </a:lnTo>
                <a:lnTo>
                  <a:pt x="197925" y="152535"/>
                </a:lnTo>
                <a:lnTo>
                  <a:pt x="207835" y="206239"/>
                </a:lnTo>
                <a:lnTo>
                  <a:pt x="215605" y="262461"/>
                </a:lnTo>
                <a:lnTo>
                  <a:pt x="221535" y="318964"/>
                </a:lnTo>
                <a:lnTo>
                  <a:pt x="225922" y="373514"/>
                </a:lnTo>
                <a:lnTo>
                  <a:pt x="229063" y="423875"/>
                </a:lnTo>
                <a:lnTo>
                  <a:pt x="231259" y="46781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8842640" y="4562514"/>
            <a:ext cx="494665" cy="265430"/>
          </a:xfrm>
          <a:custGeom>
            <a:avLst/>
            <a:gdLst/>
            <a:ahLst/>
            <a:cxnLst/>
            <a:rect l="l" t="t" r="r" b="b"/>
            <a:pathLst>
              <a:path w="494665" h="265429">
                <a:moveTo>
                  <a:pt x="0" y="0"/>
                </a:moveTo>
                <a:lnTo>
                  <a:pt x="28918" y="37526"/>
                </a:lnTo>
                <a:lnTo>
                  <a:pt x="59081" y="73884"/>
                </a:lnTo>
                <a:lnTo>
                  <a:pt x="90899" y="108329"/>
                </a:lnTo>
                <a:lnTo>
                  <a:pt x="124784" y="140116"/>
                </a:lnTo>
                <a:lnTo>
                  <a:pt x="161146" y="168498"/>
                </a:lnTo>
                <a:lnTo>
                  <a:pt x="200397" y="192730"/>
                </a:lnTo>
                <a:lnTo>
                  <a:pt x="245826" y="214344"/>
                </a:lnTo>
                <a:lnTo>
                  <a:pt x="293031" y="231704"/>
                </a:lnTo>
                <a:lnTo>
                  <a:pt x="341746" y="245140"/>
                </a:lnTo>
                <a:lnTo>
                  <a:pt x="391705" y="254984"/>
                </a:lnTo>
                <a:lnTo>
                  <a:pt x="442643" y="261569"/>
                </a:lnTo>
                <a:lnTo>
                  <a:pt x="494294" y="26522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9772675" y="4547240"/>
            <a:ext cx="494665" cy="265430"/>
          </a:xfrm>
          <a:custGeom>
            <a:avLst/>
            <a:gdLst/>
            <a:ahLst/>
            <a:cxnLst/>
            <a:rect l="l" t="t" r="r" b="b"/>
            <a:pathLst>
              <a:path w="494665" h="265429">
                <a:moveTo>
                  <a:pt x="494297" y="0"/>
                </a:moveTo>
                <a:lnTo>
                  <a:pt x="465378" y="37526"/>
                </a:lnTo>
                <a:lnTo>
                  <a:pt x="435215" y="73884"/>
                </a:lnTo>
                <a:lnTo>
                  <a:pt x="403396" y="108329"/>
                </a:lnTo>
                <a:lnTo>
                  <a:pt x="369512" y="140115"/>
                </a:lnTo>
                <a:lnTo>
                  <a:pt x="333150" y="168497"/>
                </a:lnTo>
                <a:lnTo>
                  <a:pt x="293899" y="192728"/>
                </a:lnTo>
                <a:lnTo>
                  <a:pt x="248469" y="214344"/>
                </a:lnTo>
                <a:lnTo>
                  <a:pt x="201263" y="231703"/>
                </a:lnTo>
                <a:lnTo>
                  <a:pt x="152548" y="245139"/>
                </a:lnTo>
                <a:lnTo>
                  <a:pt x="102588" y="254983"/>
                </a:lnTo>
                <a:lnTo>
                  <a:pt x="51650" y="261568"/>
                </a:lnTo>
                <a:lnTo>
                  <a:pt x="0" y="26522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435711" y="4246967"/>
            <a:ext cx="241391" cy="2413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961405" y="4246967"/>
            <a:ext cx="241391" cy="2413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785163" y="4825386"/>
            <a:ext cx="66040" cy="264795"/>
          </a:xfrm>
          <a:custGeom>
            <a:avLst/>
            <a:gdLst/>
            <a:ahLst/>
            <a:cxnLst/>
            <a:rect l="l" t="t" r="r" b="b"/>
            <a:pathLst>
              <a:path w="66040" h="264795">
                <a:moveTo>
                  <a:pt x="32727" y="0"/>
                </a:moveTo>
                <a:lnTo>
                  <a:pt x="20018" y="2582"/>
                </a:lnTo>
                <a:lnTo>
                  <a:pt x="9612" y="9613"/>
                </a:lnTo>
                <a:lnTo>
                  <a:pt x="2581" y="20020"/>
                </a:lnTo>
                <a:lnTo>
                  <a:pt x="0" y="32727"/>
                </a:lnTo>
                <a:lnTo>
                  <a:pt x="0" y="231955"/>
                </a:lnTo>
                <a:lnTo>
                  <a:pt x="2581" y="244662"/>
                </a:lnTo>
                <a:lnTo>
                  <a:pt x="9612" y="255067"/>
                </a:lnTo>
                <a:lnTo>
                  <a:pt x="20018" y="262097"/>
                </a:lnTo>
                <a:lnTo>
                  <a:pt x="32731" y="264679"/>
                </a:lnTo>
                <a:lnTo>
                  <a:pt x="45439" y="262097"/>
                </a:lnTo>
                <a:lnTo>
                  <a:pt x="55845" y="255067"/>
                </a:lnTo>
                <a:lnTo>
                  <a:pt x="62877" y="244662"/>
                </a:lnTo>
                <a:lnTo>
                  <a:pt x="65459" y="231955"/>
                </a:lnTo>
                <a:lnTo>
                  <a:pt x="65459" y="32727"/>
                </a:lnTo>
                <a:lnTo>
                  <a:pt x="62877" y="20020"/>
                </a:lnTo>
                <a:lnTo>
                  <a:pt x="55845" y="9613"/>
                </a:lnTo>
                <a:lnTo>
                  <a:pt x="45439" y="2582"/>
                </a:lnTo>
                <a:lnTo>
                  <a:pt x="3272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677103" y="4367381"/>
            <a:ext cx="140970" cy="458470"/>
          </a:xfrm>
          <a:custGeom>
            <a:avLst/>
            <a:gdLst/>
            <a:ahLst/>
            <a:cxnLst/>
            <a:rect l="l" t="t" r="r" b="b"/>
            <a:pathLst>
              <a:path w="140970" h="458470">
                <a:moveTo>
                  <a:pt x="0" y="283"/>
                </a:moveTo>
                <a:lnTo>
                  <a:pt x="14078" y="0"/>
                </a:lnTo>
                <a:lnTo>
                  <a:pt x="28855" y="147"/>
                </a:lnTo>
                <a:lnTo>
                  <a:pt x="43991" y="2221"/>
                </a:lnTo>
                <a:lnTo>
                  <a:pt x="88180" y="34961"/>
                </a:lnTo>
                <a:lnTo>
                  <a:pt x="113243" y="93844"/>
                </a:lnTo>
                <a:lnTo>
                  <a:pt x="123441" y="138890"/>
                </a:lnTo>
                <a:lnTo>
                  <a:pt x="131633" y="196333"/>
                </a:lnTo>
                <a:lnTo>
                  <a:pt x="137480" y="267670"/>
                </a:lnTo>
                <a:lnTo>
                  <a:pt x="140646" y="354395"/>
                </a:lnTo>
                <a:lnTo>
                  <a:pt x="140792" y="45800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818564" y="4367381"/>
            <a:ext cx="140970" cy="458470"/>
          </a:xfrm>
          <a:custGeom>
            <a:avLst/>
            <a:gdLst/>
            <a:ahLst/>
            <a:cxnLst/>
            <a:rect l="l" t="t" r="r" b="b"/>
            <a:pathLst>
              <a:path w="140970" h="458470">
                <a:moveTo>
                  <a:pt x="140796" y="283"/>
                </a:moveTo>
                <a:lnTo>
                  <a:pt x="126716" y="0"/>
                </a:lnTo>
                <a:lnTo>
                  <a:pt x="111939" y="147"/>
                </a:lnTo>
                <a:lnTo>
                  <a:pt x="96802" y="2221"/>
                </a:lnTo>
                <a:lnTo>
                  <a:pt x="52612" y="34961"/>
                </a:lnTo>
                <a:lnTo>
                  <a:pt x="27549" y="93844"/>
                </a:lnTo>
                <a:lnTo>
                  <a:pt x="17351" y="138890"/>
                </a:lnTo>
                <a:lnTo>
                  <a:pt x="9159" y="196333"/>
                </a:lnTo>
                <a:lnTo>
                  <a:pt x="3311" y="267670"/>
                </a:lnTo>
                <a:lnTo>
                  <a:pt x="145" y="354395"/>
                </a:lnTo>
                <a:lnTo>
                  <a:pt x="0" y="45800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/>
          <p:nvPr/>
        </p:nvSpPr>
        <p:spPr>
          <a:xfrm>
            <a:off x="2589674" y="7865489"/>
            <a:ext cx="40068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2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7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2113255" y="7865489"/>
            <a:ext cx="46990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8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087" y="2063"/>
            <a:ext cx="15120619" cy="8640445"/>
          </a:xfrm>
          <a:custGeom>
            <a:avLst/>
            <a:gdLst/>
            <a:ahLst/>
            <a:cxnLst/>
            <a:rect l="l" t="t" r="r" b="b"/>
            <a:pathLst>
              <a:path w="15120619" h="8640445">
                <a:moveTo>
                  <a:pt x="0" y="0"/>
                </a:moveTo>
                <a:lnTo>
                  <a:pt x="15120000" y="0"/>
                </a:lnTo>
                <a:lnTo>
                  <a:pt x="15120000" y="8639999"/>
                </a:lnTo>
                <a:lnTo>
                  <a:pt x="0" y="8639999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332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17497" y="2399385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8008"/>
                </a:lnTo>
                <a:lnTo>
                  <a:pt x="0" y="4978008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94286" y="637233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低频电刺激可促进产后⾎液循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帮助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疏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94266" y="6599764"/>
            <a:ext cx="2654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通⽓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提⾼新陈代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缓解⽔肿的现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7497" y="5664844"/>
            <a:ext cx="324993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37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贴于下⾝⽔肿的部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08130" y="564965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18107" y="599850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92915" y="6012932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618107" y="441756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691036" y="4432061"/>
            <a:ext cx="1872614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b="0" spc="-3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16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1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，10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0021" y="3276162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590765" y="2907191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692307" y="2921543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03334" y="5438769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3334" y="3875067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47828" y="2399198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6009" y="5939026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⽤低频神经肌⾁电刺激治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通过对下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肢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5981" y="616646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肌⾁的被动训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练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增强肌⾁泵的作⽤促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953" y="6393894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回⼼⾎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量</a:t>
            </a:r>
            <a:r>
              <a:rPr sz="1100" spc="-5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通过直接作⽤在下肢⾎管中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5921" y="6621325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壁平滑肌细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胞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促进平滑肌收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静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888" y="6848759"/>
            <a:ext cx="1626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脉瓣及⾎管壁⽣理功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7828" y="5664844"/>
            <a:ext cx="3249930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04165">
              <a:lnSpc>
                <a:spcPct val="100000"/>
              </a:lnSpc>
              <a:spcBef>
                <a:spcPts val="137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⼀组左侧腹股沟下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缘</a:t>
            </a:r>
            <a:r>
              <a:rPr sz="1200" b="0" spc="-7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</a:t>
            </a:r>
            <a:r>
              <a:rPr sz="1200" b="0" spc="-17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—</a:t>
            </a:r>
            <a:r>
              <a:rPr sz="1200" b="0" spc="-114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3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横指处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04165">
              <a:lnSpc>
                <a:spcPct val="100000"/>
              </a:lnSpc>
              <a:spcBef>
                <a:spcPts val="535"/>
              </a:spcBef>
            </a:pP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⼀组右侧腹股沟下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缘</a:t>
            </a:r>
            <a:r>
              <a:rPr sz="1200" b="0" spc="-7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2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〜</a:t>
            </a:r>
            <a:r>
              <a:rPr sz="1200" b="0" spc="-114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3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横指处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；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04165" marR="233045">
              <a:lnSpc>
                <a:spcPct val="135000"/>
              </a:lnSpc>
            </a:pP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左⼩腿曲张⾎管⾛⾏处，上下各⼀⽚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； 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右⼩腿曲张⾎管⾛⾏处，上下各⼀⽚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；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29661" y="5649657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9828" y="556520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4637" y="557962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9828" y="41464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61742" y="3135393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⻓⽅形电极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2486" y="276642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64028" y="278077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2758" y="4160991"/>
            <a:ext cx="25939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-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1-2</a:t>
            </a:r>
            <a:r>
              <a:rPr sz="1100" b="0" spc="-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次/</a:t>
            </a:r>
            <a:r>
              <a:rPr sz="1100" b="0" spc="-3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天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24765">
              <a:lnSpc>
                <a:spcPct val="100000"/>
              </a:lnSpc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1399" y="3673261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07588" y="1392714"/>
            <a:ext cx="36258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静脉曲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张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403736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435035" y="1597845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9780804" y="1401977"/>
            <a:ext cx="42633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产后⽔肿护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4151247" y="1605203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8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5007095" y="2759810"/>
            <a:ext cx="130810" cy="2576195"/>
          </a:xfrm>
          <a:custGeom>
            <a:avLst/>
            <a:gdLst/>
            <a:ahLst/>
            <a:cxnLst/>
            <a:rect l="l" t="t" r="r" b="b"/>
            <a:pathLst>
              <a:path w="130810" h="2576195">
                <a:moveTo>
                  <a:pt x="130669" y="0"/>
                </a:moveTo>
                <a:lnTo>
                  <a:pt x="110251" y="65711"/>
                </a:lnTo>
                <a:lnTo>
                  <a:pt x="65334" y="234260"/>
                </a:lnTo>
                <a:lnTo>
                  <a:pt x="20417" y="462773"/>
                </a:lnTo>
                <a:lnTo>
                  <a:pt x="0" y="708372"/>
                </a:lnTo>
                <a:lnTo>
                  <a:pt x="1042" y="768824"/>
                </a:lnTo>
                <a:lnTo>
                  <a:pt x="3989" y="829951"/>
                </a:lnTo>
                <a:lnTo>
                  <a:pt x="8568" y="891300"/>
                </a:lnTo>
                <a:lnTo>
                  <a:pt x="14507" y="952418"/>
                </a:lnTo>
                <a:lnTo>
                  <a:pt x="21534" y="1012851"/>
                </a:lnTo>
                <a:lnTo>
                  <a:pt x="29377" y="1072146"/>
                </a:lnTo>
                <a:lnTo>
                  <a:pt x="37765" y="1129850"/>
                </a:lnTo>
                <a:lnTo>
                  <a:pt x="46424" y="1185508"/>
                </a:lnTo>
                <a:lnTo>
                  <a:pt x="55083" y="1238668"/>
                </a:lnTo>
                <a:lnTo>
                  <a:pt x="63470" y="1288877"/>
                </a:lnTo>
                <a:lnTo>
                  <a:pt x="71313" y="1335680"/>
                </a:lnTo>
                <a:lnTo>
                  <a:pt x="78340" y="1378624"/>
                </a:lnTo>
                <a:lnTo>
                  <a:pt x="84279" y="1417256"/>
                </a:lnTo>
                <a:lnTo>
                  <a:pt x="88858" y="1451122"/>
                </a:lnTo>
                <a:lnTo>
                  <a:pt x="91805" y="1479770"/>
                </a:lnTo>
                <a:lnTo>
                  <a:pt x="92848" y="1502745"/>
                </a:lnTo>
                <a:lnTo>
                  <a:pt x="92220" y="1518124"/>
                </a:lnTo>
                <a:lnTo>
                  <a:pt x="90468" y="1535327"/>
                </a:lnTo>
                <a:lnTo>
                  <a:pt x="87790" y="1554556"/>
                </a:lnTo>
                <a:lnTo>
                  <a:pt x="84384" y="1576016"/>
                </a:lnTo>
                <a:lnTo>
                  <a:pt x="80446" y="1599908"/>
                </a:lnTo>
                <a:lnTo>
                  <a:pt x="76176" y="1626438"/>
                </a:lnTo>
                <a:lnTo>
                  <a:pt x="67425" y="1688223"/>
                </a:lnTo>
                <a:lnTo>
                  <a:pt x="59712" y="1762998"/>
                </a:lnTo>
                <a:lnTo>
                  <a:pt x="56740" y="1805765"/>
                </a:lnTo>
                <a:lnTo>
                  <a:pt x="54620" y="1852390"/>
                </a:lnTo>
                <a:lnTo>
                  <a:pt x="53550" y="1903077"/>
                </a:lnTo>
                <a:lnTo>
                  <a:pt x="53728" y="1958028"/>
                </a:lnTo>
                <a:lnTo>
                  <a:pt x="55351" y="2017448"/>
                </a:lnTo>
                <a:lnTo>
                  <a:pt x="58618" y="2081539"/>
                </a:lnTo>
                <a:lnTo>
                  <a:pt x="63726" y="2150506"/>
                </a:lnTo>
                <a:lnTo>
                  <a:pt x="70871" y="2224552"/>
                </a:lnTo>
                <a:lnTo>
                  <a:pt x="80254" y="2303879"/>
                </a:lnTo>
                <a:lnTo>
                  <a:pt x="92069" y="2388693"/>
                </a:lnTo>
                <a:lnTo>
                  <a:pt x="106517" y="2479196"/>
                </a:lnTo>
                <a:lnTo>
                  <a:pt x="123793" y="257559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007755" y="2759810"/>
            <a:ext cx="130810" cy="2576195"/>
          </a:xfrm>
          <a:custGeom>
            <a:avLst/>
            <a:gdLst/>
            <a:ahLst/>
            <a:cxnLst/>
            <a:rect l="l" t="t" r="r" b="b"/>
            <a:pathLst>
              <a:path w="130810" h="2576195">
                <a:moveTo>
                  <a:pt x="0" y="0"/>
                </a:moveTo>
                <a:lnTo>
                  <a:pt x="20417" y="65711"/>
                </a:lnTo>
                <a:lnTo>
                  <a:pt x="65336" y="234260"/>
                </a:lnTo>
                <a:lnTo>
                  <a:pt x="110255" y="462773"/>
                </a:lnTo>
                <a:lnTo>
                  <a:pt x="130672" y="708372"/>
                </a:lnTo>
                <a:lnTo>
                  <a:pt x="129630" y="768824"/>
                </a:lnTo>
                <a:lnTo>
                  <a:pt x="126683" y="829951"/>
                </a:lnTo>
                <a:lnTo>
                  <a:pt x="122104" y="891300"/>
                </a:lnTo>
                <a:lnTo>
                  <a:pt x="116165" y="952418"/>
                </a:lnTo>
                <a:lnTo>
                  <a:pt x="109138" y="1012851"/>
                </a:lnTo>
                <a:lnTo>
                  <a:pt x="101295" y="1072146"/>
                </a:lnTo>
                <a:lnTo>
                  <a:pt x="92908" y="1129850"/>
                </a:lnTo>
                <a:lnTo>
                  <a:pt x="84249" y="1185508"/>
                </a:lnTo>
                <a:lnTo>
                  <a:pt x="75590" y="1238668"/>
                </a:lnTo>
                <a:lnTo>
                  <a:pt x="67203" y="1288877"/>
                </a:lnTo>
                <a:lnTo>
                  <a:pt x="59360" y="1335680"/>
                </a:lnTo>
                <a:lnTo>
                  <a:pt x="52333" y="1378624"/>
                </a:lnTo>
                <a:lnTo>
                  <a:pt x="46394" y="1417256"/>
                </a:lnTo>
                <a:lnTo>
                  <a:pt x="41815" y="1451122"/>
                </a:lnTo>
                <a:lnTo>
                  <a:pt x="38868" y="1479770"/>
                </a:lnTo>
                <a:lnTo>
                  <a:pt x="37825" y="1502745"/>
                </a:lnTo>
                <a:lnTo>
                  <a:pt x="38453" y="1518124"/>
                </a:lnTo>
                <a:lnTo>
                  <a:pt x="40205" y="1535327"/>
                </a:lnTo>
                <a:lnTo>
                  <a:pt x="42883" y="1554556"/>
                </a:lnTo>
                <a:lnTo>
                  <a:pt x="46289" y="1576016"/>
                </a:lnTo>
                <a:lnTo>
                  <a:pt x="50227" y="1599908"/>
                </a:lnTo>
                <a:lnTo>
                  <a:pt x="54497" y="1626438"/>
                </a:lnTo>
                <a:lnTo>
                  <a:pt x="63248" y="1688223"/>
                </a:lnTo>
                <a:lnTo>
                  <a:pt x="70960" y="1762998"/>
                </a:lnTo>
                <a:lnTo>
                  <a:pt x="73933" y="1805765"/>
                </a:lnTo>
                <a:lnTo>
                  <a:pt x="76053" y="1852390"/>
                </a:lnTo>
                <a:lnTo>
                  <a:pt x="77123" y="1903077"/>
                </a:lnTo>
                <a:lnTo>
                  <a:pt x="76944" y="1958028"/>
                </a:lnTo>
                <a:lnTo>
                  <a:pt x="75321" y="2017448"/>
                </a:lnTo>
                <a:lnTo>
                  <a:pt x="72054" y="2081539"/>
                </a:lnTo>
                <a:lnTo>
                  <a:pt x="66947" y="2150506"/>
                </a:lnTo>
                <a:lnTo>
                  <a:pt x="59800" y="2224552"/>
                </a:lnTo>
                <a:lnTo>
                  <a:pt x="50418" y="2303879"/>
                </a:lnTo>
                <a:lnTo>
                  <a:pt x="38603" y="2388693"/>
                </a:lnTo>
                <a:lnTo>
                  <a:pt x="24155" y="2479196"/>
                </a:lnTo>
                <a:lnTo>
                  <a:pt x="6879" y="257559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130882" y="3193074"/>
            <a:ext cx="440690" cy="107950"/>
          </a:xfrm>
          <a:custGeom>
            <a:avLst/>
            <a:gdLst/>
            <a:ahLst/>
            <a:cxnLst/>
            <a:rect l="l" t="t" r="r" b="b"/>
            <a:pathLst>
              <a:path w="440689" h="107950">
                <a:moveTo>
                  <a:pt x="0" y="0"/>
                </a:moveTo>
                <a:lnTo>
                  <a:pt x="47980" y="32775"/>
                </a:lnTo>
                <a:lnTo>
                  <a:pt x="164626" y="89407"/>
                </a:lnTo>
                <a:lnTo>
                  <a:pt x="308998" y="107353"/>
                </a:lnTo>
                <a:lnTo>
                  <a:pt x="440154" y="2407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571036" y="3193074"/>
            <a:ext cx="440690" cy="107950"/>
          </a:xfrm>
          <a:custGeom>
            <a:avLst/>
            <a:gdLst/>
            <a:ahLst/>
            <a:cxnLst/>
            <a:rect l="l" t="t" r="r" b="b"/>
            <a:pathLst>
              <a:path w="440689" h="107950">
                <a:moveTo>
                  <a:pt x="440152" y="0"/>
                </a:moveTo>
                <a:lnTo>
                  <a:pt x="392172" y="32775"/>
                </a:lnTo>
                <a:lnTo>
                  <a:pt x="275526" y="89407"/>
                </a:lnTo>
                <a:lnTo>
                  <a:pt x="131154" y="107353"/>
                </a:lnTo>
                <a:lnTo>
                  <a:pt x="0" y="2407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571036" y="3058967"/>
            <a:ext cx="0" cy="158750"/>
          </a:xfrm>
          <a:custGeom>
            <a:avLst/>
            <a:gdLst/>
            <a:ahLst/>
            <a:cxnLst/>
            <a:rect l="l" t="t" r="r" b="b"/>
            <a:pathLst>
              <a:path h="158750">
                <a:moveTo>
                  <a:pt x="0" y="158179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589999" y="3262449"/>
            <a:ext cx="191135" cy="2076450"/>
          </a:xfrm>
          <a:custGeom>
            <a:avLst/>
            <a:gdLst/>
            <a:ahLst/>
            <a:cxnLst/>
            <a:rect l="l" t="t" r="r" b="b"/>
            <a:pathLst>
              <a:path w="191135" h="2076450">
                <a:moveTo>
                  <a:pt x="190797" y="2076380"/>
                </a:moveTo>
                <a:lnTo>
                  <a:pt x="175109" y="2000406"/>
                </a:lnTo>
                <a:lnTo>
                  <a:pt x="140078" y="1821917"/>
                </a:lnTo>
                <a:lnTo>
                  <a:pt x="103757" y="1615058"/>
                </a:lnTo>
                <a:lnTo>
                  <a:pt x="84201" y="1453976"/>
                </a:lnTo>
                <a:lnTo>
                  <a:pt x="84069" y="1393194"/>
                </a:lnTo>
                <a:lnTo>
                  <a:pt x="88428" y="1339643"/>
                </a:lnTo>
                <a:lnTo>
                  <a:pt x="95565" y="1291977"/>
                </a:lnTo>
                <a:lnTo>
                  <a:pt x="103770" y="1248850"/>
                </a:lnTo>
                <a:lnTo>
                  <a:pt x="111329" y="1208918"/>
                </a:lnTo>
                <a:lnTo>
                  <a:pt x="116531" y="1170835"/>
                </a:lnTo>
                <a:lnTo>
                  <a:pt x="117663" y="1133255"/>
                </a:lnTo>
                <a:lnTo>
                  <a:pt x="115630" y="1109981"/>
                </a:lnTo>
                <a:lnTo>
                  <a:pt x="104611" y="1033974"/>
                </a:lnTo>
                <a:lnTo>
                  <a:pt x="96378" y="984184"/>
                </a:lnTo>
                <a:lnTo>
                  <a:pt x="86829" y="928495"/>
                </a:lnTo>
                <a:lnTo>
                  <a:pt x="76340" y="868380"/>
                </a:lnTo>
                <a:lnTo>
                  <a:pt x="65288" y="805308"/>
                </a:lnTo>
                <a:lnTo>
                  <a:pt x="54048" y="740751"/>
                </a:lnTo>
                <a:lnTo>
                  <a:pt x="42996" y="676178"/>
                </a:lnTo>
                <a:lnTo>
                  <a:pt x="32507" y="613061"/>
                </a:lnTo>
                <a:lnTo>
                  <a:pt x="22957" y="552870"/>
                </a:lnTo>
                <a:lnTo>
                  <a:pt x="14723" y="497076"/>
                </a:lnTo>
                <a:lnTo>
                  <a:pt x="8179" y="447150"/>
                </a:lnTo>
                <a:lnTo>
                  <a:pt x="3702" y="404562"/>
                </a:lnTo>
                <a:lnTo>
                  <a:pt x="445" y="309671"/>
                </a:lnTo>
                <a:lnTo>
                  <a:pt x="0" y="250460"/>
                </a:lnTo>
                <a:lnTo>
                  <a:pt x="741" y="193637"/>
                </a:lnTo>
                <a:lnTo>
                  <a:pt x="3080" y="139691"/>
                </a:lnTo>
                <a:lnTo>
                  <a:pt x="7428" y="89110"/>
                </a:lnTo>
                <a:lnTo>
                  <a:pt x="14195" y="42383"/>
                </a:lnTo>
                <a:lnTo>
                  <a:pt x="23794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41524" y="3274164"/>
            <a:ext cx="191770" cy="2065020"/>
          </a:xfrm>
          <a:custGeom>
            <a:avLst/>
            <a:gdLst/>
            <a:ahLst/>
            <a:cxnLst/>
            <a:rect l="l" t="t" r="r" b="b"/>
            <a:pathLst>
              <a:path w="191770" h="2065020">
                <a:moveTo>
                  <a:pt x="0" y="2064665"/>
                </a:moveTo>
                <a:lnTo>
                  <a:pt x="15688" y="1988692"/>
                </a:lnTo>
                <a:lnTo>
                  <a:pt x="50720" y="1810202"/>
                </a:lnTo>
                <a:lnTo>
                  <a:pt x="87041" y="1603343"/>
                </a:lnTo>
                <a:lnTo>
                  <a:pt x="106599" y="1442261"/>
                </a:lnTo>
                <a:lnTo>
                  <a:pt x="107001" y="1382087"/>
                </a:lnTo>
                <a:lnTo>
                  <a:pt x="103272" y="1329953"/>
                </a:lnTo>
                <a:lnTo>
                  <a:pt x="96855" y="1283907"/>
                </a:lnTo>
                <a:lnTo>
                  <a:pt x="89191" y="1241995"/>
                </a:lnTo>
                <a:lnTo>
                  <a:pt x="81722" y="1202266"/>
                </a:lnTo>
                <a:lnTo>
                  <a:pt x="75889" y="1162765"/>
                </a:lnTo>
                <a:lnTo>
                  <a:pt x="73134" y="1121540"/>
                </a:lnTo>
                <a:lnTo>
                  <a:pt x="74269" y="1096250"/>
                </a:lnTo>
                <a:lnTo>
                  <a:pt x="78094" y="1061205"/>
                </a:lnTo>
                <a:lnTo>
                  <a:pt x="84206" y="1017815"/>
                </a:lnTo>
                <a:lnTo>
                  <a:pt x="92201" y="967489"/>
                </a:lnTo>
                <a:lnTo>
                  <a:pt x="101677" y="911636"/>
                </a:lnTo>
                <a:lnTo>
                  <a:pt x="112230" y="851665"/>
                </a:lnTo>
                <a:lnTo>
                  <a:pt x="123456" y="788984"/>
                </a:lnTo>
                <a:lnTo>
                  <a:pt x="134952" y="725003"/>
                </a:lnTo>
                <a:lnTo>
                  <a:pt x="146316" y="661130"/>
                </a:lnTo>
                <a:lnTo>
                  <a:pt x="157144" y="598774"/>
                </a:lnTo>
                <a:lnTo>
                  <a:pt x="167033" y="539345"/>
                </a:lnTo>
                <a:lnTo>
                  <a:pt x="175579" y="484251"/>
                </a:lnTo>
                <a:lnTo>
                  <a:pt x="182379" y="434901"/>
                </a:lnTo>
                <a:lnTo>
                  <a:pt x="187030" y="392703"/>
                </a:lnTo>
                <a:lnTo>
                  <a:pt x="190522" y="298606"/>
                </a:lnTo>
                <a:lnTo>
                  <a:pt x="191407" y="241067"/>
                </a:lnTo>
                <a:lnTo>
                  <a:pt x="191266" y="186532"/>
                </a:lnTo>
                <a:lnTo>
                  <a:pt x="189581" y="135079"/>
                </a:lnTo>
                <a:lnTo>
                  <a:pt x="185834" y="86786"/>
                </a:lnTo>
                <a:lnTo>
                  <a:pt x="179506" y="41733"/>
                </a:lnTo>
                <a:lnTo>
                  <a:pt x="17007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135803" y="3349721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82" y="0"/>
                </a:moveTo>
                <a:lnTo>
                  <a:pt x="7447" y="0"/>
                </a:lnTo>
                <a:lnTo>
                  <a:pt x="0" y="7448"/>
                </a:lnTo>
                <a:lnTo>
                  <a:pt x="0" y="98981"/>
                </a:lnTo>
                <a:lnTo>
                  <a:pt x="7447" y="106429"/>
                </a:lnTo>
                <a:lnTo>
                  <a:pt x="233282" y="106429"/>
                </a:lnTo>
                <a:lnTo>
                  <a:pt x="240731" y="98981"/>
                </a:lnTo>
                <a:lnTo>
                  <a:pt x="240731" y="7448"/>
                </a:lnTo>
                <a:lnTo>
                  <a:pt x="23328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142491" y="3657943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79" y="0"/>
                </a:moveTo>
                <a:lnTo>
                  <a:pt x="7444" y="0"/>
                </a:lnTo>
                <a:lnTo>
                  <a:pt x="0" y="7448"/>
                </a:lnTo>
                <a:lnTo>
                  <a:pt x="0" y="98981"/>
                </a:lnTo>
                <a:lnTo>
                  <a:pt x="7444" y="106429"/>
                </a:lnTo>
                <a:lnTo>
                  <a:pt x="233279" y="106429"/>
                </a:lnTo>
                <a:lnTo>
                  <a:pt x="240728" y="98981"/>
                </a:lnTo>
                <a:lnTo>
                  <a:pt x="240728" y="7448"/>
                </a:lnTo>
                <a:lnTo>
                  <a:pt x="23327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673251" y="3875156"/>
            <a:ext cx="97189" cy="1043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655985" y="3401701"/>
            <a:ext cx="106045" cy="492125"/>
          </a:xfrm>
          <a:custGeom>
            <a:avLst/>
            <a:gdLst/>
            <a:ahLst/>
            <a:cxnLst/>
            <a:rect l="l" t="t" r="r" b="b"/>
            <a:pathLst>
              <a:path w="106045" h="492125">
                <a:moveTo>
                  <a:pt x="105619" y="0"/>
                </a:moveTo>
                <a:lnTo>
                  <a:pt x="65382" y="21470"/>
                </a:lnTo>
                <a:lnTo>
                  <a:pt x="32497" y="78684"/>
                </a:lnTo>
                <a:lnTo>
                  <a:pt x="19689" y="117985"/>
                </a:lnTo>
                <a:lnTo>
                  <a:pt x="9769" y="162973"/>
                </a:lnTo>
                <a:lnTo>
                  <a:pt x="3089" y="212563"/>
                </a:lnTo>
                <a:lnTo>
                  <a:pt x="0" y="265672"/>
                </a:lnTo>
                <a:lnTo>
                  <a:pt x="850" y="321217"/>
                </a:lnTo>
                <a:lnTo>
                  <a:pt x="5991" y="378114"/>
                </a:lnTo>
                <a:lnTo>
                  <a:pt x="15773" y="435281"/>
                </a:lnTo>
                <a:lnTo>
                  <a:pt x="30545" y="49163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679143" y="3719779"/>
            <a:ext cx="82550" cy="173990"/>
          </a:xfrm>
          <a:custGeom>
            <a:avLst/>
            <a:gdLst/>
            <a:ahLst/>
            <a:cxnLst/>
            <a:rect l="l" t="t" r="r" b="b"/>
            <a:pathLst>
              <a:path w="82550" h="173989">
                <a:moveTo>
                  <a:pt x="82461" y="0"/>
                </a:moveTo>
                <a:lnTo>
                  <a:pt x="49626" y="7184"/>
                </a:lnTo>
                <a:lnTo>
                  <a:pt x="23410" y="26963"/>
                </a:lnTo>
                <a:lnTo>
                  <a:pt x="6104" y="60506"/>
                </a:lnTo>
                <a:lnTo>
                  <a:pt x="0" y="108981"/>
                </a:lnTo>
                <a:lnTo>
                  <a:pt x="7387" y="17355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355842" y="3875156"/>
            <a:ext cx="97185" cy="1043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364676" y="3401701"/>
            <a:ext cx="106680" cy="489584"/>
          </a:xfrm>
          <a:custGeom>
            <a:avLst/>
            <a:gdLst/>
            <a:ahLst/>
            <a:cxnLst/>
            <a:rect l="l" t="t" r="r" b="b"/>
            <a:pathLst>
              <a:path w="106679" h="489585">
                <a:moveTo>
                  <a:pt x="0" y="0"/>
                </a:moveTo>
                <a:lnTo>
                  <a:pt x="40295" y="21294"/>
                </a:lnTo>
                <a:lnTo>
                  <a:pt x="73326" y="78066"/>
                </a:lnTo>
                <a:lnTo>
                  <a:pt x="86228" y="117089"/>
                </a:lnTo>
                <a:lnTo>
                  <a:pt x="96246" y="161781"/>
                </a:lnTo>
                <a:lnTo>
                  <a:pt x="103025" y="211076"/>
                </a:lnTo>
                <a:lnTo>
                  <a:pt x="106208" y="263906"/>
                </a:lnTo>
                <a:lnTo>
                  <a:pt x="105440" y="319206"/>
                </a:lnTo>
                <a:lnTo>
                  <a:pt x="100365" y="375907"/>
                </a:lnTo>
                <a:lnTo>
                  <a:pt x="90627" y="432945"/>
                </a:lnTo>
                <a:lnTo>
                  <a:pt x="75869" y="48925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364676" y="3719779"/>
            <a:ext cx="83185" cy="171450"/>
          </a:xfrm>
          <a:custGeom>
            <a:avLst/>
            <a:gdLst/>
            <a:ahLst/>
            <a:cxnLst/>
            <a:rect l="l" t="t" r="r" b="b"/>
            <a:pathLst>
              <a:path w="83185" h="171450">
                <a:moveTo>
                  <a:pt x="0" y="0"/>
                </a:moveTo>
                <a:lnTo>
                  <a:pt x="32916" y="6936"/>
                </a:lnTo>
                <a:lnTo>
                  <a:pt x="59329" y="26124"/>
                </a:lnTo>
                <a:lnTo>
                  <a:pt x="76871" y="58962"/>
                </a:lnTo>
                <a:lnTo>
                  <a:pt x="83174" y="106846"/>
                </a:lnTo>
                <a:lnTo>
                  <a:pt x="75869" y="17117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754920" y="3349721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79" y="0"/>
                </a:moveTo>
                <a:lnTo>
                  <a:pt x="7444" y="0"/>
                </a:lnTo>
                <a:lnTo>
                  <a:pt x="0" y="7448"/>
                </a:lnTo>
                <a:lnTo>
                  <a:pt x="0" y="98981"/>
                </a:lnTo>
                <a:lnTo>
                  <a:pt x="7444" y="106429"/>
                </a:lnTo>
                <a:lnTo>
                  <a:pt x="233279" y="106429"/>
                </a:lnTo>
                <a:lnTo>
                  <a:pt x="240728" y="98981"/>
                </a:lnTo>
                <a:lnTo>
                  <a:pt x="240728" y="7448"/>
                </a:lnTo>
                <a:lnTo>
                  <a:pt x="23327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761605" y="3657943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79" y="0"/>
                </a:moveTo>
                <a:lnTo>
                  <a:pt x="7444" y="0"/>
                </a:lnTo>
                <a:lnTo>
                  <a:pt x="0" y="7448"/>
                </a:lnTo>
                <a:lnTo>
                  <a:pt x="0" y="98981"/>
                </a:lnTo>
                <a:lnTo>
                  <a:pt x="7444" y="106429"/>
                </a:lnTo>
                <a:lnTo>
                  <a:pt x="233279" y="106429"/>
                </a:lnTo>
                <a:lnTo>
                  <a:pt x="240732" y="98981"/>
                </a:lnTo>
                <a:lnTo>
                  <a:pt x="240732" y="7448"/>
                </a:lnTo>
                <a:lnTo>
                  <a:pt x="23327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143421" y="4555591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79" y="0"/>
                </a:moveTo>
                <a:lnTo>
                  <a:pt x="7444" y="0"/>
                </a:lnTo>
                <a:lnTo>
                  <a:pt x="0" y="7448"/>
                </a:lnTo>
                <a:lnTo>
                  <a:pt x="0" y="98982"/>
                </a:lnTo>
                <a:lnTo>
                  <a:pt x="7444" y="106431"/>
                </a:lnTo>
                <a:lnTo>
                  <a:pt x="233279" y="106431"/>
                </a:lnTo>
                <a:lnTo>
                  <a:pt x="240731" y="98982"/>
                </a:lnTo>
                <a:lnTo>
                  <a:pt x="240731" y="7448"/>
                </a:lnTo>
                <a:lnTo>
                  <a:pt x="23327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150106" y="4859664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79" y="0"/>
                </a:moveTo>
                <a:lnTo>
                  <a:pt x="7444" y="0"/>
                </a:lnTo>
                <a:lnTo>
                  <a:pt x="0" y="7448"/>
                </a:lnTo>
                <a:lnTo>
                  <a:pt x="0" y="98982"/>
                </a:lnTo>
                <a:lnTo>
                  <a:pt x="7444" y="106431"/>
                </a:lnTo>
                <a:lnTo>
                  <a:pt x="233279" y="106431"/>
                </a:lnTo>
                <a:lnTo>
                  <a:pt x="240731" y="98982"/>
                </a:lnTo>
                <a:lnTo>
                  <a:pt x="240731" y="7448"/>
                </a:lnTo>
                <a:lnTo>
                  <a:pt x="23327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363456" y="5076878"/>
            <a:ext cx="97189" cy="104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372290" y="4607572"/>
            <a:ext cx="108585" cy="481330"/>
          </a:xfrm>
          <a:custGeom>
            <a:avLst/>
            <a:gdLst/>
            <a:ahLst/>
            <a:cxnLst/>
            <a:rect l="l" t="t" r="r" b="b"/>
            <a:pathLst>
              <a:path w="108585" h="481329">
                <a:moveTo>
                  <a:pt x="0" y="0"/>
                </a:moveTo>
                <a:lnTo>
                  <a:pt x="43900" y="24392"/>
                </a:lnTo>
                <a:lnTo>
                  <a:pt x="79218" y="89034"/>
                </a:lnTo>
                <a:lnTo>
                  <a:pt x="92438" y="133173"/>
                </a:lnTo>
                <a:lnTo>
                  <a:pt x="102047" y="183445"/>
                </a:lnTo>
                <a:lnTo>
                  <a:pt x="107556" y="238538"/>
                </a:lnTo>
                <a:lnTo>
                  <a:pt x="108476" y="297144"/>
                </a:lnTo>
                <a:lnTo>
                  <a:pt x="104320" y="357953"/>
                </a:lnTo>
                <a:lnTo>
                  <a:pt x="94598" y="419654"/>
                </a:lnTo>
                <a:lnTo>
                  <a:pt x="78822" y="48093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372290" y="4921502"/>
            <a:ext cx="85090" cy="165735"/>
          </a:xfrm>
          <a:custGeom>
            <a:avLst/>
            <a:gdLst/>
            <a:ahLst/>
            <a:cxnLst/>
            <a:rect l="l" t="t" r="r" b="b"/>
            <a:pathLst>
              <a:path w="85089" h="165735">
                <a:moveTo>
                  <a:pt x="0" y="0"/>
                </a:moveTo>
                <a:lnTo>
                  <a:pt x="33091" y="6368"/>
                </a:lnTo>
                <a:lnTo>
                  <a:pt x="59919" y="24204"/>
                </a:lnTo>
                <a:lnTo>
                  <a:pt x="77954" y="55427"/>
                </a:lnTo>
                <a:lnTo>
                  <a:pt x="84670" y="101959"/>
                </a:lnTo>
                <a:lnTo>
                  <a:pt x="77537" y="16572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759201" y="4555591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86" y="0"/>
                </a:moveTo>
                <a:lnTo>
                  <a:pt x="7451" y="0"/>
                </a:lnTo>
                <a:lnTo>
                  <a:pt x="0" y="7448"/>
                </a:lnTo>
                <a:lnTo>
                  <a:pt x="0" y="98982"/>
                </a:lnTo>
                <a:lnTo>
                  <a:pt x="7451" y="106431"/>
                </a:lnTo>
                <a:lnTo>
                  <a:pt x="233286" y="106431"/>
                </a:lnTo>
                <a:lnTo>
                  <a:pt x="240732" y="98982"/>
                </a:lnTo>
                <a:lnTo>
                  <a:pt x="240732" y="7448"/>
                </a:lnTo>
                <a:lnTo>
                  <a:pt x="23328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752515" y="4859664"/>
            <a:ext cx="241300" cy="106680"/>
          </a:xfrm>
          <a:custGeom>
            <a:avLst/>
            <a:gdLst/>
            <a:ahLst/>
            <a:cxnLst/>
            <a:rect l="l" t="t" r="r" b="b"/>
            <a:pathLst>
              <a:path w="241300" h="106679">
                <a:moveTo>
                  <a:pt x="233283" y="0"/>
                </a:moveTo>
                <a:lnTo>
                  <a:pt x="7448" y="0"/>
                </a:lnTo>
                <a:lnTo>
                  <a:pt x="0" y="7448"/>
                </a:lnTo>
                <a:lnTo>
                  <a:pt x="0" y="98982"/>
                </a:lnTo>
                <a:lnTo>
                  <a:pt x="7448" y="106431"/>
                </a:lnTo>
                <a:lnTo>
                  <a:pt x="233283" y="106431"/>
                </a:lnTo>
                <a:lnTo>
                  <a:pt x="240732" y="98982"/>
                </a:lnTo>
                <a:lnTo>
                  <a:pt x="240732" y="7448"/>
                </a:lnTo>
                <a:lnTo>
                  <a:pt x="23328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682707" y="5076878"/>
            <a:ext cx="97185" cy="1043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665398" y="4607572"/>
            <a:ext cx="106045" cy="487680"/>
          </a:xfrm>
          <a:custGeom>
            <a:avLst/>
            <a:gdLst/>
            <a:ahLst/>
            <a:cxnLst/>
            <a:rect l="l" t="t" r="r" b="b"/>
            <a:pathLst>
              <a:path w="106045" h="487679">
                <a:moveTo>
                  <a:pt x="105664" y="0"/>
                </a:moveTo>
                <a:lnTo>
                  <a:pt x="65421" y="21177"/>
                </a:lnTo>
                <a:lnTo>
                  <a:pt x="32526" y="77656"/>
                </a:lnTo>
                <a:lnTo>
                  <a:pt x="19711" y="116495"/>
                </a:lnTo>
                <a:lnTo>
                  <a:pt x="9784" y="160992"/>
                </a:lnTo>
                <a:lnTo>
                  <a:pt x="3097" y="210091"/>
                </a:lnTo>
                <a:lnTo>
                  <a:pt x="0" y="262737"/>
                </a:lnTo>
                <a:lnTo>
                  <a:pt x="843" y="317874"/>
                </a:lnTo>
                <a:lnTo>
                  <a:pt x="5979" y="374446"/>
                </a:lnTo>
                <a:lnTo>
                  <a:pt x="15757" y="431398"/>
                </a:lnTo>
                <a:lnTo>
                  <a:pt x="30528" y="48767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688525" y="4921502"/>
            <a:ext cx="82550" cy="169545"/>
          </a:xfrm>
          <a:custGeom>
            <a:avLst/>
            <a:gdLst/>
            <a:ahLst/>
            <a:cxnLst/>
            <a:rect l="l" t="t" r="r" b="b"/>
            <a:pathLst>
              <a:path w="82550" h="169545">
                <a:moveTo>
                  <a:pt x="82537" y="0"/>
                </a:moveTo>
                <a:lnTo>
                  <a:pt x="49693" y="6729"/>
                </a:lnTo>
                <a:lnTo>
                  <a:pt x="23456" y="25426"/>
                </a:lnTo>
                <a:lnTo>
                  <a:pt x="6125" y="57676"/>
                </a:lnTo>
                <a:lnTo>
                  <a:pt x="0" y="105069"/>
                </a:lnTo>
                <a:lnTo>
                  <a:pt x="7380" y="16919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9152643" y="3185092"/>
            <a:ext cx="300355" cy="130175"/>
          </a:xfrm>
          <a:custGeom>
            <a:avLst/>
            <a:gdLst/>
            <a:ahLst/>
            <a:cxnLst/>
            <a:rect l="l" t="t" r="r" b="b"/>
            <a:pathLst>
              <a:path w="300354" h="130175">
                <a:moveTo>
                  <a:pt x="0" y="0"/>
                </a:moveTo>
                <a:lnTo>
                  <a:pt x="24591" y="20412"/>
                </a:lnTo>
                <a:lnTo>
                  <a:pt x="90597" y="65279"/>
                </a:lnTo>
                <a:lnTo>
                  <a:pt x="186365" y="110041"/>
                </a:lnTo>
                <a:lnTo>
                  <a:pt x="300243" y="13014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606750" y="3183055"/>
            <a:ext cx="342265" cy="132715"/>
          </a:xfrm>
          <a:custGeom>
            <a:avLst/>
            <a:gdLst/>
            <a:ahLst/>
            <a:cxnLst/>
            <a:rect l="l" t="t" r="r" b="b"/>
            <a:pathLst>
              <a:path w="342265" h="132714">
                <a:moveTo>
                  <a:pt x="342021" y="0"/>
                </a:moveTo>
                <a:lnTo>
                  <a:pt x="311700" y="20907"/>
                </a:lnTo>
                <a:lnTo>
                  <a:pt x="232663" y="66801"/>
                </a:lnTo>
                <a:lnTo>
                  <a:pt x="122800" y="112439"/>
                </a:lnTo>
                <a:lnTo>
                  <a:pt x="0" y="132577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9509319" y="2811773"/>
            <a:ext cx="98385" cy="91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8970472" y="2759810"/>
            <a:ext cx="133985" cy="2632075"/>
          </a:xfrm>
          <a:custGeom>
            <a:avLst/>
            <a:gdLst/>
            <a:ahLst/>
            <a:cxnLst/>
            <a:rect l="l" t="t" r="r" b="b"/>
            <a:pathLst>
              <a:path w="133984" h="2632075">
                <a:moveTo>
                  <a:pt x="133539" y="0"/>
                </a:moveTo>
                <a:lnTo>
                  <a:pt x="112673" y="67151"/>
                </a:lnTo>
                <a:lnTo>
                  <a:pt x="66769" y="239396"/>
                </a:lnTo>
                <a:lnTo>
                  <a:pt x="20865" y="472919"/>
                </a:lnTo>
                <a:lnTo>
                  <a:pt x="0" y="723902"/>
                </a:lnTo>
                <a:lnTo>
                  <a:pt x="1065" y="785679"/>
                </a:lnTo>
                <a:lnTo>
                  <a:pt x="4077" y="848146"/>
                </a:lnTo>
                <a:lnTo>
                  <a:pt x="8756" y="910841"/>
                </a:lnTo>
                <a:lnTo>
                  <a:pt x="14825" y="973299"/>
                </a:lnTo>
                <a:lnTo>
                  <a:pt x="22007" y="1035057"/>
                </a:lnTo>
                <a:lnTo>
                  <a:pt x="30022" y="1095652"/>
                </a:lnTo>
                <a:lnTo>
                  <a:pt x="38593" y="1154621"/>
                </a:lnTo>
                <a:lnTo>
                  <a:pt x="47442" y="1211500"/>
                </a:lnTo>
                <a:lnTo>
                  <a:pt x="56291" y="1265826"/>
                </a:lnTo>
                <a:lnTo>
                  <a:pt x="64863" y="1317135"/>
                </a:lnTo>
                <a:lnTo>
                  <a:pt x="72878" y="1364964"/>
                </a:lnTo>
                <a:lnTo>
                  <a:pt x="80059" y="1408850"/>
                </a:lnTo>
                <a:lnTo>
                  <a:pt x="86128" y="1448329"/>
                </a:lnTo>
                <a:lnTo>
                  <a:pt x="90808" y="1482938"/>
                </a:lnTo>
                <a:lnTo>
                  <a:pt x="93819" y="1512213"/>
                </a:lnTo>
                <a:lnTo>
                  <a:pt x="94885" y="1535691"/>
                </a:lnTo>
                <a:lnTo>
                  <a:pt x="94243" y="1551408"/>
                </a:lnTo>
                <a:lnTo>
                  <a:pt x="92453" y="1568989"/>
                </a:lnTo>
                <a:lnTo>
                  <a:pt x="89717" y="1588640"/>
                </a:lnTo>
                <a:lnTo>
                  <a:pt x="86236" y="1610570"/>
                </a:lnTo>
                <a:lnTo>
                  <a:pt x="82212" y="1634987"/>
                </a:lnTo>
                <a:lnTo>
                  <a:pt x="77847" y="1662099"/>
                </a:lnTo>
                <a:lnTo>
                  <a:pt x="68905" y="1725239"/>
                </a:lnTo>
                <a:lnTo>
                  <a:pt x="61023" y="1801654"/>
                </a:lnTo>
                <a:lnTo>
                  <a:pt x="57986" y="1845359"/>
                </a:lnTo>
                <a:lnTo>
                  <a:pt x="55819" y="1893006"/>
                </a:lnTo>
                <a:lnTo>
                  <a:pt x="54726" y="1944804"/>
                </a:lnTo>
                <a:lnTo>
                  <a:pt x="54908" y="2000961"/>
                </a:lnTo>
                <a:lnTo>
                  <a:pt x="56567" y="2061683"/>
                </a:lnTo>
                <a:lnTo>
                  <a:pt x="59905" y="2127180"/>
                </a:lnTo>
                <a:lnTo>
                  <a:pt x="65125" y="2197659"/>
                </a:lnTo>
                <a:lnTo>
                  <a:pt x="72427" y="2273328"/>
                </a:lnTo>
                <a:lnTo>
                  <a:pt x="82015" y="2354395"/>
                </a:lnTo>
                <a:lnTo>
                  <a:pt x="94090" y="2441068"/>
                </a:lnTo>
                <a:lnTo>
                  <a:pt x="108853" y="2533555"/>
                </a:lnTo>
                <a:lnTo>
                  <a:pt x="126508" y="263206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993075" y="2759810"/>
            <a:ext cx="133985" cy="2632075"/>
          </a:xfrm>
          <a:custGeom>
            <a:avLst/>
            <a:gdLst/>
            <a:ahLst/>
            <a:cxnLst/>
            <a:rect l="l" t="t" r="r" b="b"/>
            <a:pathLst>
              <a:path w="133984" h="2632075">
                <a:moveTo>
                  <a:pt x="0" y="0"/>
                </a:moveTo>
                <a:lnTo>
                  <a:pt x="20864" y="67151"/>
                </a:lnTo>
                <a:lnTo>
                  <a:pt x="66767" y="239396"/>
                </a:lnTo>
                <a:lnTo>
                  <a:pt x="112669" y="472919"/>
                </a:lnTo>
                <a:lnTo>
                  <a:pt x="133534" y="723902"/>
                </a:lnTo>
                <a:lnTo>
                  <a:pt x="132468" y="785679"/>
                </a:lnTo>
                <a:lnTo>
                  <a:pt x="129457" y="848146"/>
                </a:lnTo>
                <a:lnTo>
                  <a:pt x="124777" y="910841"/>
                </a:lnTo>
                <a:lnTo>
                  <a:pt x="118708" y="973299"/>
                </a:lnTo>
                <a:lnTo>
                  <a:pt x="111527" y="1035057"/>
                </a:lnTo>
                <a:lnTo>
                  <a:pt x="103512" y="1095652"/>
                </a:lnTo>
                <a:lnTo>
                  <a:pt x="94942" y="1154621"/>
                </a:lnTo>
                <a:lnTo>
                  <a:pt x="86093" y="1211500"/>
                </a:lnTo>
                <a:lnTo>
                  <a:pt x="77244" y="1265826"/>
                </a:lnTo>
                <a:lnTo>
                  <a:pt x="68673" y="1317135"/>
                </a:lnTo>
                <a:lnTo>
                  <a:pt x="60658" y="1364964"/>
                </a:lnTo>
                <a:lnTo>
                  <a:pt x="53477" y="1408850"/>
                </a:lnTo>
                <a:lnTo>
                  <a:pt x="47408" y="1448329"/>
                </a:lnTo>
                <a:lnTo>
                  <a:pt x="42729" y="1482938"/>
                </a:lnTo>
                <a:lnTo>
                  <a:pt x="39718" y="1512213"/>
                </a:lnTo>
                <a:lnTo>
                  <a:pt x="38652" y="1535691"/>
                </a:lnTo>
                <a:lnTo>
                  <a:pt x="39294" y="1551408"/>
                </a:lnTo>
                <a:lnTo>
                  <a:pt x="41084" y="1568989"/>
                </a:lnTo>
                <a:lnTo>
                  <a:pt x="43820" y="1588640"/>
                </a:lnTo>
                <a:lnTo>
                  <a:pt x="47301" y="1610570"/>
                </a:lnTo>
                <a:lnTo>
                  <a:pt x="51325" y="1634987"/>
                </a:lnTo>
                <a:lnTo>
                  <a:pt x="55690" y="1662099"/>
                </a:lnTo>
                <a:lnTo>
                  <a:pt x="64632" y="1725239"/>
                </a:lnTo>
                <a:lnTo>
                  <a:pt x="72513" y="1801654"/>
                </a:lnTo>
                <a:lnTo>
                  <a:pt x="75551" y="1845359"/>
                </a:lnTo>
                <a:lnTo>
                  <a:pt x="77717" y="1893006"/>
                </a:lnTo>
                <a:lnTo>
                  <a:pt x="78811" y="1944804"/>
                </a:lnTo>
                <a:lnTo>
                  <a:pt x="78628" y="2000961"/>
                </a:lnTo>
                <a:lnTo>
                  <a:pt x="76969" y="2061683"/>
                </a:lnTo>
                <a:lnTo>
                  <a:pt x="73631" y="2127180"/>
                </a:lnTo>
                <a:lnTo>
                  <a:pt x="68411" y="2197659"/>
                </a:lnTo>
                <a:lnTo>
                  <a:pt x="61108" y="2273328"/>
                </a:lnTo>
                <a:lnTo>
                  <a:pt x="51520" y="2354395"/>
                </a:lnTo>
                <a:lnTo>
                  <a:pt x="39446" y="2441068"/>
                </a:lnTo>
                <a:lnTo>
                  <a:pt x="24681" y="2533555"/>
                </a:lnTo>
                <a:lnTo>
                  <a:pt x="7026" y="2632064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9566158" y="3408257"/>
            <a:ext cx="195580" cy="1987550"/>
          </a:xfrm>
          <a:custGeom>
            <a:avLst/>
            <a:gdLst/>
            <a:ahLst/>
            <a:cxnLst/>
            <a:rect l="l" t="t" r="r" b="b"/>
            <a:pathLst>
              <a:path w="195579" h="1987550">
                <a:moveTo>
                  <a:pt x="194982" y="1987120"/>
                </a:moveTo>
                <a:lnTo>
                  <a:pt x="178948" y="1914413"/>
                </a:lnTo>
                <a:lnTo>
                  <a:pt x="143148" y="1743596"/>
                </a:lnTo>
                <a:lnTo>
                  <a:pt x="106031" y="1545628"/>
                </a:lnTo>
                <a:lnTo>
                  <a:pt x="86045" y="1391469"/>
                </a:lnTo>
                <a:lnTo>
                  <a:pt x="84219" y="1336056"/>
                </a:lnTo>
                <a:lnTo>
                  <a:pt x="83746" y="1279338"/>
                </a:lnTo>
                <a:lnTo>
                  <a:pt x="84230" y="1222695"/>
                </a:lnTo>
                <a:lnTo>
                  <a:pt x="85275" y="1167506"/>
                </a:lnTo>
                <a:lnTo>
                  <a:pt x="86486" y="1115150"/>
                </a:lnTo>
                <a:lnTo>
                  <a:pt x="87465" y="1067006"/>
                </a:lnTo>
                <a:lnTo>
                  <a:pt x="87816" y="1024455"/>
                </a:lnTo>
                <a:lnTo>
                  <a:pt x="85072" y="963876"/>
                </a:lnTo>
                <a:lnTo>
                  <a:pt x="74587" y="885595"/>
                </a:lnTo>
                <a:lnTo>
                  <a:pt x="66992" y="835593"/>
                </a:lnTo>
                <a:lnTo>
                  <a:pt x="58375" y="780535"/>
                </a:lnTo>
                <a:lnTo>
                  <a:pt x="49143" y="722062"/>
                </a:lnTo>
                <a:lnTo>
                  <a:pt x="39707" y="661813"/>
                </a:lnTo>
                <a:lnTo>
                  <a:pt x="30476" y="601428"/>
                </a:lnTo>
                <a:lnTo>
                  <a:pt x="21858" y="542546"/>
                </a:lnTo>
                <a:lnTo>
                  <a:pt x="14262" y="486807"/>
                </a:lnTo>
                <a:lnTo>
                  <a:pt x="8099" y="435850"/>
                </a:lnTo>
                <a:lnTo>
                  <a:pt x="3777" y="391315"/>
                </a:lnTo>
                <a:lnTo>
                  <a:pt x="455" y="296358"/>
                </a:lnTo>
                <a:lnTo>
                  <a:pt x="0" y="239692"/>
                </a:lnTo>
                <a:lnTo>
                  <a:pt x="757" y="185312"/>
                </a:lnTo>
                <a:lnTo>
                  <a:pt x="3147" y="133685"/>
                </a:lnTo>
                <a:lnTo>
                  <a:pt x="7589" y="85279"/>
                </a:lnTo>
                <a:lnTo>
                  <a:pt x="14505" y="40561"/>
                </a:lnTo>
                <a:lnTo>
                  <a:pt x="24313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9312235" y="3419463"/>
            <a:ext cx="196215" cy="1976120"/>
          </a:xfrm>
          <a:custGeom>
            <a:avLst/>
            <a:gdLst/>
            <a:ahLst/>
            <a:cxnLst/>
            <a:rect l="l" t="t" r="r" b="b"/>
            <a:pathLst>
              <a:path w="196215" h="1976120">
                <a:moveTo>
                  <a:pt x="0" y="1975914"/>
                </a:moveTo>
                <a:lnTo>
                  <a:pt x="16033" y="1903206"/>
                </a:lnTo>
                <a:lnTo>
                  <a:pt x="51832" y="1732389"/>
                </a:lnTo>
                <a:lnTo>
                  <a:pt x="88949" y="1534421"/>
                </a:lnTo>
                <a:lnTo>
                  <a:pt x="108935" y="1380262"/>
                </a:lnTo>
                <a:lnTo>
                  <a:pt x="110664" y="1326095"/>
                </a:lnTo>
                <a:lnTo>
                  <a:pt x="110831" y="1272565"/>
                </a:lnTo>
                <a:lnTo>
                  <a:pt x="109821" y="1220232"/>
                </a:lnTo>
                <a:lnTo>
                  <a:pt x="108016" y="1169654"/>
                </a:lnTo>
                <a:lnTo>
                  <a:pt x="105800" y="1121391"/>
                </a:lnTo>
                <a:lnTo>
                  <a:pt x="103554" y="1075999"/>
                </a:lnTo>
                <a:lnTo>
                  <a:pt x="101662" y="1034039"/>
                </a:lnTo>
                <a:lnTo>
                  <a:pt x="101667" y="968582"/>
                </a:lnTo>
                <a:lnTo>
                  <a:pt x="111897" y="885763"/>
                </a:lnTo>
                <a:lnTo>
                  <a:pt x="119983" y="833731"/>
                </a:lnTo>
                <a:lnTo>
                  <a:pt x="129394" y="776816"/>
                </a:lnTo>
                <a:lnTo>
                  <a:pt x="139636" y="716668"/>
                </a:lnTo>
                <a:lnTo>
                  <a:pt x="150218" y="654936"/>
                </a:lnTo>
                <a:lnTo>
                  <a:pt x="160648" y="593269"/>
                </a:lnTo>
                <a:lnTo>
                  <a:pt x="170433" y="533316"/>
                </a:lnTo>
                <a:lnTo>
                  <a:pt x="179080" y="476727"/>
                </a:lnTo>
                <a:lnTo>
                  <a:pt x="186098" y="425151"/>
                </a:lnTo>
                <a:lnTo>
                  <a:pt x="190994" y="380237"/>
                </a:lnTo>
                <a:lnTo>
                  <a:pt x="194699" y="285772"/>
                </a:lnTo>
                <a:lnTo>
                  <a:pt x="195604" y="230707"/>
                </a:lnTo>
                <a:lnTo>
                  <a:pt x="195461" y="178516"/>
                </a:lnTo>
                <a:lnTo>
                  <a:pt x="193739" y="129274"/>
                </a:lnTo>
                <a:lnTo>
                  <a:pt x="189909" y="83057"/>
                </a:lnTo>
                <a:lnTo>
                  <a:pt x="183442" y="39941"/>
                </a:lnTo>
                <a:lnTo>
                  <a:pt x="173807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9782471" y="4302316"/>
            <a:ext cx="185226" cy="1852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9810463" y="4810511"/>
            <a:ext cx="185223" cy="1852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0280581" y="4975812"/>
            <a:ext cx="44450" cy="179705"/>
          </a:xfrm>
          <a:custGeom>
            <a:avLst/>
            <a:gdLst/>
            <a:ahLst/>
            <a:cxnLst/>
            <a:rect l="l" t="t" r="r" b="b"/>
            <a:pathLst>
              <a:path w="44450" h="179704">
                <a:moveTo>
                  <a:pt x="22143" y="0"/>
                </a:moveTo>
                <a:lnTo>
                  <a:pt x="13544" y="1746"/>
                </a:lnTo>
                <a:lnTo>
                  <a:pt x="6503" y="6501"/>
                </a:lnTo>
                <a:lnTo>
                  <a:pt x="1746" y="13540"/>
                </a:lnTo>
                <a:lnTo>
                  <a:pt x="0" y="22139"/>
                </a:lnTo>
                <a:lnTo>
                  <a:pt x="0" y="156937"/>
                </a:lnTo>
                <a:lnTo>
                  <a:pt x="1746" y="165538"/>
                </a:lnTo>
                <a:lnTo>
                  <a:pt x="6503" y="172579"/>
                </a:lnTo>
                <a:lnTo>
                  <a:pt x="13544" y="177335"/>
                </a:lnTo>
                <a:lnTo>
                  <a:pt x="22147" y="179081"/>
                </a:lnTo>
                <a:lnTo>
                  <a:pt x="30746" y="177335"/>
                </a:lnTo>
                <a:lnTo>
                  <a:pt x="37786" y="172579"/>
                </a:lnTo>
                <a:lnTo>
                  <a:pt x="42543" y="165538"/>
                </a:lnTo>
                <a:lnTo>
                  <a:pt x="44289" y="156937"/>
                </a:lnTo>
                <a:lnTo>
                  <a:pt x="44289" y="22139"/>
                </a:lnTo>
                <a:lnTo>
                  <a:pt x="42543" y="13540"/>
                </a:lnTo>
                <a:lnTo>
                  <a:pt x="37786" y="6501"/>
                </a:lnTo>
                <a:lnTo>
                  <a:pt x="30746" y="1746"/>
                </a:lnTo>
                <a:lnTo>
                  <a:pt x="221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9967697" y="4390704"/>
            <a:ext cx="337820" cy="604520"/>
          </a:xfrm>
          <a:custGeom>
            <a:avLst/>
            <a:gdLst/>
            <a:ahLst/>
            <a:cxnLst/>
            <a:rect l="l" t="t" r="r" b="b"/>
            <a:pathLst>
              <a:path w="337820" h="604520">
                <a:moveTo>
                  <a:pt x="0" y="0"/>
                </a:moveTo>
                <a:lnTo>
                  <a:pt x="53479" y="3991"/>
                </a:lnTo>
                <a:lnTo>
                  <a:pt x="170758" y="60993"/>
                </a:lnTo>
                <a:lnTo>
                  <a:pt x="287099" y="238548"/>
                </a:lnTo>
                <a:lnTo>
                  <a:pt x="337766" y="60419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9979466" y="4904741"/>
            <a:ext cx="328295" cy="99060"/>
          </a:xfrm>
          <a:custGeom>
            <a:avLst/>
            <a:gdLst/>
            <a:ahLst/>
            <a:cxnLst/>
            <a:rect l="l" t="t" r="r" b="b"/>
            <a:pathLst>
              <a:path w="328295" h="99060">
                <a:moveTo>
                  <a:pt x="0" y="0"/>
                </a:moveTo>
                <a:lnTo>
                  <a:pt x="48435" y="2226"/>
                </a:lnTo>
                <a:lnTo>
                  <a:pt x="101468" y="5778"/>
                </a:lnTo>
                <a:lnTo>
                  <a:pt x="155739" y="11433"/>
                </a:lnTo>
                <a:lnTo>
                  <a:pt x="207889" y="19974"/>
                </a:lnTo>
                <a:lnTo>
                  <a:pt x="254562" y="32179"/>
                </a:lnTo>
                <a:lnTo>
                  <a:pt x="292397" y="48830"/>
                </a:lnTo>
                <a:lnTo>
                  <a:pt x="318037" y="70707"/>
                </a:lnTo>
                <a:lnTo>
                  <a:pt x="328124" y="985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9150043" y="4302316"/>
            <a:ext cx="185224" cy="1852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122050" y="4810511"/>
            <a:ext cx="185224" cy="1852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792866" y="4975812"/>
            <a:ext cx="44450" cy="179705"/>
          </a:xfrm>
          <a:custGeom>
            <a:avLst/>
            <a:gdLst/>
            <a:ahLst/>
            <a:cxnLst/>
            <a:rect l="l" t="t" r="r" b="b"/>
            <a:pathLst>
              <a:path w="44450" h="179704">
                <a:moveTo>
                  <a:pt x="22147" y="0"/>
                </a:moveTo>
                <a:lnTo>
                  <a:pt x="13544" y="1746"/>
                </a:lnTo>
                <a:lnTo>
                  <a:pt x="6503" y="6501"/>
                </a:lnTo>
                <a:lnTo>
                  <a:pt x="1746" y="13540"/>
                </a:lnTo>
                <a:lnTo>
                  <a:pt x="0" y="22139"/>
                </a:lnTo>
                <a:lnTo>
                  <a:pt x="0" y="156937"/>
                </a:lnTo>
                <a:lnTo>
                  <a:pt x="1746" y="165538"/>
                </a:lnTo>
                <a:lnTo>
                  <a:pt x="6503" y="172579"/>
                </a:lnTo>
                <a:lnTo>
                  <a:pt x="13544" y="177335"/>
                </a:lnTo>
                <a:lnTo>
                  <a:pt x="22143" y="179081"/>
                </a:lnTo>
                <a:lnTo>
                  <a:pt x="30746" y="177335"/>
                </a:lnTo>
                <a:lnTo>
                  <a:pt x="37787" y="172579"/>
                </a:lnTo>
                <a:lnTo>
                  <a:pt x="42544" y="165538"/>
                </a:lnTo>
                <a:lnTo>
                  <a:pt x="44291" y="156937"/>
                </a:lnTo>
                <a:lnTo>
                  <a:pt x="44291" y="22139"/>
                </a:lnTo>
                <a:lnTo>
                  <a:pt x="42544" y="13540"/>
                </a:lnTo>
                <a:lnTo>
                  <a:pt x="37787" y="6501"/>
                </a:lnTo>
                <a:lnTo>
                  <a:pt x="30746" y="1746"/>
                </a:lnTo>
                <a:lnTo>
                  <a:pt x="221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812274" y="4390704"/>
            <a:ext cx="337820" cy="604520"/>
          </a:xfrm>
          <a:custGeom>
            <a:avLst/>
            <a:gdLst/>
            <a:ahLst/>
            <a:cxnLst/>
            <a:rect l="l" t="t" r="r" b="b"/>
            <a:pathLst>
              <a:path w="337820" h="604520">
                <a:moveTo>
                  <a:pt x="337769" y="0"/>
                </a:moveTo>
                <a:lnTo>
                  <a:pt x="284289" y="3991"/>
                </a:lnTo>
                <a:lnTo>
                  <a:pt x="167009" y="60993"/>
                </a:lnTo>
                <a:lnTo>
                  <a:pt x="50666" y="238548"/>
                </a:lnTo>
                <a:lnTo>
                  <a:pt x="0" y="60419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810145" y="4904741"/>
            <a:ext cx="328295" cy="99060"/>
          </a:xfrm>
          <a:custGeom>
            <a:avLst/>
            <a:gdLst/>
            <a:ahLst/>
            <a:cxnLst/>
            <a:rect l="l" t="t" r="r" b="b"/>
            <a:pathLst>
              <a:path w="328295" h="99060">
                <a:moveTo>
                  <a:pt x="328129" y="0"/>
                </a:moveTo>
                <a:lnTo>
                  <a:pt x="279692" y="2226"/>
                </a:lnTo>
                <a:lnTo>
                  <a:pt x="226659" y="5778"/>
                </a:lnTo>
                <a:lnTo>
                  <a:pt x="172388" y="11433"/>
                </a:lnTo>
                <a:lnTo>
                  <a:pt x="120237" y="19974"/>
                </a:lnTo>
                <a:lnTo>
                  <a:pt x="73564" y="32179"/>
                </a:lnTo>
                <a:lnTo>
                  <a:pt x="35728" y="48830"/>
                </a:lnTo>
                <a:lnTo>
                  <a:pt x="10087" y="70707"/>
                </a:lnTo>
                <a:lnTo>
                  <a:pt x="0" y="985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9766413" y="2988702"/>
            <a:ext cx="185224" cy="185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788298" y="3483267"/>
            <a:ext cx="185224" cy="1852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0257299" y="3643167"/>
            <a:ext cx="44450" cy="179705"/>
          </a:xfrm>
          <a:custGeom>
            <a:avLst/>
            <a:gdLst/>
            <a:ahLst/>
            <a:cxnLst/>
            <a:rect l="l" t="t" r="r" b="b"/>
            <a:pathLst>
              <a:path w="44450" h="179704">
                <a:moveTo>
                  <a:pt x="22143" y="0"/>
                </a:moveTo>
                <a:lnTo>
                  <a:pt x="13544" y="1746"/>
                </a:lnTo>
                <a:lnTo>
                  <a:pt x="6503" y="6503"/>
                </a:lnTo>
                <a:lnTo>
                  <a:pt x="1746" y="13544"/>
                </a:lnTo>
                <a:lnTo>
                  <a:pt x="0" y="22143"/>
                </a:lnTo>
                <a:lnTo>
                  <a:pt x="0" y="156942"/>
                </a:lnTo>
                <a:lnTo>
                  <a:pt x="1746" y="165543"/>
                </a:lnTo>
                <a:lnTo>
                  <a:pt x="6503" y="172584"/>
                </a:lnTo>
                <a:lnTo>
                  <a:pt x="13544" y="177340"/>
                </a:lnTo>
                <a:lnTo>
                  <a:pt x="22147" y="179086"/>
                </a:lnTo>
                <a:lnTo>
                  <a:pt x="30748" y="177340"/>
                </a:lnTo>
                <a:lnTo>
                  <a:pt x="37789" y="172584"/>
                </a:lnTo>
                <a:lnTo>
                  <a:pt x="42544" y="165543"/>
                </a:lnTo>
                <a:lnTo>
                  <a:pt x="44291" y="156942"/>
                </a:lnTo>
                <a:lnTo>
                  <a:pt x="44291" y="22143"/>
                </a:lnTo>
                <a:lnTo>
                  <a:pt x="42544" y="13544"/>
                </a:lnTo>
                <a:lnTo>
                  <a:pt x="37789" y="6503"/>
                </a:lnTo>
                <a:lnTo>
                  <a:pt x="30748" y="1746"/>
                </a:lnTo>
                <a:lnTo>
                  <a:pt x="2214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9932695" y="3103367"/>
            <a:ext cx="349250" cy="558165"/>
          </a:xfrm>
          <a:custGeom>
            <a:avLst/>
            <a:gdLst/>
            <a:ahLst/>
            <a:cxnLst/>
            <a:rect l="l" t="t" r="r" b="b"/>
            <a:pathLst>
              <a:path w="349250" h="558164">
                <a:moveTo>
                  <a:pt x="0" y="661"/>
                </a:moveTo>
                <a:lnTo>
                  <a:pt x="40933" y="683"/>
                </a:lnTo>
                <a:lnTo>
                  <a:pt x="90181" y="8354"/>
                </a:lnTo>
                <a:lnTo>
                  <a:pt x="143919" y="28207"/>
                </a:lnTo>
                <a:lnTo>
                  <a:pt x="198323" y="64777"/>
                </a:lnTo>
                <a:lnTo>
                  <a:pt x="249569" y="122599"/>
                </a:lnTo>
                <a:lnTo>
                  <a:pt x="272812" y="160896"/>
                </a:lnTo>
                <a:lnTo>
                  <a:pt x="293832" y="206207"/>
                </a:lnTo>
                <a:lnTo>
                  <a:pt x="312150" y="259099"/>
                </a:lnTo>
                <a:lnTo>
                  <a:pt x="327288" y="320137"/>
                </a:lnTo>
                <a:lnTo>
                  <a:pt x="338768" y="389889"/>
                </a:lnTo>
                <a:lnTo>
                  <a:pt x="346113" y="468923"/>
                </a:lnTo>
                <a:lnTo>
                  <a:pt x="348843" y="55780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880908" y="3577497"/>
            <a:ext cx="400685" cy="83820"/>
          </a:xfrm>
          <a:custGeom>
            <a:avLst/>
            <a:gdLst/>
            <a:ahLst/>
            <a:cxnLst/>
            <a:rect l="l" t="t" r="r" b="b"/>
            <a:pathLst>
              <a:path w="400684" h="83820">
                <a:moveTo>
                  <a:pt x="0" y="0"/>
                </a:moveTo>
                <a:lnTo>
                  <a:pt x="45253" y="1417"/>
                </a:lnTo>
                <a:lnTo>
                  <a:pt x="98609" y="2952"/>
                </a:lnTo>
                <a:lnTo>
                  <a:pt x="156517" y="5400"/>
                </a:lnTo>
                <a:lnTo>
                  <a:pt x="215424" y="9553"/>
                </a:lnTo>
                <a:lnTo>
                  <a:pt x="271779" y="16205"/>
                </a:lnTo>
                <a:lnTo>
                  <a:pt x="322028" y="26150"/>
                </a:lnTo>
                <a:lnTo>
                  <a:pt x="362622" y="40180"/>
                </a:lnTo>
                <a:lnTo>
                  <a:pt x="390006" y="59091"/>
                </a:lnTo>
                <a:lnTo>
                  <a:pt x="400630" y="8367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9142265" y="2988702"/>
            <a:ext cx="185226" cy="185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9133560" y="3483267"/>
            <a:ext cx="185226" cy="1852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8828204" y="3643167"/>
            <a:ext cx="44450" cy="179705"/>
          </a:xfrm>
          <a:custGeom>
            <a:avLst/>
            <a:gdLst/>
            <a:ahLst/>
            <a:cxnLst/>
            <a:rect l="l" t="t" r="r" b="b"/>
            <a:pathLst>
              <a:path w="44450" h="179704">
                <a:moveTo>
                  <a:pt x="22147" y="0"/>
                </a:moveTo>
                <a:lnTo>
                  <a:pt x="13542" y="1746"/>
                </a:lnTo>
                <a:lnTo>
                  <a:pt x="6502" y="6503"/>
                </a:lnTo>
                <a:lnTo>
                  <a:pt x="1746" y="13544"/>
                </a:lnTo>
                <a:lnTo>
                  <a:pt x="0" y="22143"/>
                </a:lnTo>
                <a:lnTo>
                  <a:pt x="0" y="156942"/>
                </a:lnTo>
                <a:lnTo>
                  <a:pt x="1746" y="165543"/>
                </a:lnTo>
                <a:lnTo>
                  <a:pt x="6502" y="172584"/>
                </a:lnTo>
                <a:lnTo>
                  <a:pt x="13542" y="177340"/>
                </a:lnTo>
                <a:lnTo>
                  <a:pt x="22143" y="179086"/>
                </a:lnTo>
                <a:lnTo>
                  <a:pt x="30746" y="177340"/>
                </a:lnTo>
                <a:lnTo>
                  <a:pt x="37787" y="172584"/>
                </a:lnTo>
                <a:lnTo>
                  <a:pt x="42544" y="165543"/>
                </a:lnTo>
                <a:lnTo>
                  <a:pt x="44291" y="156942"/>
                </a:lnTo>
                <a:lnTo>
                  <a:pt x="44291" y="22143"/>
                </a:lnTo>
                <a:lnTo>
                  <a:pt x="42544" y="13544"/>
                </a:lnTo>
                <a:lnTo>
                  <a:pt x="37787" y="6503"/>
                </a:lnTo>
                <a:lnTo>
                  <a:pt x="30746" y="1746"/>
                </a:lnTo>
                <a:lnTo>
                  <a:pt x="221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8848256" y="3105651"/>
            <a:ext cx="316865" cy="555625"/>
          </a:xfrm>
          <a:custGeom>
            <a:avLst/>
            <a:gdLst/>
            <a:ahLst/>
            <a:cxnLst/>
            <a:rect l="l" t="t" r="r" b="b"/>
            <a:pathLst>
              <a:path w="316865" h="555625">
                <a:moveTo>
                  <a:pt x="316544" y="0"/>
                </a:moveTo>
                <a:lnTo>
                  <a:pt x="273727" y="5285"/>
                </a:lnTo>
                <a:lnTo>
                  <a:pt x="225318" y="20341"/>
                </a:lnTo>
                <a:lnTo>
                  <a:pt x="174576" y="49447"/>
                </a:lnTo>
                <a:lnTo>
                  <a:pt x="124763" y="96883"/>
                </a:lnTo>
                <a:lnTo>
                  <a:pt x="101223" y="128812"/>
                </a:lnTo>
                <a:lnTo>
                  <a:pt x="79138" y="166928"/>
                </a:lnTo>
                <a:lnTo>
                  <a:pt x="58916" y="211767"/>
                </a:lnTo>
                <a:lnTo>
                  <a:pt x="40963" y="263863"/>
                </a:lnTo>
                <a:lnTo>
                  <a:pt x="25687" y="323751"/>
                </a:lnTo>
                <a:lnTo>
                  <a:pt x="13496" y="391967"/>
                </a:lnTo>
                <a:lnTo>
                  <a:pt x="4798" y="469044"/>
                </a:lnTo>
                <a:lnTo>
                  <a:pt x="0" y="555519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8848256" y="3577497"/>
            <a:ext cx="400685" cy="83820"/>
          </a:xfrm>
          <a:custGeom>
            <a:avLst/>
            <a:gdLst/>
            <a:ahLst/>
            <a:cxnLst/>
            <a:rect l="l" t="t" r="r" b="b"/>
            <a:pathLst>
              <a:path w="400684" h="83820">
                <a:moveTo>
                  <a:pt x="400629" y="0"/>
                </a:moveTo>
                <a:lnTo>
                  <a:pt x="355376" y="1417"/>
                </a:lnTo>
                <a:lnTo>
                  <a:pt x="302019" y="2952"/>
                </a:lnTo>
                <a:lnTo>
                  <a:pt x="244112" y="5400"/>
                </a:lnTo>
                <a:lnTo>
                  <a:pt x="185205" y="9553"/>
                </a:lnTo>
                <a:lnTo>
                  <a:pt x="128851" y="16205"/>
                </a:lnTo>
                <a:lnTo>
                  <a:pt x="78601" y="26150"/>
                </a:lnTo>
                <a:lnTo>
                  <a:pt x="38008" y="40180"/>
                </a:lnTo>
                <a:lnTo>
                  <a:pt x="10623" y="59091"/>
                </a:lnTo>
                <a:lnTo>
                  <a:pt x="0" y="8367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2589674" y="7865489"/>
            <a:ext cx="47307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9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100555" y="7865489"/>
            <a:ext cx="49784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60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17497" y="2399385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8008"/>
                </a:lnTo>
                <a:lnTo>
                  <a:pt x="0" y="4978008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694286" y="5767217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主要是经⽪电刺激感觉纤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激活粗纤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维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94266" y="5994647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关闭疼痛闸⻔和释放内源性镇痛物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质</a:t>
            </a:r>
            <a:r>
              <a:rPr sz="1100" spc="-47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，（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94242" y="6222077"/>
            <a:ext cx="26790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流刺激感觉神经使其释放少量活性物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质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94221" y="6449512"/>
            <a:ext cx="2740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⼄酰胆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碱</a:t>
            </a:r>
            <a:r>
              <a:rPr sz="1100" spc="-5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P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物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质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乳</a:t>
            </a: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酸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三磷酸腺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苷</a:t>
            </a:r>
            <a:r>
              <a:rPr sz="1100" spc="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(ATP)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94197" y="6676942"/>
            <a:ext cx="25914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⼆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磷酸腺</a:t>
            </a:r>
            <a:r>
              <a:rPr sz="1100" spc="1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苷(ADP)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等代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谢产物均具有不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94167" y="6904377"/>
            <a:ext cx="2611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程度⾎管扩张作</a:t>
            </a:r>
            <a:r>
              <a:rPr sz="1100" spc="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100" spc="-25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;）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从⽽起到镇痛作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⽤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801" y="5726045"/>
            <a:ext cx="643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1047" y="6129431"/>
            <a:ext cx="2318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脐下左右各贴⼀⽚电极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第⼆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1004" y="6332428"/>
            <a:ext cx="2299970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7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椎棘突左右旁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开</a:t>
            </a:r>
            <a:r>
              <a:rPr sz="1200" b="0" spc="4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1</a:t>
            </a:r>
            <a:r>
              <a:rPr sz="1200" b="0" spc="7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.</a:t>
            </a:r>
            <a:r>
              <a:rPr sz="1200" b="0" spc="-6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5</a:t>
            </a:r>
            <a:r>
              <a:rPr sz="1200" b="0" spc="-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c</a:t>
            </a:r>
            <a:r>
              <a:rPr sz="1200" b="0" spc="-6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m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处各贴⼀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200" b="0" spc="55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电极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08130" y="571300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18107" y="539339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692915" y="5407818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618107" y="423081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690015" y="3026985"/>
            <a:ext cx="75057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590765" y="271669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692307" y="273104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91036" y="4245314"/>
            <a:ext cx="25939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单次治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疼痛消失停⽌治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18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03334" y="382158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47828" y="2399198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947828" y="5495608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阴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道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骶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尾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38461" y="548256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7"/>
                </a:lnTo>
                <a:lnTo>
                  <a:pt x="717904" y="234220"/>
                </a:lnTo>
                <a:lnTo>
                  <a:pt x="670565" y="243839"/>
                </a:lnTo>
                <a:lnTo>
                  <a:pt x="121917" y="243839"/>
                </a:lnTo>
                <a:lnTo>
                  <a:pt x="74578" y="234220"/>
                </a:lnTo>
                <a:lnTo>
                  <a:pt x="35812" y="208027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89828" y="5565204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64637" y="557962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9828" y="414649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66923" y="4160991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2486" y="2766424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64028" y="278077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5055" y="5051223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1399" y="3673261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07588" y="1392714"/>
            <a:ext cx="45573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性激素⽔平下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329580" y="15870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5360695" y="1597845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9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0093223" y="1401977"/>
            <a:ext cx="39528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⼈流后镇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痛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4148832" y="1605203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07732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1" y="0"/>
                </a:moveTo>
                <a:lnTo>
                  <a:pt x="118232" y="48402"/>
                </a:lnTo>
                <a:lnTo>
                  <a:pt x="130371" y="96372"/>
                </a:lnTo>
                <a:lnTo>
                  <a:pt x="140469" y="144199"/>
                </a:lnTo>
                <a:lnTo>
                  <a:pt x="148403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6" y="1086069"/>
                </a:lnTo>
                <a:lnTo>
                  <a:pt x="3062" y="1136811"/>
                </a:lnTo>
                <a:lnTo>
                  <a:pt x="1924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2" y="1383081"/>
                </a:lnTo>
                <a:lnTo>
                  <a:pt x="2139" y="1431047"/>
                </a:lnTo>
                <a:lnTo>
                  <a:pt x="4891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1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9346401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9650852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0849519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739424" y="3879662"/>
            <a:ext cx="73761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689035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2" y="117461"/>
                </a:lnTo>
                <a:lnTo>
                  <a:pt x="20425" y="70952"/>
                </a:lnTo>
                <a:lnTo>
                  <a:pt x="35669" y="33703"/>
                </a:lnTo>
                <a:lnTo>
                  <a:pt x="84726" y="0"/>
                </a:lnTo>
                <a:lnTo>
                  <a:pt x="108840" y="8972"/>
                </a:lnTo>
                <a:lnTo>
                  <a:pt x="144730" y="70956"/>
                </a:lnTo>
                <a:lnTo>
                  <a:pt x="157376" y="117439"/>
                </a:lnTo>
                <a:lnTo>
                  <a:pt x="167070" y="169897"/>
                </a:lnTo>
                <a:lnTo>
                  <a:pt x="174248" y="225066"/>
                </a:lnTo>
                <a:lnTo>
                  <a:pt x="179344" y="279682"/>
                </a:lnTo>
                <a:lnTo>
                  <a:pt x="182795" y="330479"/>
                </a:lnTo>
                <a:lnTo>
                  <a:pt x="185036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9820969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0329386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0262530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0371034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306647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891046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845402" y="387631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845402" y="387631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0378802" y="387631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6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4" y="342157"/>
                </a:lnTo>
                <a:lnTo>
                  <a:pt x="78843" y="374756"/>
                </a:lnTo>
                <a:lnTo>
                  <a:pt x="117928" y="399605"/>
                </a:lnTo>
                <a:lnTo>
                  <a:pt x="162236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0378802" y="3876311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6" y="415441"/>
                </a:lnTo>
                <a:lnTo>
                  <a:pt x="117928" y="399605"/>
                </a:lnTo>
                <a:lnTo>
                  <a:pt x="78843" y="374756"/>
                </a:lnTo>
                <a:lnTo>
                  <a:pt x="46244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6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0605456" y="4624297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4"/>
                </a:lnTo>
                <a:lnTo>
                  <a:pt x="11679" y="43337"/>
                </a:lnTo>
                <a:lnTo>
                  <a:pt x="20436" y="46188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4"/>
                </a:lnTo>
                <a:lnTo>
                  <a:pt x="181853" y="24802"/>
                </a:lnTo>
                <a:lnTo>
                  <a:pt x="175080" y="18998"/>
                </a:lnTo>
                <a:lnTo>
                  <a:pt x="166323" y="16146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0495374" y="4297309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90" h="347979">
                <a:moveTo>
                  <a:pt x="93933" y="0"/>
                </a:moveTo>
                <a:lnTo>
                  <a:pt x="46855" y="53983"/>
                </a:lnTo>
                <a:lnTo>
                  <a:pt x="26589" y="89707"/>
                </a:lnTo>
                <a:lnTo>
                  <a:pt x="10851" y="129034"/>
                </a:lnTo>
                <a:lnTo>
                  <a:pt x="1401" y="170299"/>
                </a:lnTo>
                <a:lnTo>
                  <a:pt x="0" y="211838"/>
                </a:lnTo>
                <a:lnTo>
                  <a:pt x="8407" y="251985"/>
                </a:lnTo>
                <a:lnTo>
                  <a:pt x="28383" y="289076"/>
                </a:lnTo>
                <a:lnTo>
                  <a:pt x="61688" y="321447"/>
                </a:lnTo>
                <a:lnTo>
                  <a:pt x="110082" y="347432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0052085" y="4301607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420468" y="4428201"/>
            <a:ext cx="190432" cy="190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944729" y="4428201"/>
            <a:ext cx="190432" cy="190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8747358" y="5002189"/>
            <a:ext cx="52069" cy="208915"/>
          </a:xfrm>
          <a:custGeom>
            <a:avLst/>
            <a:gdLst/>
            <a:ahLst/>
            <a:cxnLst/>
            <a:rect l="l" t="t" r="r" b="b"/>
            <a:pathLst>
              <a:path w="52070" h="208914">
                <a:moveTo>
                  <a:pt x="25819" y="0"/>
                </a:moveTo>
                <a:lnTo>
                  <a:pt x="15793" y="2037"/>
                </a:lnTo>
                <a:lnTo>
                  <a:pt x="7584" y="7583"/>
                </a:lnTo>
                <a:lnTo>
                  <a:pt x="2037" y="15793"/>
                </a:lnTo>
                <a:lnTo>
                  <a:pt x="0" y="25819"/>
                </a:lnTo>
                <a:lnTo>
                  <a:pt x="0" y="182987"/>
                </a:lnTo>
                <a:lnTo>
                  <a:pt x="2037" y="193013"/>
                </a:lnTo>
                <a:lnTo>
                  <a:pt x="7584" y="201223"/>
                </a:lnTo>
                <a:lnTo>
                  <a:pt x="15793" y="206770"/>
                </a:lnTo>
                <a:lnTo>
                  <a:pt x="25822" y="208807"/>
                </a:lnTo>
                <a:lnTo>
                  <a:pt x="35846" y="206770"/>
                </a:lnTo>
                <a:lnTo>
                  <a:pt x="44055" y="201223"/>
                </a:lnTo>
                <a:lnTo>
                  <a:pt x="49602" y="193013"/>
                </a:lnTo>
                <a:lnTo>
                  <a:pt x="51639" y="182987"/>
                </a:lnTo>
                <a:lnTo>
                  <a:pt x="51639" y="25819"/>
                </a:lnTo>
                <a:lnTo>
                  <a:pt x="49602" y="15793"/>
                </a:lnTo>
                <a:lnTo>
                  <a:pt x="44055" y="7583"/>
                </a:lnTo>
                <a:lnTo>
                  <a:pt x="35846" y="2037"/>
                </a:lnTo>
                <a:lnTo>
                  <a:pt x="2581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610900" y="4523418"/>
            <a:ext cx="158750" cy="502920"/>
          </a:xfrm>
          <a:custGeom>
            <a:avLst/>
            <a:gdLst/>
            <a:ahLst/>
            <a:cxnLst/>
            <a:rect l="l" t="t" r="r" b="b"/>
            <a:pathLst>
              <a:path w="158750" h="502920">
                <a:moveTo>
                  <a:pt x="0" y="0"/>
                </a:moveTo>
                <a:lnTo>
                  <a:pt x="45146" y="24390"/>
                </a:lnTo>
                <a:lnTo>
                  <a:pt x="81032" y="72077"/>
                </a:lnTo>
                <a:lnTo>
                  <a:pt x="98702" y="106907"/>
                </a:lnTo>
                <a:lnTo>
                  <a:pt x="115297" y="149752"/>
                </a:lnTo>
                <a:lnTo>
                  <a:pt x="130147" y="201133"/>
                </a:lnTo>
                <a:lnTo>
                  <a:pt x="142582" y="261567"/>
                </a:lnTo>
                <a:lnTo>
                  <a:pt x="151933" y="331576"/>
                </a:lnTo>
                <a:lnTo>
                  <a:pt x="157530" y="411677"/>
                </a:lnTo>
                <a:lnTo>
                  <a:pt x="158703" y="502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8769604" y="4523418"/>
            <a:ext cx="175260" cy="502920"/>
          </a:xfrm>
          <a:custGeom>
            <a:avLst/>
            <a:gdLst/>
            <a:ahLst/>
            <a:cxnLst/>
            <a:rect l="l" t="t" r="r" b="b"/>
            <a:pathLst>
              <a:path w="175259" h="502920">
                <a:moveTo>
                  <a:pt x="175125" y="0"/>
                </a:moveTo>
                <a:lnTo>
                  <a:pt x="127412" y="24390"/>
                </a:lnTo>
                <a:lnTo>
                  <a:pt x="87915" y="72077"/>
                </a:lnTo>
                <a:lnTo>
                  <a:pt x="68211" y="106907"/>
                </a:lnTo>
                <a:lnTo>
                  <a:pt x="49583" y="149752"/>
                </a:lnTo>
                <a:lnTo>
                  <a:pt x="32813" y="201133"/>
                </a:lnTo>
                <a:lnTo>
                  <a:pt x="18686" y="261567"/>
                </a:lnTo>
                <a:lnTo>
                  <a:pt x="7985" y="331576"/>
                </a:lnTo>
                <a:lnTo>
                  <a:pt x="1495" y="411677"/>
                </a:lnTo>
                <a:lnTo>
                  <a:pt x="0" y="502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259239" y="4462495"/>
            <a:ext cx="138254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pc="5" dirty="0"/>
              <a:t>61</a:t>
            </a:r>
            <a:endParaRPr spc="5" dirty="0"/>
          </a:p>
        </p:txBody>
      </p:sp>
      <p:sp>
        <p:nvSpPr>
          <p:cNvPr id="116" name="object 116"/>
          <p:cNvSpPr txBox="1"/>
          <p:nvPr/>
        </p:nvSpPr>
        <p:spPr>
          <a:xfrm>
            <a:off x="12113255" y="7865489"/>
            <a:ext cx="45910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2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8186" y="4139862"/>
            <a:ext cx="22758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⼈流术后当⽇开始治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避开经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168" y="4367296"/>
            <a:ext cx="2540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每次治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分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,</a:t>
            </a:r>
            <a:r>
              <a:rPr sz="1100" spc="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续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5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次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个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859" y="5667122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电刺激通对⼈体特定部</a:t>
            </a:r>
            <a:r>
              <a:rPr sz="1100" spc="-4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⼦宫投影区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9834" y="5894556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腰骶</a:t>
            </a:r>
            <a:r>
              <a:rPr sz="1100" spc="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部</a:t>
            </a:r>
            <a:r>
              <a:rPr sz="1100" spc="-46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进⾏低频脉冲电刺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使⼦宫平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滑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813" y="612199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肌规律性收缩运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在原本的⼦宫收缩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频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791" y="6349420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率不变基础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通过增加⼦宫平滑肌收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769" y="6576855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幅度及促进⼦宫平滑肌收缩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⼒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有效改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善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744" y="6804285"/>
            <a:ext cx="265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盆底⾎液循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促进恶露的排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出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加速⼈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流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719" y="7031719"/>
            <a:ext cx="10426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术后⼦宫恢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1537" y="529330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8488" y="530298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1537" y="3770893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00774" y="3780572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6277" y="5732826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腰⼆双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58641" y="571763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98139" y="4594726"/>
            <a:ext cx="258762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spc="-5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⾄少治疗三个⽉经周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8415">
              <a:lnSpc>
                <a:spcPct val="100000"/>
              </a:lnSpc>
              <a:spcBef>
                <a:spcPts val="180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479" y="2889349"/>
            <a:ext cx="749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1537" y="2520378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97880" y="2534730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1476" y="3137457"/>
            <a:ext cx="2594610" cy="44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5400">
              <a:lnSpc>
                <a:spcPct val="100000"/>
              </a:lnSpc>
              <a:spcBef>
                <a:spcPts val="147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17497" y="2399385"/>
            <a:ext cx="3249930" cy="4978400"/>
          </a:xfrm>
          <a:custGeom>
            <a:avLst/>
            <a:gdLst/>
            <a:ahLst/>
            <a:cxnLst/>
            <a:rect l="l" t="t" r="r" b="b"/>
            <a:pathLst>
              <a:path w="3249929" h="4978400">
                <a:moveTo>
                  <a:pt x="0" y="0"/>
                </a:moveTo>
                <a:lnTo>
                  <a:pt x="3249871" y="0"/>
                </a:lnTo>
                <a:lnTo>
                  <a:pt x="3249871" y="4978008"/>
                </a:lnTo>
                <a:lnTo>
                  <a:pt x="0" y="4978008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691036" y="4279739"/>
            <a:ext cx="2538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从⽉经后开始直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⾄</a:t>
            </a:r>
            <a:r>
              <a:rPr sz="1100" spc="2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LH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峰</a:t>
            </a:r>
            <a:r>
              <a:rPr sz="1100" b="0" spc="-2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⽇</a:t>
            </a:r>
            <a:r>
              <a:rPr sz="1100" b="0" spc="-434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每天⼀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连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94286" y="5546238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电刺激能够使盆底肌收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不会对肝脏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造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94270" y="5773668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成负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担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与此同时还能够对⾎管平滑肌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收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694250" y="6001099"/>
            <a:ext cx="2583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100" spc="-49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松弛产⽣刺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激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有利于⾎液流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动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降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低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94228" y="6228533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⾎流阻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⼒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⼦宫内膜及⼦宫肌⾁⾎液循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94207" y="6455963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得到改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善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组织营养充⾜增加组织⾎液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94187" y="6683398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从⽽促进⼦宫内膜⽣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⻓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增加⼦宫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694162" y="6910828"/>
            <a:ext cx="604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膜厚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度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17497" y="5726045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腰⼆双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08130" y="571300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618107" y="517241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49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692915" y="518683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618107" y="3910770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695201" y="392527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690015" y="3026985"/>
            <a:ext cx="750570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 </a:t>
            </a: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圆形电极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590765" y="271669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0A2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692307" y="2731046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691011" y="4507174"/>
            <a:ext cx="2593975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续治疗三个⽉经周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168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703334" y="3661568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07588" y="1392714"/>
            <a:ext cx="48679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⼈流术后⼦宫恢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658666" y="158588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5700002" y="1596729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8851162" y="1401977"/>
            <a:ext cx="519493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⼈流后⼦宫内膜恢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14149297" y="1605203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37518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878298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849748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082130" y="4838504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4"/>
                </a:lnTo>
                <a:lnTo>
                  <a:pt x="11679" y="43337"/>
                </a:lnTo>
                <a:lnTo>
                  <a:pt x="20436" y="46188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4"/>
                </a:lnTo>
                <a:lnTo>
                  <a:pt x="181853" y="24802"/>
                </a:lnTo>
                <a:lnTo>
                  <a:pt x="175080" y="18998"/>
                </a:lnTo>
                <a:lnTo>
                  <a:pt x="166323" y="16146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972048" y="4511517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2"/>
                </a:lnTo>
                <a:lnTo>
                  <a:pt x="26589" y="89706"/>
                </a:lnTo>
                <a:lnTo>
                  <a:pt x="10851" y="129033"/>
                </a:lnTo>
                <a:lnTo>
                  <a:pt x="1401" y="170298"/>
                </a:lnTo>
                <a:lnTo>
                  <a:pt x="0" y="211836"/>
                </a:lnTo>
                <a:lnTo>
                  <a:pt x="8407" y="251983"/>
                </a:lnTo>
                <a:lnTo>
                  <a:pt x="28383" y="289075"/>
                </a:lnTo>
                <a:lnTo>
                  <a:pt x="61688" y="321445"/>
                </a:lnTo>
                <a:lnTo>
                  <a:pt x="110082" y="34743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528760" y="4515815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093169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466550" y="4220157"/>
            <a:ext cx="171449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341371" y="4630986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8"/>
                </a:lnTo>
                <a:lnTo>
                  <a:pt x="1833" y="14220"/>
                </a:lnTo>
                <a:lnTo>
                  <a:pt x="0" y="23244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8"/>
                </a:lnTo>
                <a:lnTo>
                  <a:pt x="23248" y="187991"/>
                </a:lnTo>
                <a:lnTo>
                  <a:pt x="32273" y="186158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4"/>
                </a:lnTo>
                <a:lnTo>
                  <a:pt x="44659" y="14220"/>
                </a:lnTo>
                <a:lnTo>
                  <a:pt x="39664" y="6828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264619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0"/>
                </a:lnTo>
                <a:lnTo>
                  <a:pt x="73968" y="47230"/>
                </a:lnTo>
                <a:lnTo>
                  <a:pt x="85409" y="87110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365095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0"/>
                </a:lnTo>
                <a:lnTo>
                  <a:pt x="26032" y="47230"/>
                </a:lnTo>
                <a:lnTo>
                  <a:pt x="14591" y="87110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295967" y="4579380"/>
            <a:ext cx="138256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807732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1" y="0"/>
                </a:moveTo>
                <a:lnTo>
                  <a:pt x="118232" y="48402"/>
                </a:lnTo>
                <a:lnTo>
                  <a:pt x="130371" y="96372"/>
                </a:lnTo>
                <a:lnTo>
                  <a:pt x="140469" y="144199"/>
                </a:lnTo>
                <a:lnTo>
                  <a:pt x="148403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6" y="1086069"/>
                </a:lnTo>
                <a:lnTo>
                  <a:pt x="3062" y="1136811"/>
                </a:lnTo>
                <a:lnTo>
                  <a:pt x="1924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2" y="1383081"/>
                </a:lnTo>
                <a:lnTo>
                  <a:pt x="2139" y="1431047"/>
                </a:lnTo>
                <a:lnTo>
                  <a:pt x="4891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1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9346401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9650852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0849519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29329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4" y="342157"/>
                </a:lnTo>
                <a:lnTo>
                  <a:pt x="78843" y="374756"/>
                </a:lnTo>
                <a:lnTo>
                  <a:pt x="117928" y="399605"/>
                </a:lnTo>
                <a:lnTo>
                  <a:pt x="162235" y="415441"/>
                </a:lnTo>
                <a:lnTo>
                  <a:pt x="210502" y="421001"/>
                </a:lnTo>
                <a:lnTo>
                  <a:pt x="258768" y="415441"/>
                </a:lnTo>
                <a:lnTo>
                  <a:pt x="303074" y="399605"/>
                </a:lnTo>
                <a:lnTo>
                  <a:pt x="342159" y="374756"/>
                </a:lnTo>
                <a:lnTo>
                  <a:pt x="374757" y="342157"/>
                </a:lnTo>
                <a:lnTo>
                  <a:pt x="399606" y="303072"/>
                </a:lnTo>
                <a:lnTo>
                  <a:pt x="415442" y="258765"/>
                </a:lnTo>
                <a:lnTo>
                  <a:pt x="421002" y="210498"/>
                </a:lnTo>
                <a:lnTo>
                  <a:pt x="415442" y="162233"/>
                </a:lnTo>
                <a:lnTo>
                  <a:pt x="399606" y="117926"/>
                </a:lnTo>
                <a:lnTo>
                  <a:pt x="374757" y="78842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29329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2"/>
                </a:lnTo>
                <a:lnTo>
                  <a:pt x="399606" y="117926"/>
                </a:lnTo>
                <a:lnTo>
                  <a:pt x="415442" y="162233"/>
                </a:lnTo>
                <a:lnTo>
                  <a:pt x="421002" y="210498"/>
                </a:lnTo>
                <a:lnTo>
                  <a:pt x="415442" y="258765"/>
                </a:lnTo>
                <a:lnTo>
                  <a:pt x="399606" y="303072"/>
                </a:lnTo>
                <a:lnTo>
                  <a:pt x="374757" y="342157"/>
                </a:lnTo>
                <a:lnTo>
                  <a:pt x="342159" y="374756"/>
                </a:lnTo>
                <a:lnTo>
                  <a:pt x="303074" y="399605"/>
                </a:lnTo>
                <a:lnTo>
                  <a:pt x="258768" y="415441"/>
                </a:lnTo>
                <a:lnTo>
                  <a:pt x="210502" y="421001"/>
                </a:lnTo>
                <a:lnTo>
                  <a:pt x="162235" y="415441"/>
                </a:lnTo>
                <a:lnTo>
                  <a:pt x="117928" y="399605"/>
                </a:lnTo>
                <a:lnTo>
                  <a:pt x="78843" y="374756"/>
                </a:lnTo>
                <a:lnTo>
                  <a:pt x="46244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826699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162235" y="5559"/>
                </a:lnTo>
                <a:lnTo>
                  <a:pt x="117928" y="21395"/>
                </a:lnTo>
                <a:lnTo>
                  <a:pt x="78843" y="46244"/>
                </a:lnTo>
                <a:lnTo>
                  <a:pt x="46244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4" y="342157"/>
                </a:lnTo>
                <a:lnTo>
                  <a:pt x="78843" y="374756"/>
                </a:lnTo>
                <a:lnTo>
                  <a:pt x="117928" y="399605"/>
                </a:lnTo>
                <a:lnTo>
                  <a:pt x="162235" y="415441"/>
                </a:lnTo>
                <a:lnTo>
                  <a:pt x="210502" y="421001"/>
                </a:lnTo>
                <a:lnTo>
                  <a:pt x="258768" y="415441"/>
                </a:lnTo>
                <a:lnTo>
                  <a:pt x="303074" y="399605"/>
                </a:lnTo>
                <a:lnTo>
                  <a:pt x="342159" y="374756"/>
                </a:lnTo>
                <a:lnTo>
                  <a:pt x="374757" y="342157"/>
                </a:lnTo>
                <a:lnTo>
                  <a:pt x="399606" y="303072"/>
                </a:lnTo>
                <a:lnTo>
                  <a:pt x="415442" y="258765"/>
                </a:lnTo>
                <a:lnTo>
                  <a:pt x="421002" y="210498"/>
                </a:lnTo>
                <a:lnTo>
                  <a:pt x="415442" y="162233"/>
                </a:lnTo>
                <a:lnTo>
                  <a:pt x="399606" y="117926"/>
                </a:lnTo>
                <a:lnTo>
                  <a:pt x="374757" y="78842"/>
                </a:lnTo>
                <a:lnTo>
                  <a:pt x="342159" y="46244"/>
                </a:lnTo>
                <a:lnTo>
                  <a:pt x="303074" y="21395"/>
                </a:lnTo>
                <a:lnTo>
                  <a:pt x="258768" y="5559"/>
                </a:lnTo>
                <a:lnTo>
                  <a:pt x="21050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826699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2" y="0"/>
                </a:moveTo>
                <a:lnTo>
                  <a:pt x="258768" y="5559"/>
                </a:lnTo>
                <a:lnTo>
                  <a:pt x="303074" y="21395"/>
                </a:lnTo>
                <a:lnTo>
                  <a:pt x="342159" y="46244"/>
                </a:lnTo>
                <a:lnTo>
                  <a:pt x="374757" y="78842"/>
                </a:lnTo>
                <a:lnTo>
                  <a:pt x="399606" y="117926"/>
                </a:lnTo>
                <a:lnTo>
                  <a:pt x="415442" y="162233"/>
                </a:lnTo>
                <a:lnTo>
                  <a:pt x="421002" y="210498"/>
                </a:lnTo>
                <a:lnTo>
                  <a:pt x="415442" y="258765"/>
                </a:lnTo>
                <a:lnTo>
                  <a:pt x="399606" y="303072"/>
                </a:lnTo>
                <a:lnTo>
                  <a:pt x="374757" y="342157"/>
                </a:lnTo>
                <a:lnTo>
                  <a:pt x="342159" y="374756"/>
                </a:lnTo>
                <a:lnTo>
                  <a:pt x="303074" y="399605"/>
                </a:lnTo>
                <a:lnTo>
                  <a:pt x="258768" y="415441"/>
                </a:lnTo>
                <a:lnTo>
                  <a:pt x="210502" y="421001"/>
                </a:lnTo>
                <a:lnTo>
                  <a:pt x="162235" y="415441"/>
                </a:lnTo>
                <a:lnTo>
                  <a:pt x="117928" y="399605"/>
                </a:lnTo>
                <a:lnTo>
                  <a:pt x="78843" y="374756"/>
                </a:lnTo>
                <a:lnTo>
                  <a:pt x="46244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4" y="78842"/>
                </a:lnTo>
                <a:lnTo>
                  <a:pt x="78843" y="46244"/>
                </a:lnTo>
                <a:lnTo>
                  <a:pt x="117928" y="21395"/>
                </a:lnTo>
                <a:lnTo>
                  <a:pt x="162235" y="5559"/>
                </a:lnTo>
                <a:lnTo>
                  <a:pt x="210502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739424" y="3879662"/>
            <a:ext cx="73761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689035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2" y="117461"/>
                </a:lnTo>
                <a:lnTo>
                  <a:pt x="20425" y="70952"/>
                </a:lnTo>
                <a:lnTo>
                  <a:pt x="35669" y="33703"/>
                </a:lnTo>
                <a:lnTo>
                  <a:pt x="84726" y="0"/>
                </a:lnTo>
                <a:lnTo>
                  <a:pt x="108840" y="8972"/>
                </a:lnTo>
                <a:lnTo>
                  <a:pt x="144730" y="70956"/>
                </a:lnTo>
                <a:lnTo>
                  <a:pt x="157376" y="117439"/>
                </a:lnTo>
                <a:lnTo>
                  <a:pt x="167070" y="169897"/>
                </a:lnTo>
                <a:lnTo>
                  <a:pt x="174248" y="225066"/>
                </a:lnTo>
                <a:lnTo>
                  <a:pt x="179344" y="279682"/>
                </a:lnTo>
                <a:lnTo>
                  <a:pt x="182795" y="330479"/>
                </a:lnTo>
                <a:lnTo>
                  <a:pt x="185036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9820969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0329386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10262530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10371034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306647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8891046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9053352" y="4838504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4"/>
                </a:lnTo>
                <a:lnTo>
                  <a:pt x="11679" y="43337"/>
                </a:lnTo>
                <a:lnTo>
                  <a:pt x="20436" y="46188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4" y="57427"/>
                </a:lnTo>
                <a:lnTo>
                  <a:pt x="183909" y="50655"/>
                </a:lnTo>
                <a:lnTo>
                  <a:pt x="186763" y="41889"/>
                </a:lnTo>
                <a:lnTo>
                  <a:pt x="185971" y="32714"/>
                </a:lnTo>
                <a:lnTo>
                  <a:pt x="181853" y="24802"/>
                </a:lnTo>
                <a:lnTo>
                  <a:pt x="175080" y="18998"/>
                </a:lnTo>
                <a:lnTo>
                  <a:pt x="166323" y="16146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8943270" y="4511517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90" h="347979">
                <a:moveTo>
                  <a:pt x="93931" y="0"/>
                </a:moveTo>
                <a:lnTo>
                  <a:pt x="46855" y="53982"/>
                </a:lnTo>
                <a:lnTo>
                  <a:pt x="26588" y="89706"/>
                </a:lnTo>
                <a:lnTo>
                  <a:pt x="10850" y="129033"/>
                </a:lnTo>
                <a:lnTo>
                  <a:pt x="1401" y="170298"/>
                </a:lnTo>
                <a:lnTo>
                  <a:pt x="0" y="211836"/>
                </a:lnTo>
                <a:lnTo>
                  <a:pt x="8407" y="251983"/>
                </a:lnTo>
                <a:lnTo>
                  <a:pt x="28383" y="289075"/>
                </a:lnTo>
                <a:lnTo>
                  <a:pt x="61688" y="321445"/>
                </a:lnTo>
                <a:lnTo>
                  <a:pt x="110082" y="34743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8499981" y="4515815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10064390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10437772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10312591" y="4630986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90" h="188595">
                <a:moveTo>
                  <a:pt x="23246" y="0"/>
                </a:moveTo>
                <a:lnTo>
                  <a:pt x="14217" y="1834"/>
                </a:lnTo>
                <a:lnTo>
                  <a:pt x="6826" y="6828"/>
                </a:lnTo>
                <a:lnTo>
                  <a:pt x="1833" y="14220"/>
                </a:lnTo>
                <a:lnTo>
                  <a:pt x="0" y="23244"/>
                </a:lnTo>
                <a:lnTo>
                  <a:pt x="0" y="164750"/>
                </a:lnTo>
                <a:lnTo>
                  <a:pt x="1833" y="173775"/>
                </a:lnTo>
                <a:lnTo>
                  <a:pt x="6826" y="181165"/>
                </a:lnTo>
                <a:lnTo>
                  <a:pt x="14217" y="186158"/>
                </a:lnTo>
                <a:lnTo>
                  <a:pt x="23249" y="187991"/>
                </a:lnTo>
                <a:lnTo>
                  <a:pt x="32274" y="186158"/>
                </a:lnTo>
                <a:lnTo>
                  <a:pt x="39665" y="181165"/>
                </a:lnTo>
                <a:lnTo>
                  <a:pt x="44660" y="173775"/>
                </a:lnTo>
                <a:lnTo>
                  <a:pt x="46494" y="164750"/>
                </a:lnTo>
                <a:lnTo>
                  <a:pt x="46494" y="23244"/>
                </a:lnTo>
                <a:lnTo>
                  <a:pt x="44660" y="14220"/>
                </a:lnTo>
                <a:lnTo>
                  <a:pt x="39665" y="6828"/>
                </a:lnTo>
                <a:lnTo>
                  <a:pt x="32274" y="1834"/>
                </a:lnTo>
                <a:lnTo>
                  <a:pt x="23246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10235840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0"/>
                </a:lnTo>
                <a:lnTo>
                  <a:pt x="73968" y="47230"/>
                </a:lnTo>
                <a:lnTo>
                  <a:pt x="85409" y="87110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10336316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0"/>
                </a:lnTo>
                <a:lnTo>
                  <a:pt x="26032" y="47230"/>
                </a:lnTo>
                <a:lnTo>
                  <a:pt x="14591" y="87110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10267188" y="4579380"/>
            <a:ext cx="138254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 txBox="1"/>
          <p:nvPr/>
        </p:nvSpPr>
        <p:spPr>
          <a:xfrm>
            <a:off x="2589674" y="7865489"/>
            <a:ext cx="4705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3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2113255" y="7865489"/>
            <a:ext cx="457834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4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39936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777975" y="0"/>
                </a:moveTo>
                <a:lnTo>
                  <a:pt x="117886" y="0"/>
                </a:lnTo>
                <a:lnTo>
                  <a:pt x="0" y="142275"/>
                </a:lnTo>
                <a:lnTo>
                  <a:pt x="1777975" y="142275"/>
                </a:lnTo>
                <a:lnTo>
                  <a:pt x="177797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22611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12042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1473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0904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80335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5" y="0"/>
                </a:moveTo>
                <a:lnTo>
                  <a:pt x="117886" y="0"/>
                </a:lnTo>
                <a:lnTo>
                  <a:pt x="0" y="142275"/>
                </a:lnTo>
                <a:lnTo>
                  <a:pt x="56909" y="142275"/>
                </a:lnTo>
                <a:lnTo>
                  <a:pt x="174795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697660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7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12" y="142275"/>
                </a:lnTo>
                <a:lnTo>
                  <a:pt x="174797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591972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59" h="142875">
                <a:moveTo>
                  <a:pt x="174793" y="0"/>
                </a:moveTo>
                <a:lnTo>
                  <a:pt x="117885" y="0"/>
                </a:lnTo>
                <a:lnTo>
                  <a:pt x="0" y="142275"/>
                </a:lnTo>
                <a:lnTo>
                  <a:pt x="56908" y="142275"/>
                </a:lnTo>
                <a:lnTo>
                  <a:pt x="174793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23920" y="2397413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1" y="0"/>
                </a:lnTo>
                <a:lnTo>
                  <a:pt x="3249871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697459" y="4390019"/>
            <a:ext cx="18421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⽉经⼲净后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⽇开始治疗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；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7440" y="4617453"/>
            <a:ext cx="26574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30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100" spc="-1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钟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1100" spc="-4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每个⽉经周期治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10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97406" y="4844883"/>
            <a:ext cx="896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天为⼀疗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00709" y="6356328"/>
            <a:ext cx="2646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通过电刺激恢复卵巢功能衰退引起的⽉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00685" y="6583762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量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少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恢复⼦宫内膜在⼈流术带来的损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伤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0660" y="6811192"/>
            <a:ext cx="25787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增加卵巢及周围⾎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从⽽恢复⽉经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量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23920" y="5729544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71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413385">
              <a:lnSpc>
                <a:spcPct val="100000"/>
              </a:lnSpc>
              <a:spcBef>
                <a:spcPts val="1735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</a:t>
            </a:r>
            <a:r>
              <a:rPr sz="1200" spc="104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∕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腰⼆椎左右肾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俞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14552" y="5716501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624529" y="598250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9"/>
                </a:lnTo>
                <a:lnTo>
                  <a:pt x="792482" y="121918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9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699337" y="5996930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624529" y="4021049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59"/>
                </a:lnTo>
                <a:lnTo>
                  <a:pt x="756670" y="208025"/>
                </a:lnTo>
                <a:lnTo>
                  <a:pt x="717904" y="234218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8"/>
                </a:lnTo>
                <a:lnTo>
                  <a:pt x="35812" y="208025"/>
                </a:lnTo>
                <a:lnTo>
                  <a:pt x="9619" y="169259"/>
                </a:lnTo>
                <a:lnTo>
                  <a:pt x="0" y="121920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701623" y="4035549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96443" y="3101374"/>
            <a:ext cx="749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0" spc="5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⽅形电极</a:t>
            </a:r>
            <a:r>
              <a:rPr sz="1100" b="0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1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597188" y="2732403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20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698729" y="2746757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97392" y="5072317"/>
            <a:ext cx="259397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治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3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3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个⽉经周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期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4765">
              <a:lnSpc>
                <a:spcPct val="100000"/>
              </a:lnSpc>
              <a:spcBef>
                <a:spcPts val="266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09749" y="3589921"/>
            <a:ext cx="258191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-2087" y="8140569"/>
            <a:ext cx="1778000" cy="142875"/>
          </a:xfrm>
          <a:custGeom>
            <a:avLst/>
            <a:gdLst/>
            <a:ahLst/>
            <a:cxnLst/>
            <a:rect l="l" t="t" r="r" b="b"/>
            <a:pathLst>
              <a:path w="1778000" h="142875">
                <a:moveTo>
                  <a:pt x="1660089" y="0"/>
                </a:moveTo>
                <a:lnTo>
                  <a:pt x="0" y="0"/>
                </a:lnTo>
                <a:lnTo>
                  <a:pt x="0" y="142275"/>
                </a:lnTo>
                <a:lnTo>
                  <a:pt x="1777974" y="142275"/>
                </a:lnTo>
                <a:lnTo>
                  <a:pt x="1660089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1491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2060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1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7" y="142275"/>
                </a:lnTo>
                <a:lnTo>
                  <a:pt x="56911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26295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31983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37676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243364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12" y="0"/>
                </a:moveTo>
                <a:lnTo>
                  <a:pt x="0" y="0"/>
                </a:lnTo>
                <a:lnTo>
                  <a:pt x="117886" y="142275"/>
                </a:lnTo>
                <a:lnTo>
                  <a:pt x="174798" y="142275"/>
                </a:lnTo>
                <a:lnTo>
                  <a:pt x="56912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49057" y="8140569"/>
            <a:ext cx="175260" cy="142875"/>
          </a:xfrm>
          <a:custGeom>
            <a:avLst/>
            <a:gdLst/>
            <a:ahLst/>
            <a:cxnLst/>
            <a:rect l="l" t="t" r="r" b="b"/>
            <a:pathLst>
              <a:path w="175260" h="142875">
                <a:moveTo>
                  <a:pt x="56908" y="0"/>
                </a:moveTo>
                <a:lnTo>
                  <a:pt x="0" y="0"/>
                </a:lnTo>
                <a:lnTo>
                  <a:pt x="117885" y="142275"/>
                </a:lnTo>
                <a:lnTo>
                  <a:pt x="174793" y="142275"/>
                </a:lnTo>
                <a:lnTo>
                  <a:pt x="56908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46277" y="2400696"/>
            <a:ext cx="3249930" cy="4983480"/>
          </a:xfrm>
          <a:custGeom>
            <a:avLst/>
            <a:gdLst/>
            <a:ahLst/>
            <a:cxnLst/>
            <a:rect l="l" t="t" r="r" b="b"/>
            <a:pathLst>
              <a:path w="3249929" h="4983480">
                <a:moveTo>
                  <a:pt x="0" y="0"/>
                </a:moveTo>
                <a:lnTo>
                  <a:pt x="3249870" y="0"/>
                </a:lnTo>
                <a:lnTo>
                  <a:pt x="3249870" y="4983480"/>
                </a:lnTo>
                <a:lnTo>
                  <a:pt x="0" y="4983480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98186" y="4608531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⼈流后第七天开始治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疗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每天⼀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七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次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9859" y="6118458"/>
            <a:ext cx="2576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通过电刺激强化盆底肌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⾁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刺激周围⽀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配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9838" y="6345889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经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增加盆腔⾎流速度和细胞新陈代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9813" y="6573322"/>
            <a:ext cx="27139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促进神经功能恢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r>
              <a:rPr sz="1100" spc="-434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增加卵巢及周围⾎</a:t>
            </a:r>
            <a:r>
              <a:rPr sz="1100" spc="-2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供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9787" y="6800756"/>
            <a:ext cx="1772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改善⾎液循环及卵巢功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1537" y="5744635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98488" y="5754315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效果说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21537" y="4239562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80" h="243839">
                <a:moveTo>
                  <a:pt x="121917" y="0"/>
                </a:moveTo>
                <a:lnTo>
                  <a:pt x="670563" y="0"/>
                </a:lnTo>
                <a:lnTo>
                  <a:pt x="717903" y="9619"/>
                </a:lnTo>
                <a:lnTo>
                  <a:pt x="756669" y="35812"/>
                </a:lnTo>
                <a:lnTo>
                  <a:pt x="782861" y="74578"/>
                </a:lnTo>
                <a:lnTo>
                  <a:pt x="792481" y="121917"/>
                </a:lnTo>
                <a:lnTo>
                  <a:pt x="782861" y="169260"/>
                </a:lnTo>
                <a:lnTo>
                  <a:pt x="756669" y="208026"/>
                </a:lnTo>
                <a:lnTo>
                  <a:pt x="717903" y="234219"/>
                </a:lnTo>
                <a:lnTo>
                  <a:pt x="670563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00774" y="4249242"/>
            <a:ext cx="655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使⽤说</a:t>
            </a:r>
            <a:r>
              <a:rPr sz="12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明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46277" y="5732826"/>
            <a:ext cx="324993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贴</a:t>
            </a:r>
            <a:r>
              <a:rPr sz="1200" b="0" spc="5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位</a:t>
            </a:r>
            <a:r>
              <a:rPr sz="1200" b="0" dirty="0">
                <a:solidFill>
                  <a:srgbClr val="FEFEFE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置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  <a:p>
            <a:pPr marL="335280">
              <a:lnSpc>
                <a:spcPct val="100000"/>
              </a:lnSpc>
              <a:spcBef>
                <a:spcPts val="1740"/>
              </a:spcBef>
            </a:pP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脐下双</a:t>
            </a:r>
            <a:r>
              <a:rPr sz="1200" spc="-25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r>
              <a:rPr sz="1200" spc="-47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200" spc="5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腰⼆双</a:t>
            </a:r>
            <a:r>
              <a:rPr sz="1200" dirty="0">
                <a:solidFill>
                  <a:srgbClr val="FEFEFE"/>
                </a:solidFill>
                <a:latin typeface="Microsoft JhengHei" panose="020B0604030504040204" charset="-120"/>
                <a:cs typeface="Microsoft JhengHei" panose="020B0604030504040204" charset="-120"/>
              </a:rPr>
              <a:t>侧</a:t>
            </a:r>
            <a:endParaRPr sz="12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258641" y="5717638"/>
            <a:ext cx="792480" cy="243840"/>
          </a:xfrm>
          <a:custGeom>
            <a:avLst/>
            <a:gdLst/>
            <a:ahLst/>
            <a:cxnLst/>
            <a:rect l="l" t="t" r="r" b="b"/>
            <a:pathLst>
              <a:path w="792479" h="243839">
                <a:moveTo>
                  <a:pt x="121917" y="0"/>
                </a:moveTo>
                <a:lnTo>
                  <a:pt x="670565" y="0"/>
                </a:lnTo>
                <a:lnTo>
                  <a:pt x="717904" y="9619"/>
                </a:lnTo>
                <a:lnTo>
                  <a:pt x="756670" y="35812"/>
                </a:lnTo>
                <a:lnTo>
                  <a:pt x="782862" y="74578"/>
                </a:lnTo>
                <a:lnTo>
                  <a:pt x="792482" y="121917"/>
                </a:lnTo>
                <a:lnTo>
                  <a:pt x="782862" y="169260"/>
                </a:lnTo>
                <a:lnTo>
                  <a:pt x="756670" y="208026"/>
                </a:lnTo>
                <a:lnTo>
                  <a:pt x="717904" y="234219"/>
                </a:lnTo>
                <a:lnTo>
                  <a:pt x="670565" y="243838"/>
                </a:lnTo>
                <a:lnTo>
                  <a:pt x="121917" y="243838"/>
                </a:lnTo>
                <a:lnTo>
                  <a:pt x="74578" y="234219"/>
                </a:lnTo>
                <a:lnTo>
                  <a:pt x="35812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2" y="35812"/>
                </a:lnTo>
                <a:lnTo>
                  <a:pt x="74578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98164" y="4835965"/>
            <a:ext cx="2587625" cy="60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为⼀个疗</a:t>
            </a:r>
            <a:r>
              <a:rPr sz="1100" spc="6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程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8415">
              <a:lnSpc>
                <a:spcPct val="100000"/>
              </a:lnSpc>
              <a:spcBef>
                <a:spcPts val="266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1479" y="3087470"/>
            <a:ext cx="749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圆形电极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1537" y="2718501"/>
            <a:ext cx="960119" cy="243840"/>
          </a:xfrm>
          <a:custGeom>
            <a:avLst/>
            <a:gdLst/>
            <a:ahLst/>
            <a:cxnLst/>
            <a:rect l="l" t="t" r="r" b="b"/>
            <a:pathLst>
              <a:path w="960119" h="243839">
                <a:moveTo>
                  <a:pt x="121917" y="0"/>
                </a:moveTo>
                <a:lnTo>
                  <a:pt x="837730" y="0"/>
                </a:lnTo>
                <a:lnTo>
                  <a:pt x="885071" y="9619"/>
                </a:lnTo>
                <a:lnTo>
                  <a:pt x="923836" y="35812"/>
                </a:lnTo>
                <a:lnTo>
                  <a:pt x="950028" y="74578"/>
                </a:lnTo>
                <a:lnTo>
                  <a:pt x="959647" y="121917"/>
                </a:lnTo>
                <a:lnTo>
                  <a:pt x="950028" y="169260"/>
                </a:lnTo>
                <a:lnTo>
                  <a:pt x="923836" y="208026"/>
                </a:lnTo>
                <a:lnTo>
                  <a:pt x="885071" y="234219"/>
                </a:lnTo>
                <a:lnTo>
                  <a:pt x="837730" y="243838"/>
                </a:lnTo>
                <a:lnTo>
                  <a:pt x="121917" y="243838"/>
                </a:lnTo>
                <a:lnTo>
                  <a:pt x="74576" y="234219"/>
                </a:lnTo>
                <a:lnTo>
                  <a:pt x="35810" y="208026"/>
                </a:lnTo>
                <a:lnTo>
                  <a:pt x="9619" y="169260"/>
                </a:lnTo>
                <a:lnTo>
                  <a:pt x="0" y="121921"/>
                </a:lnTo>
                <a:lnTo>
                  <a:pt x="9619" y="74578"/>
                </a:lnTo>
                <a:lnTo>
                  <a:pt x="35810" y="35812"/>
                </a:lnTo>
                <a:lnTo>
                  <a:pt x="74576" y="9619"/>
                </a:lnTo>
                <a:lnTo>
                  <a:pt x="121917" y="0"/>
                </a:lnTo>
                <a:close/>
              </a:path>
            </a:pathLst>
          </a:custGeom>
          <a:ln w="6350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797880" y="2732853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spc="55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适⽤电极</a:t>
            </a:r>
            <a:r>
              <a:rPr sz="1200" b="0" dirty="0">
                <a:solidFill>
                  <a:srgbClr val="0986C6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⽚</a:t>
            </a:r>
            <a:endParaRPr sz="1200">
              <a:latin typeface="Microsoft JhengHei Light" panose="020B0304030504040204" charset="-120"/>
              <a:cs typeface="Microsoft JhengHei Light" panose="020B0304030504040204" charset="-12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91476" y="3335582"/>
            <a:ext cx="2594610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⽅</a:t>
            </a:r>
            <a:r>
              <a:rPr sz="1100" b="0" spc="45" dirty="0">
                <a:solidFill>
                  <a:srgbClr val="5E5C5C"/>
                </a:solidFill>
                <a:latin typeface="Microsoft JhengHei Light" panose="020B0304030504040204" charset="-120"/>
                <a:cs typeface="Microsoft JhengHei Light" panose="020B0304030504040204" charset="-120"/>
              </a:rPr>
              <a:t>形</a:t>
            </a:r>
            <a:r>
              <a:rPr sz="1100" spc="45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电极</a:t>
            </a:r>
            <a:r>
              <a:rPr sz="1100" dirty="0">
                <a:solidFill>
                  <a:srgbClr val="5E5C5C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⽚</a:t>
            </a:r>
            <a:endParaRPr sz="11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5400">
              <a:lnSpc>
                <a:spcPct val="100000"/>
              </a:lnSpc>
              <a:spcBef>
                <a:spcPts val="2690"/>
              </a:spcBef>
            </a:pP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0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450" spc="-55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" spc="229" dirty="0">
                <a:solidFill>
                  <a:srgbClr val="747374"/>
                </a:solidFill>
                <a:latin typeface="Arial" panose="020B0604020202020204"/>
                <a:cs typeface="Arial" panose="020B0604020202020204"/>
              </a:rPr>
              <a:t>/</a:t>
            </a:r>
            <a:endParaRPr sz="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17911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20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2239946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85538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4" h="194945">
                <a:moveTo>
                  <a:pt x="195872" y="0"/>
                </a:moveTo>
                <a:lnTo>
                  <a:pt x="0" y="0"/>
                </a:lnTo>
                <a:lnTo>
                  <a:pt x="0" y="194892"/>
                </a:lnTo>
                <a:lnTo>
                  <a:pt x="170408" y="194892"/>
                </a:lnTo>
                <a:lnTo>
                  <a:pt x="180549" y="192713"/>
                </a:lnTo>
                <a:lnTo>
                  <a:pt x="188617" y="186633"/>
                </a:lnTo>
                <a:lnTo>
                  <a:pt x="193947" y="177338"/>
                </a:lnTo>
                <a:lnTo>
                  <a:pt x="194278" y="175305"/>
                </a:lnTo>
                <a:lnTo>
                  <a:pt x="33299" y="175305"/>
                </a:lnTo>
                <a:lnTo>
                  <a:pt x="33299" y="21545"/>
                </a:lnTo>
                <a:lnTo>
                  <a:pt x="195872" y="21545"/>
                </a:lnTo>
                <a:lnTo>
                  <a:pt x="195872" y="0"/>
                </a:lnTo>
                <a:close/>
              </a:path>
              <a:path w="196214" h="194945">
                <a:moveTo>
                  <a:pt x="195872" y="21545"/>
                </a:moveTo>
                <a:lnTo>
                  <a:pt x="162575" y="21545"/>
                </a:lnTo>
                <a:lnTo>
                  <a:pt x="162575" y="173321"/>
                </a:lnTo>
                <a:lnTo>
                  <a:pt x="153038" y="175305"/>
                </a:lnTo>
                <a:lnTo>
                  <a:pt x="194278" y="175305"/>
                </a:lnTo>
                <a:lnTo>
                  <a:pt x="195872" y="165514"/>
                </a:lnTo>
                <a:lnTo>
                  <a:pt x="195872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42305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49088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6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7" y="88473"/>
                </a:lnTo>
                <a:lnTo>
                  <a:pt x="183908" y="82316"/>
                </a:lnTo>
                <a:lnTo>
                  <a:pt x="98807" y="82316"/>
                </a:lnTo>
                <a:lnTo>
                  <a:pt x="86170" y="82118"/>
                </a:lnTo>
                <a:lnTo>
                  <a:pt x="77769" y="79452"/>
                </a:lnTo>
                <a:lnTo>
                  <a:pt x="71873" y="79325"/>
                </a:lnTo>
                <a:lnTo>
                  <a:pt x="67741" y="76877"/>
                </a:lnTo>
                <a:lnTo>
                  <a:pt x="61681" y="75902"/>
                </a:lnTo>
                <a:lnTo>
                  <a:pt x="49088" y="75222"/>
                </a:lnTo>
                <a:close/>
              </a:path>
              <a:path w="197485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8" y="19698"/>
                </a:lnTo>
                <a:lnTo>
                  <a:pt x="162230" y="57435"/>
                </a:lnTo>
                <a:lnTo>
                  <a:pt x="121523" y="79199"/>
                </a:lnTo>
                <a:lnTo>
                  <a:pt x="98807" y="82316"/>
                </a:lnTo>
                <a:lnTo>
                  <a:pt x="183908" y="82316"/>
                </a:lnTo>
                <a:lnTo>
                  <a:pt x="195938" y="39924"/>
                </a:lnTo>
                <a:lnTo>
                  <a:pt x="197161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01873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4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652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5" h="161290">
                <a:moveTo>
                  <a:pt x="135148" y="0"/>
                </a:moveTo>
                <a:lnTo>
                  <a:pt x="85445" y="10195"/>
                </a:lnTo>
                <a:lnTo>
                  <a:pt x="43823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9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60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8" y="78981"/>
                </a:lnTo>
                <a:lnTo>
                  <a:pt x="97254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5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50" y="4902"/>
                </a:lnTo>
                <a:lnTo>
                  <a:pt x="165102" y="2623"/>
                </a:lnTo>
                <a:lnTo>
                  <a:pt x="155335" y="1116"/>
                </a:lnTo>
                <a:lnTo>
                  <a:pt x="144750" y="276"/>
                </a:lnTo>
                <a:lnTo>
                  <a:pt x="135148" y="0"/>
                </a:lnTo>
                <a:close/>
              </a:path>
              <a:path w="197485" h="161290">
                <a:moveTo>
                  <a:pt x="176166" y="77567"/>
                </a:moveTo>
                <a:lnTo>
                  <a:pt x="97254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6" y="81638"/>
                </a:lnTo>
                <a:lnTo>
                  <a:pt x="132316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43007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3" y="82264"/>
                </a:moveTo>
                <a:lnTo>
                  <a:pt x="55821" y="82264"/>
                </a:lnTo>
                <a:lnTo>
                  <a:pt x="52458" y="89540"/>
                </a:lnTo>
                <a:lnTo>
                  <a:pt x="46744" y="95900"/>
                </a:lnTo>
                <a:lnTo>
                  <a:pt x="4173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3" y="102830"/>
                </a:lnTo>
                <a:lnTo>
                  <a:pt x="113822" y="99267"/>
                </a:lnTo>
                <a:lnTo>
                  <a:pt x="107820" y="93818"/>
                </a:lnTo>
                <a:lnTo>
                  <a:pt x="102304" y="87934"/>
                </a:lnTo>
                <a:lnTo>
                  <a:pt x="97933" y="82264"/>
                </a:lnTo>
                <a:close/>
              </a:path>
              <a:path w="149225" h="136525">
                <a:moveTo>
                  <a:pt x="118583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7" y="111514"/>
                </a:lnTo>
                <a:lnTo>
                  <a:pt x="128909" y="131218"/>
                </a:lnTo>
                <a:lnTo>
                  <a:pt x="148863" y="136131"/>
                </a:lnTo>
                <a:lnTo>
                  <a:pt x="148863" y="116542"/>
                </a:lnTo>
                <a:lnTo>
                  <a:pt x="142091" y="114838"/>
                </a:lnTo>
                <a:lnTo>
                  <a:pt x="133847" y="111378"/>
                </a:lnTo>
                <a:lnTo>
                  <a:pt x="125723" y="107222"/>
                </a:lnTo>
                <a:lnTo>
                  <a:pt x="119655" y="103633"/>
                </a:lnTo>
                <a:lnTo>
                  <a:pt x="118583" y="102830"/>
                </a:lnTo>
                <a:close/>
              </a:path>
              <a:path w="149225" h="136525">
                <a:moveTo>
                  <a:pt x="146904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4" y="82264"/>
                </a:lnTo>
                <a:lnTo>
                  <a:pt x="146904" y="60718"/>
                </a:lnTo>
                <a:close/>
              </a:path>
              <a:path w="149225" h="136525">
                <a:moveTo>
                  <a:pt x="138088" y="35970"/>
                </a:moveTo>
                <a:lnTo>
                  <a:pt x="39393" y="35970"/>
                </a:lnTo>
                <a:lnTo>
                  <a:pt x="46667" y="35981"/>
                </a:lnTo>
                <a:lnTo>
                  <a:pt x="60719" y="36234"/>
                </a:lnTo>
                <a:lnTo>
                  <a:pt x="60719" y="60718"/>
                </a:lnTo>
                <a:lnTo>
                  <a:pt x="93037" y="60718"/>
                </a:lnTo>
                <a:lnTo>
                  <a:pt x="93037" y="36234"/>
                </a:lnTo>
                <a:lnTo>
                  <a:pt x="138088" y="36234"/>
                </a:lnTo>
                <a:lnTo>
                  <a:pt x="138088" y="35970"/>
                </a:lnTo>
                <a:close/>
              </a:path>
              <a:path w="149225" h="136525">
                <a:moveTo>
                  <a:pt x="52882" y="0"/>
                </a:moveTo>
                <a:lnTo>
                  <a:pt x="22524" y="0"/>
                </a:lnTo>
                <a:lnTo>
                  <a:pt x="20227" y="4781"/>
                </a:lnTo>
                <a:lnTo>
                  <a:pt x="21080" y="9900"/>
                </a:lnTo>
                <a:lnTo>
                  <a:pt x="11875" y="26572"/>
                </a:lnTo>
                <a:lnTo>
                  <a:pt x="6752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2" y="37320"/>
                </a:lnTo>
                <a:lnTo>
                  <a:pt x="39393" y="35970"/>
                </a:lnTo>
                <a:lnTo>
                  <a:pt x="138088" y="35970"/>
                </a:lnTo>
                <a:lnTo>
                  <a:pt x="138088" y="14688"/>
                </a:lnTo>
                <a:lnTo>
                  <a:pt x="48966" y="14688"/>
                </a:lnTo>
                <a:lnTo>
                  <a:pt x="49434" y="9055"/>
                </a:lnTo>
                <a:lnTo>
                  <a:pt x="52415" y="5634"/>
                </a:lnTo>
                <a:lnTo>
                  <a:pt x="5288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67243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9" y="47053"/>
                </a:lnTo>
                <a:lnTo>
                  <a:pt x="1002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20075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39" h="191134">
                <a:moveTo>
                  <a:pt x="17459" y="0"/>
                </a:moveTo>
                <a:lnTo>
                  <a:pt x="19979" y="2026"/>
                </a:lnTo>
                <a:lnTo>
                  <a:pt x="30311" y="7834"/>
                </a:lnTo>
                <a:lnTo>
                  <a:pt x="32269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6" y="17381"/>
                </a:lnTo>
                <a:lnTo>
                  <a:pt x="66142" y="49371"/>
                </a:lnTo>
                <a:lnTo>
                  <a:pt x="75230" y="94337"/>
                </a:lnTo>
                <a:lnTo>
                  <a:pt x="73003" y="112227"/>
                </a:lnTo>
                <a:lnTo>
                  <a:pt x="56174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0" y="190702"/>
                </a:lnTo>
                <a:lnTo>
                  <a:pt x="65708" y="179178"/>
                </a:lnTo>
                <a:lnTo>
                  <a:pt x="99590" y="148853"/>
                </a:lnTo>
                <a:lnTo>
                  <a:pt x="114404" y="112680"/>
                </a:lnTo>
                <a:lnTo>
                  <a:pt x="116495" y="108583"/>
                </a:lnTo>
                <a:lnTo>
                  <a:pt x="101338" y="65453"/>
                </a:lnTo>
                <a:lnTo>
                  <a:pt x="76016" y="32477"/>
                </a:lnTo>
                <a:lnTo>
                  <a:pt x="36663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49511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89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8" y="74631"/>
                </a:lnTo>
                <a:lnTo>
                  <a:pt x="60441" y="72818"/>
                </a:lnTo>
                <a:lnTo>
                  <a:pt x="64990" y="66949"/>
                </a:lnTo>
                <a:lnTo>
                  <a:pt x="66535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89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3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4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89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3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89" h="74929">
                <a:moveTo>
                  <a:pt x="73798" y="372"/>
                </a:moveTo>
                <a:lnTo>
                  <a:pt x="63609" y="4955"/>
                </a:lnTo>
                <a:lnTo>
                  <a:pt x="57744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1" y="44603"/>
                </a:lnTo>
                <a:lnTo>
                  <a:pt x="101221" y="39521"/>
                </a:lnTo>
                <a:lnTo>
                  <a:pt x="101429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5" y="13852"/>
                </a:lnTo>
                <a:lnTo>
                  <a:pt x="105902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8" y="372"/>
                </a:lnTo>
                <a:close/>
              </a:path>
              <a:path w="110489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9" y="38824"/>
                </a:lnTo>
                <a:lnTo>
                  <a:pt x="103626" y="31451"/>
                </a:lnTo>
                <a:lnTo>
                  <a:pt x="102274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89" h="74929">
                <a:moveTo>
                  <a:pt x="47339" y="13708"/>
                </a:moveTo>
                <a:lnTo>
                  <a:pt x="27424" y="13708"/>
                </a:lnTo>
                <a:lnTo>
                  <a:pt x="32916" y="15532"/>
                </a:lnTo>
                <a:lnTo>
                  <a:pt x="36170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3" y="38131"/>
                </a:lnTo>
                <a:lnTo>
                  <a:pt x="51346" y="38131"/>
                </a:lnTo>
                <a:lnTo>
                  <a:pt x="50342" y="29336"/>
                </a:lnTo>
                <a:lnTo>
                  <a:pt x="49650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89" h="74929">
                <a:moveTo>
                  <a:pt x="105025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2" y="15490"/>
                </a:lnTo>
                <a:lnTo>
                  <a:pt x="104792" y="16649"/>
                </a:lnTo>
                <a:lnTo>
                  <a:pt x="105025" y="13852"/>
                </a:lnTo>
                <a:close/>
              </a:path>
              <a:path w="110489" h="74929">
                <a:moveTo>
                  <a:pt x="106052" y="1483"/>
                </a:moveTo>
                <a:lnTo>
                  <a:pt x="105902" y="3290"/>
                </a:lnTo>
                <a:lnTo>
                  <a:pt x="109943" y="3798"/>
                </a:lnTo>
                <a:lnTo>
                  <a:pt x="106052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628629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628629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710897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69" h="32384">
                <a:moveTo>
                  <a:pt x="26441" y="0"/>
                </a:moveTo>
                <a:lnTo>
                  <a:pt x="0" y="0"/>
                </a:lnTo>
                <a:lnTo>
                  <a:pt x="0" y="32316"/>
                </a:lnTo>
                <a:lnTo>
                  <a:pt x="26441" y="32316"/>
                </a:lnTo>
                <a:lnTo>
                  <a:pt x="26441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34505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7" y="0"/>
                </a:moveTo>
                <a:lnTo>
                  <a:pt x="0" y="0"/>
                </a:lnTo>
                <a:lnTo>
                  <a:pt x="0" y="43091"/>
                </a:lnTo>
                <a:lnTo>
                  <a:pt x="79329" y="43091"/>
                </a:lnTo>
                <a:lnTo>
                  <a:pt x="91769" y="38713"/>
                </a:lnTo>
                <a:lnTo>
                  <a:pt x="96825" y="28399"/>
                </a:lnTo>
                <a:lnTo>
                  <a:pt x="26441" y="28399"/>
                </a:lnTo>
                <a:lnTo>
                  <a:pt x="26441" y="15666"/>
                </a:lnTo>
                <a:lnTo>
                  <a:pt x="98060" y="15666"/>
                </a:lnTo>
                <a:lnTo>
                  <a:pt x="98207" y="13797"/>
                </a:lnTo>
                <a:lnTo>
                  <a:pt x="97937" y="0"/>
                </a:lnTo>
                <a:close/>
              </a:path>
              <a:path w="98425" h="43179">
                <a:moveTo>
                  <a:pt x="98060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6" y="28399"/>
                </a:lnTo>
                <a:lnTo>
                  <a:pt x="96825" y="28399"/>
                </a:lnTo>
                <a:lnTo>
                  <a:pt x="97107" y="27825"/>
                </a:lnTo>
                <a:lnTo>
                  <a:pt x="98060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22300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4" h="60325">
                <a:moveTo>
                  <a:pt x="75863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4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1" y="39174"/>
                </a:lnTo>
                <a:lnTo>
                  <a:pt x="93537" y="35662"/>
                </a:lnTo>
                <a:lnTo>
                  <a:pt x="81113" y="25870"/>
                </a:lnTo>
                <a:lnTo>
                  <a:pt x="75863" y="12733"/>
                </a:lnTo>
                <a:lnTo>
                  <a:pt x="75863" y="0"/>
                </a:lnTo>
                <a:close/>
              </a:path>
              <a:path w="120014" h="60325">
                <a:moveTo>
                  <a:pt x="101861" y="39174"/>
                </a:moveTo>
                <a:lnTo>
                  <a:pt x="61174" y="39174"/>
                </a:lnTo>
                <a:lnTo>
                  <a:pt x="64804" y="41605"/>
                </a:lnTo>
                <a:lnTo>
                  <a:pt x="66172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1" y="41824"/>
                </a:lnTo>
                <a:lnTo>
                  <a:pt x="101861" y="39174"/>
                </a:lnTo>
                <a:close/>
              </a:path>
              <a:path w="120014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817647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82172" y="490056"/>
            <a:ext cx="1519314" cy="3183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732999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07588" y="1392714"/>
            <a:ext cx="48679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b="1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112" baseline="2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⼈流术后卵巢恢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658666" y="158588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8" y="7268"/>
                </a:lnTo>
                <a:lnTo>
                  <a:pt x="226788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8" y="257653"/>
                </a:lnTo>
                <a:lnTo>
                  <a:pt x="187648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5687086" y="1596729"/>
            <a:ext cx="22923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450" spc="5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3057063" y="2063"/>
            <a:ext cx="1341120" cy="1261745"/>
          </a:xfrm>
          <a:custGeom>
            <a:avLst/>
            <a:gdLst/>
            <a:ahLst/>
            <a:cxnLst/>
            <a:rect l="l" t="t" r="r" b="b"/>
            <a:pathLst>
              <a:path w="1341119" h="1261745">
                <a:moveTo>
                  <a:pt x="0" y="0"/>
                </a:moveTo>
                <a:lnTo>
                  <a:pt x="1341122" y="0"/>
                </a:lnTo>
                <a:lnTo>
                  <a:pt x="1341122" y="1261334"/>
                </a:lnTo>
                <a:lnTo>
                  <a:pt x="0" y="1261334"/>
                </a:lnTo>
                <a:lnTo>
                  <a:pt x="0" y="0"/>
                </a:lnTo>
                <a:close/>
              </a:path>
            </a:pathLst>
          </a:custGeom>
          <a:solidFill>
            <a:srgbClr val="098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427528" y="905266"/>
            <a:ext cx="4470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神经和肌⾁刺激器⽤体表电极⽚</a:t>
            </a:r>
            <a:endParaRPr sz="25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0239394" y="490056"/>
            <a:ext cx="1519314" cy="318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1490221" y="539046"/>
            <a:ext cx="229765" cy="14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334636" y="562471"/>
            <a:ext cx="196215" cy="194945"/>
          </a:xfrm>
          <a:custGeom>
            <a:avLst/>
            <a:gdLst/>
            <a:ahLst/>
            <a:cxnLst/>
            <a:rect l="l" t="t" r="r" b="b"/>
            <a:pathLst>
              <a:path w="196215" h="194945">
                <a:moveTo>
                  <a:pt x="195873" y="0"/>
                </a:moveTo>
                <a:lnTo>
                  <a:pt x="0" y="0"/>
                </a:lnTo>
                <a:lnTo>
                  <a:pt x="0" y="194892"/>
                </a:lnTo>
                <a:lnTo>
                  <a:pt x="170409" y="194892"/>
                </a:lnTo>
                <a:lnTo>
                  <a:pt x="180550" y="192713"/>
                </a:lnTo>
                <a:lnTo>
                  <a:pt x="188618" y="186633"/>
                </a:lnTo>
                <a:lnTo>
                  <a:pt x="193948" y="177338"/>
                </a:lnTo>
                <a:lnTo>
                  <a:pt x="194279" y="175305"/>
                </a:lnTo>
                <a:lnTo>
                  <a:pt x="33300" y="175305"/>
                </a:lnTo>
                <a:lnTo>
                  <a:pt x="33300" y="21545"/>
                </a:lnTo>
                <a:lnTo>
                  <a:pt x="195873" y="21545"/>
                </a:lnTo>
                <a:lnTo>
                  <a:pt x="195873" y="0"/>
                </a:lnTo>
                <a:close/>
              </a:path>
              <a:path w="196215" h="194945">
                <a:moveTo>
                  <a:pt x="195873" y="21545"/>
                </a:moveTo>
                <a:lnTo>
                  <a:pt x="162576" y="21545"/>
                </a:lnTo>
                <a:lnTo>
                  <a:pt x="162576" y="173321"/>
                </a:lnTo>
                <a:lnTo>
                  <a:pt x="153040" y="175305"/>
                </a:lnTo>
                <a:lnTo>
                  <a:pt x="194279" y="175305"/>
                </a:lnTo>
                <a:lnTo>
                  <a:pt x="195873" y="165514"/>
                </a:lnTo>
                <a:lnTo>
                  <a:pt x="195873" y="21545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091404" y="635800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49087" y="75222"/>
                </a:moveTo>
                <a:lnTo>
                  <a:pt x="6200" y="96514"/>
                </a:lnTo>
                <a:lnTo>
                  <a:pt x="0" y="119367"/>
                </a:lnTo>
                <a:lnTo>
                  <a:pt x="2165" y="131504"/>
                </a:lnTo>
                <a:lnTo>
                  <a:pt x="4717" y="138992"/>
                </a:lnTo>
                <a:lnTo>
                  <a:pt x="8310" y="141872"/>
                </a:lnTo>
                <a:lnTo>
                  <a:pt x="9164" y="145069"/>
                </a:lnTo>
                <a:lnTo>
                  <a:pt x="11493" y="146541"/>
                </a:lnTo>
                <a:lnTo>
                  <a:pt x="19470" y="153089"/>
                </a:lnTo>
                <a:lnTo>
                  <a:pt x="21720" y="153723"/>
                </a:lnTo>
                <a:lnTo>
                  <a:pt x="24165" y="155844"/>
                </a:lnTo>
                <a:lnTo>
                  <a:pt x="31098" y="158389"/>
                </a:lnTo>
                <a:lnTo>
                  <a:pt x="34922" y="159205"/>
                </a:lnTo>
                <a:lnTo>
                  <a:pt x="36358" y="159368"/>
                </a:lnTo>
                <a:lnTo>
                  <a:pt x="40324" y="159941"/>
                </a:lnTo>
                <a:lnTo>
                  <a:pt x="85884" y="158932"/>
                </a:lnTo>
                <a:lnTo>
                  <a:pt x="127863" y="143309"/>
                </a:lnTo>
                <a:lnTo>
                  <a:pt x="157973" y="119507"/>
                </a:lnTo>
                <a:lnTo>
                  <a:pt x="180766" y="88473"/>
                </a:lnTo>
                <a:lnTo>
                  <a:pt x="183906" y="82316"/>
                </a:lnTo>
                <a:lnTo>
                  <a:pt x="98806" y="82316"/>
                </a:lnTo>
                <a:lnTo>
                  <a:pt x="86169" y="82118"/>
                </a:lnTo>
                <a:lnTo>
                  <a:pt x="77768" y="79452"/>
                </a:lnTo>
                <a:lnTo>
                  <a:pt x="71871" y="79325"/>
                </a:lnTo>
                <a:lnTo>
                  <a:pt x="67741" y="76877"/>
                </a:lnTo>
                <a:lnTo>
                  <a:pt x="61680" y="75902"/>
                </a:lnTo>
                <a:lnTo>
                  <a:pt x="49087" y="75222"/>
                </a:lnTo>
                <a:close/>
              </a:path>
              <a:path w="197484" h="161290">
                <a:moveTo>
                  <a:pt x="194265" y="0"/>
                </a:moveTo>
                <a:lnTo>
                  <a:pt x="192173" y="4097"/>
                </a:lnTo>
                <a:lnTo>
                  <a:pt x="190470" y="14414"/>
                </a:lnTo>
                <a:lnTo>
                  <a:pt x="188367" y="19698"/>
                </a:lnTo>
                <a:lnTo>
                  <a:pt x="162229" y="57435"/>
                </a:lnTo>
                <a:lnTo>
                  <a:pt x="121523" y="79199"/>
                </a:lnTo>
                <a:lnTo>
                  <a:pt x="98806" y="82316"/>
                </a:lnTo>
                <a:lnTo>
                  <a:pt x="183906" y="82316"/>
                </a:lnTo>
                <a:lnTo>
                  <a:pt x="195938" y="39924"/>
                </a:lnTo>
                <a:lnTo>
                  <a:pt x="197160" y="22052"/>
                </a:lnTo>
                <a:lnTo>
                  <a:pt x="195582" y="4691"/>
                </a:lnTo>
                <a:lnTo>
                  <a:pt x="194265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650972" y="563450"/>
            <a:ext cx="194945" cy="193040"/>
          </a:xfrm>
          <a:custGeom>
            <a:avLst/>
            <a:gdLst/>
            <a:ahLst/>
            <a:cxnLst/>
            <a:rect l="l" t="t" r="r" b="b"/>
            <a:pathLst>
              <a:path w="194945" h="193040">
                <a:moveTo>
                  <a:pt x="192934" y="0"/>
                </a:moveTo>
                <a:lnTo>
                  <a:pt x="0" y="0"/>
                </a:lnTo>
                <a:lnTo>
                  <a:pt x="99" y="168897"/>
                </a:lnTo>
                <a:lnTo>
                  <a:pt x="2075" y="177729"/>
                </a:lnTo>
                <a:lnTo>
                  <a:pt x="7737" y="185539"/>
                </a:lnTo>
                <a:lnTo>
                  <a:pt x="16140" y="190926"/>
                </a:lnTo>
                <a:lnTo>
                  <a:pt x="26441" y="192934"/>
                </a:lnTo>
                <a:lnTo>
                  <a:pt x="194892" y="192934"/>
                </a:lnTo>
                <a:lnTo>
                  <a:pt x="194892" y="172368"/>
                </a:lnTo>
                <a:lnTo>
                  <a:pt x="39725" y="172368"/>
                </a:lnTo>
                <a:lnTo>
                  <a:pt x="33295" y="168897"/>
                </a:lnTo>
                <a:lnTo>
                  <a:pt x="33295" y="22525"/>
                </a:lnTo>
                <a:lnTo>
                  <a:pt x="192934" y="22525"/>
                </a:lnTo>
                <a:lnTo>
                  <a:pt x="19293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14384" y="522314"/>
            <a:ext cx="197485" cy="161290"/>
          </a:xfrm>
          <a:custGeom>
            <a:avLst/>
            <a:gdLst/>
            <a:ahLst/>
            <a:cxnLst/>
            <a:rect l="l" t="t" r="r" b="b"/>
            <a:pathLst>
              <a:path w="197484" h="161290">
                <a:moveTo>
                  <a:pt x="135148" y="0"/>
                </a:moveTo>
                <a:lnTo>
                  <a:pt x="85444" y="10195"/>
                </a:lnTo>
                <a:lnTo>
                  <a:pt x="43822" y="36970"/>
                </a:lnTo>
                <a:lnTo>
                  <a:pt x="12529" y="80326"/>
                </a:lnTo>
                <a:lnTo>
                  <a:pt x="0" y="131997"/>
                </a:lnTo>
                <a:lnTo>
                  <a:pt x="0" y="142815"/>
                </a:lnTo>
                <a:lnTo>
                  <a:pt x="298" y="148568"/>
                </a:lnTo>
                <a:lnTo>
                  <a:pt x="1958" y="155785"/>
                </a:lnTo>
                <a:lnTo>
                  <a:pt x="1958" y="161150"/>
                </a:lnTo>
                <a:lnTo>
                  <a:pt x="2959" y="159533"/>
                </a:lnTo>
                <a:lnTo>
                  <a:pt x="6217" y="145533"/>
                </a:lnTo>
                <a:lnTo>
                  <a:pt x="9850" y="135376"/>
                </a:lnTo>
                <a:lnTo>
                  <a:pt x="40675" y="97236"/>
                </a:lnTo>
                <a:lnTo>
                  <a:pt x="83827" y="78981"/>
                </a:lnTo>
                <a:lnTo>
                  <a:pt x="97253" y="77567"/>
                </a:lnTo>
                <a:lnTo>
                  <a:pt x="176166" y="77567"/>
                </a:lnTo>
                <a:lnTo>
                  <a:pt x="189875" y="66017"/>
                </a:lnTo>
                <a:lnTo>
                  <a:pt x="196861" y="48671"/>
                </a:lnTo>
                <a:lnTo>
                  <a:pt x="194551" y="27769"/>
                </a:lnTo>
                <a:lnTo>
                  <a:pt x="192214" y="20868"/>
                </a:lnTo>
                <a:lnTo>
                  <a:pt x="189922" y="20105"/>
                </a:lnTo>
                <a:lnTo>
                  <a:pt x="187059" y="14695"/>
                </a:lnTo>
                <a:lnTo>
                  <a:pt x="185101" y="12736"/>
                </a:lnTo>
                <a:lnTo>
                  <a:pt x="174769" y="6929"/>
                </a:lnTo>
                <a:lnTo>
                  <a:pt x="172248" y="4902"/>
                </a:lnTo>
                <a:lnTo>
                  <a:pt x="165101" y="2623"/>
                </a:lnTo>
                <a:lnTo>
                  <a:pt x="155334" y="1116"/>
                </a:lnTo>
                <a:lnTo>
                  <a:pt x="144749" y="276"/>
                </a:lnTo>
                <a:lnTo>
                  <a:pt x="135148" y="0"/>
                </a:lnTo>
                <a:close/>
              </a:path>
              <a:path w="197484" h="161290">
                <a:moveTo>
                  <a:pt x="176166" y="77567"/>
                </a:moveTo>
                <a:lnTo>
                  <a:pt x="97253" y="77567"/>
                </a:lnTo>
                <a:lnTo>
                  <a:pt x="110328" y="77664"/>
                </a:lnTo>
                <a:lnTo>
                  <a:pt x="119184" y="80326"/>
                </a:lnTo>
                <a:lnTo>
                  <a:pt x="126695" y="81638"/>
                </a:lnTo>
                <a:lnTo>
                  <a:pt x="132315" y="83453"/>
                </a:lnTo>
                <a:lnTo>
                  <a:pt x="140219" y="84657"/>
                </a:lnTo>
                <a:lnTo>
                  <a:pt x="154663" y="84152"/>
                </a:lnTo>
                <a:lnTo>
                  <a:pt x="175256" y="78335"/>
                </a:lnTo>
                <a:lnTo>
                  <a:pt x="176166" y="77567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692105" y="591854"/>
            <a:ext cx="149225" cy="136525"/>
          </a:xfrm>
          <a:custGeom>
            <a:avLst/>
            <a:gdLst/>
            <a:ahLst/>
            <a:cxnLst/>
            <a:rect l="l" t="t" r="r" b="b"/>
            <a:pathLst>
              <a:path w="149225" h="136525">
                <a:moveTo>
                  <a:pt x="97934" y="82264"/>
                </a:moveTo>
                <a:lnTo>
                  <a:pt x="55821" y="82264"/>
                </a:lnTo>
                <a:lnTo>
                  <a:pt x="52459" y="89540"/>
                </a:lnTo>
                <a:lnTo>
                  <a:pt x="46745" y="95900"/>
                </a:lnTo>
                <a:lnTo>
                  <a:pt x="4174" y="117239"/>
                </a:lnTo>
                <a:lnTo>
                  <a:pt x="2188" y="119517"/>
                </a:lnTo>
                <a:lnTo>
                  <a:pt x="1909" y="123739"/>
                </a:lnTo>
                <a:lnTo>
                  <a:pt x="1837" y="125850"/>
                </a:lnTo>
                <a:lnTo>
                  <a:pt x="1958" y="136131"/>
                </a:lnTo>
                <a:lnTo>
                  <a:pt x="19238" y="133213"/>
                </a:lnTo>
                <a:lnTo>
                  <a:pt x="41999" y="125850"/>
                </a:lnTo>
                <a:lnTo>
                  <a:pt x="63837" y="115302"/>
                </a:lnTo>
                <a:lnTo>
                  <a:pt x="78350" y="102830"/>
                </a:lnTo>
                <a:lnTo>
                  <a:pt x="118584" y="102830"/>
                </a:lnTo>
                <a:lnTo>
                  <a:pt x="113823" y="99267"/>
                </a:lnTo>
                <a:lnTo>
                  <a:pt x="107821" y="93818"/>
                </a:lnTo>
                <a:lnTo>
                  <a:pt x="102306" y="87934"/>
                </a:lnTo>
                <a:lnTo>
                  <a:pt x="97934" y="82264"/>
                </a:lnTo>
                <a:close/>
              </a:path>
              <a:path w="149225" h="136525">
                <a:moveTo>
                  <a:pt x="118584" y="102830"/>
                </a:moveTo>
                <a:lnTo>
                  <a:pt x="78350" y="102830"/>
                </a:lnTo>
                <a:lnTo>
                  <a:pt x="84019" y="107273"/>
                </a:lnTo>
                <a:lnTo>
                  <a:pt x="88778" y="111514"/>
                </a:lnTo>
                <a:lnTo>
                  <a:pt x="128909" y="131218"/>
                </a:lnTo>
                <a:lnTo>
                  <a:pt x="148864" y="136131"/>
                </a:lnTo>
                <a:lnTo>
                  <a:pt x="148864" y="116542"/>
                </a:lnTo>
                <a:lnTo>
                  <a:pt x="142092" y="114838"/>
                </a:lnTo>
                <a:lnTo>
                  <a:pt x="133848" y="111378"/>
                </a:lnTo>
                <a:lnTo>
                  <a:pt x="125724" y="107222"/>
                </a:lnTo>
                <a:lnTo>
                  <a:pt x="119656" y="103633"/>
                </a:lnTo>
                <a:lnTo>
                  <a:pt x="118584" y="102830"/>
                </a:lnTo>
                <a:close/>
              </a:path>
              <a:path w="149225" h="136525">
                <a:moveTo>
                  <a:pt x="146905" y="60718"/>
                </a:moveTo>
                <a:lnTo>
                  <a:pt x="0" y="60718"/>
                </a:lnTo>
                <a:lnTo>
                  <a:pt x="0" y="82264"/>
                </a:lnTo>
                <a:lnTo>
                  <a:pt x="146905" y="82264"/>
                </a:lnTo>
                <a:lnTo>
                  <a:pt x="146905" y="60718"/>
                </a:lnTo>
                <a:close/>
              </a:path>
              <a:path w="149225" h="136525">
                <a:moveTo>
                  <a:pt x="138089" y="35970"/>
                </a:moveTo>
                <a:lnTo>
                  <a:pt x="39395" y="35970"/>
                </a:lnTo>
                <a:lnTo>
                  <a:pt x="46669" y="35981"/>
                </a:lnTo>
                <a:lnTo>
                  <a:pt x="60721" y="36234"/>
                </a:lnTo>
                <a:lnTo>
                  <a:pt x="60721" y="60718"/>
                </a:lnTo>
                <a:lnTo>
                  <a:pt x="93038" y="60718"/>
                </a:lnTo>
                <a:lnTo>
                  <a:pt x="93038" y="36234"/>
                </a:lnTo>
                <a:lnTo>
                  <a:pt x="138089" y="36234"/>
                </a:lnTo>
                <a:lnTo>
                  <a:pt x="138089" y="35970"/>
                </a:lnTo>
                <a:close/>
              </a:path>
              <a:path w="149225" h="136525">
                <a:moveTo>
                  <a:pt x="52884" y="0"/>
                </a:moveTo>
                <a:lnTo>
                  <a:pt x="22525" y="0"/>
                </a:lnTo>
                <a:lnTo>
                  <a:pt x="20228" y="4781"/>
                </a:lnTo>
                <a:lnTo>
                  <a:pt x="21081" y="9900"/>
                </a:lnTo>
                <a:lnTo>
                  <a:pt x="11877" y="26572"/>
                </a:lnTo>
                <a:lnTo>
                  <a:pt x="6753" y="32702"/>
                </a:lnTo>
                <a:lnTo>
                  <a:pt x="0" y="34276"/>
                </a:lnTo>
                <a:lnTo>
                  <a:pt x="0" y="51904"/>
                </a:lnTo>
                <a:lnTo>
                  <a:pt x="34953" y="37320"/>
                </a:lnTo>
                <a:lnTo>
                  <a:pt x="39395" y="35970"/>
                </a:lnTo>
                <a:lnTo>
                  <a:pt x="138089" y="35970"/>
                </a:lnTo>
                <a:lnTo>
                  <a:pt x="138089" y="14688"/>
                </a:lnTo>
                <a:lnTo>
                  <a:pt x="48967" y="14688"/>
                </a:lnTo>
                <a:lnTo>
                  <a:pt x="49436" y="9055"/>
                </a:lnTo>
                <a:lnTo>
                  <a:pt x="52416" y="5634"/>
                </a:lnTo>
                <a:lnTo>
                  <a:pt x="52884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2016342" y="599881"/>
            <a:ext cx="117475" cy="191770"/>
          </a:xfrm>
          <a:custGeom>
            <a:avLst/>
            <a:gdLst/>
            <a:ahLst/>
            <a:cxnLst/>
            <a:rect l="l" t="t" r="r" b="b"/>
            <a:pathLst>
              <a:path w="117475" h="191770">
                <a:moveTo>
                  <a:pt x="95295" y="0"/>
                </a:moveTo>
                <a:lnTo>
                  <a:pt x="54653" y="9839"/>
                </a:lnTo>
                <a:lnTo>
                  <a:pt x="13928" y="47053"/>
                </a:lnTo>
                <a:lnTo>
                  <a:pt x="1000" y="81965"/>
                </a:lnTo>
                <a:lnTo>
                  <a:pt x="0" y="83582"/>
                </a:lnTo>
                <a:lnTo>
                  <a:pt x="2004" y="90488"/>
                </a:lnTo>
                <a:lnTo>
                  <a:pt x="3601" y="97729"/>
                </a:lnTo>
                <a:lnTo>
                  <a:pt x="6661" y="107477"/>
                </a:lnTo>
                <a:lnTo>
                  <a:pt x="31109" y="148957"/>
                </a:lnTo>
                <a:lnTo>
                  <a:pt x="62485" y="176286"/>
                </a:lnTo>
                <a:lnTo>
                  <a:pt x="99227" y="191762"/>
                </a:lnTo>
                <a:lnTo>
                  <a:pt x="96782" y="189641"/>
                </a:lnTo>
                <a:lnTo>
                  <a:pt x="94532" y="189007"/>
                </a:lnTo>
                <a:lnTo>
                  <a:pt x="86555" y="182459"/>
                </a:lnTo>
                <a:lnTo>
                  <a:pt x="84226" y="180987"/>
                </a:lnTo>
                <a:lnTo>
                  <a:pt x="65656" y="164025"/>
                </a:lnTo>
                <a:lnTo>
                  <a:pt x="50792" y="140128"/>
                </a:lnTo>
                <a:lnTo>
                  <a:pt x="42706" y="110808"/>
                </a:lnTo>
                <a:lnTo>
                  <a:pt x="44471" y="77577"/>
                </a:lnTo>
                <a:lnTo>
                  <a:pt x="65932" y="34846"/>
                </a:lnTo>
                <a:lnTo>
                  <a:pt x="103234" y="7059"/>
                </a:lnTo>
                <a:lnTo>
                  <a:pt x="117144" y="2744"/>
                </a:lnTo>
                <a:lnTo>
                  <a:pt x="108370" y="97"/>
                </a:lnTo>
                <a:lnTo>
                  <a:pt x="95295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2169172" y="527216"/>
            <a:ext cx="116839" cy="191135"/>
          </a:xfrm>
          <a:custGeom>
            <a:avLst/>
            <a:gdLst/>
            <a:ahLst/>
            <a:cxnLst/>
            <a:rect l="l" t="t" r="r" b="b"/>
            <a:pathLst>
              <a:path w="116840" h="191134">
                <a:moveTo>
                  <a:pt x="17459" y="0"/>
                </a:moveTo>
                <a:lnTo>
                  <a:pt x="19980" y="2026"/>
                </a:lnTo>
                <a:lnTo>
                  <a:pt x="30312" y="7834"/>
                </a:lnTo>
                <a:lnTo>
                  <a:pt x="32270" y="9792"/>
                </a:lnTo>
                <a:lnTo>
                  <a:pt x="35967" y="10778"/>
                </a:lnTo>
                <a:lnTo>
                  <a:pt x="39603" y="14879"/>
                </a:lnTo>
                <a:lnTo>
                  <a:pt x="42307" y="17381"/>
                </a:lnTo>
                <a:lnTo>
                  <a:pt x="66142" y="49371"/>
                </a:lnTo>
                <a:lnTo>
                  <a:pt x="75231" y="94337"/>
                </a:lnTo>
                <a:lnTo>
                  <a:pt x="73004" y="112227"/>
                </a:lnTo>
                <a:lnTo>
                  <a:pt x="56175" y="150231"/>
                </a:lnTo>
                <a:lnTo>
                  <a:pt x="26452" y="177322"/>
                </a:lnTo>
                <a:lnTo>
                  <a:pt x="0" y="188036"/>
                </a:lnTo>
                <a:lnTo>
                  <a:pt x="8401" y="190702"/>
                </a:lnTo>
                <a:lnTo>
                  <a:pt x="65709" y="179178"/>
                </a:lnTo>
                <a:lnTo>
                  <a:pt x="99590" y="148853"/>
                </a:lnTo>
                <a:lnTo>
                  <a:pt x="114405" y="112680"/>
                </a:lnTo>
                <a:lnTo>
                  <a:pt x="116497" y="108583"/>
                </a:lnTo>
                <a:lnTo>
                  <a:pt x="101339" y="65453"/>
                </a:lnTo>
                <a:lnTo>
                  <a:pt x="76017" y="32477"/>
                </a:lnTo>
                <a:lnTo>
                  <a:pt x="36664" y="6365"/>
                </a:lnTo>
                <a:lnTo>
                  <a:pt x="26196" y="2115"/>
                </a:lnTo>
                <a:lnTo>
                  <a:pt x="17459" y="0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098610" y="627109"/>
            <a:ext cx="110489" cy="74930"/>
          </a:xfrm>
          <a:custGeom>
            <a:avLst/>
            <a:gdLst/>
            <a:ahLst/>
            <a:cxnLst/>
            <a:rect l="l" t="t" r="r" b="b"/>
            <a:pathLst>
              <a:path w="110490" h="74929">
                <a:moveTo>
                  <a:pt x="65617" y="51908"/>
                </a:moveTo>
                <a:lnTo>
                  <a:pt x="40153" y="51908"/>
                </a:lnTo>
                <a:lnTo>
                  <a:pt x="40153" y="57318"/>
                </a:lnTo>
                <a:lnTo>
                  <a:pt x="39776" y="65257"/>
                </a:lnTo>
                <a:lnTo>
                  <a:pt x="42256" y="69390"/>
                </a:lnTo>
                <a:lnTo>
                  <a:pt x="46903" y="73212"/>
                </a:lnTo>
                <a:lnTo>
                  <a:pt x="53687" y="74631"/>
                </a:lnTo>
                <a:lnTo>
                  <a:pt x="60440" y="72818"/>
                </a:lnTo>
                <a:lnTo>
                  <a:pt x="64989" y="66949"/>
                </a:lnTo>
                <a:lnTo>
                  <a:pt x="66534" y="62316"/>
                </a:lnTo>
                <a:lnTo>
                  <a:pt x="65617" y="55267"/>
                </a:lnTo>
                <a:lnTo>
                  <a:pt x="65617" y="51908"/>
                </a:lnTo>
                <a:close/>
              </a:path>
              <a:path w="110490" h="74929">
                <a:moveTo>
                  <a:pt x="31337" y="0"/>
                </a:moveTo>
                <a:lnTo>
                  <a:pt x="0" y="3916"/>
                </a:lnTo>
                <a:lnTo>
                  <a:pt x="3743" y="35431"/>
                </a:lnTo>
                <a:lnTo>
                  <a:pt x="9594" y="47779"/>
                </a:lnTo>
                <a:lnTo>
                  <a:pt x="19606" y="52357"/>
                </a:lnTo>
                <a:lnTo>
                  <a:pt x="30789" y="52591"/>
                </a:lnTo>
                <a:lnTo>
                  <a:pt x="40153" y="51908"/>
                </a:lnTo>
                <a:lnTo>
                  <a:pt x="65617" y="51908"/>
                </a:lnTo>
                <a:lnTo>
                  <a:pt x="65617" y="50929"/>
                </a:lnTo>
                <a:lnTo>
                  <a:pt x="52884" y="50929"/>
                </a:lnTo>
                <a:lnTo>
                  <a:pt x="52884" y="46184"/>
                </a:lnTo>
                <a:lnTo>
                  <a:pt x="51530" y="39740"/>
                </a:lnTo>
                <a:lnTo>
                  <a:pt x="51346" y="38131"/>
                </a:lnTo>
                <a:lnTo>
                  <a:pt x="22502" y="38131"/>
                </a:lnTo>
                <a:lnTo>
                  <a:pt x="16685" y="32565"/>
                </a:lnTo>
                <a:lnTo>
                  <a:pt x="15501" y="23693"/>
                </a:lnTo>
                <a:lnTo>
                  <a:pt x="13708" y="14691"/>
                </a:lnTo>
                <a:lnTo>
                  <a:pt x="20689" y="14106"/>
                </a:lnTo>
                <a:lnTo>
                  <a:pt x="27423" y="13708"/>
                </a:lnTo>
                <a:lnTo>
                  <a:pt x="47339" y="13708"/>
                </a:lnTo>
                <a:lnTo>
                  <a:pt x="46475" y="11073"/>
                </a:lnTo>
                <a:lnTo>
                  <a:pt x="42020" y="5186"/>
                </a:lnTo>
                <a:lnTo>
                  <a:pt x="36626" y="1362"/>
                </a:lnTo>
                <a:lnTo>
                  <a:pt x="31337" y="0"/>
                </a:lnTo>
                <a:close/>
              </a:path>
              <a:path w="110490" h="74929">
                <a:moveTo>
                  <a:pt x="93611" y="49950"/>
                </a:moveTo>
                <a:lnTo>
                  <a:pt x="65617" y="49950"/>
                </a:lnTo>
                <a:lnTo>
                  <a:pt x="69029" y="51584"/>
                </a:lnTo>
                <a:lnTo>
                  <a:pt x="80012" y="51908"/>
                </a:lnTo>
                <a:lnTo>
                  <a:pt x="91630" y="51908"/>
                </a:lnTo>
                <a:lnTo>
                  <a:pt x="93611" y="49950"/>
                </a:lnTo>
                <a:close/>
              </a:path>
              <a:path w="110490" h="74929">
                <a:moveTo>
                  <a:pt x="73797" y="372"/>
                </a:moveTo>
                <a:lnTo>
                  <a:pt x="63608" y="4955"/>
                </a:lnTo>
                <a:lnTo>
                  <a:pt x="57743" y="17593"/>
                </a:lnTo>
                <a:lnTo>
                  <a:pt x="52884" y="50929"/>
                </a:lnTo>
                <a:lnTo>
                  <a:pt x="65617" y="50929"/>
                </a:lnTo>
                <a:lnTo>
                  <a:pt x="65617" y="49950"/>
                </a:lnTo>
                <a:lnTo>
                  <a:pt x="93611" y="49950"/>
                </a:lnTo>
                <a:lnTo>
                  <a:pt x="99020" y="44603"/>
                </a:lnTo>
                <a:lnTo>
                  <a:pt x="101220" y="39521"/>
                </a:lnTo>
                <a:lnTo>
                  <a:pt x="101427" y="38824"/>
                </a:lnTo>
                <a:lnTo>
                  <a:pt x="75937" y="38824"/>
                </a:lnTo>
                <a:lnTo>
                  <a:pt x="68554" y="38196"/>
                </a:lnTo>
                <a:lnTo>
                  <a:pt x="68415" y="21611"/>
                </a:lnTo>
                <a:lnTo>
                  <a:pt x="72161" y="17320"/>
                </a:lnTo>
                <a:lnTo>
                  <a:pt x="77740" y="13852"/>
                </a:lnTo>
                <a:lnTo>
                  <a:pt x="105023" y="13852"/>
                </a:lnTo>
                <a:lnTo>
                  <a:pt x="105901" y="3290"/>
                </a:lnTo>
                <a:lnTo>
                  <a:pt x="98513" y="2362"/>
                </a:lnTo>
                <a:lnTo>
                  <a:pt x="86152" y="592"/>
                </a:lnTo>
                <a:lnTo>
                  <a:pt x="73797" y="372"/>
                </a:lnTo>
                <a:close/>
              </a:path>
              <a:path w="110490" h="74929">
                <a:moveTo>
                  <a:pt x="91079" y="25463"/>
                </a:moveTo>
                <a:lnTo>
                  <a:pt x="88847" y="35306"/>
                </a:lnTo>
                <a:lnTo>
                  <a:pt x="83251" y="38810"/>
                </a:lnTo>
                <a:lnTo>
                  <a:pt x="75937" y="38824"/>
                </a:lnTo>
                <a:lnTo>
                  <a:pt x="101427" y="38824"/>
                </a:lnTo>
                <a:lnTo>
                  <a:pt x="103626" y="31451"/>
                </a:lnTo>
                <a:lnTo>
                  <a:pt x="102273" y="27271"/>
                </a:lnTo>
                <a:lnTo>
                  <a:pt x="97859" y="25702"/>
                </a:lnTo>
                <a:lnTo>
                  <a:pt x="91079" y="25463"/>
                </a:lnTo>
                <a:close/>
              </a:path>
              <a:path w="110490" h="74929">
                <a:moveTo>
                  <a:pt x="47339" y="13708"/>
                </a:moveTo>
                <a:lnTo>
                  <a:pt x="27423" y="13708"/>
                </a:lnTo>
                <a:lnTo>
                  <a:pt x="32915" y="15532"/>
                </a:lnTo>
                <a:lnTo>
                  <a:pt x="36168" y="21614"/>
                </a:lnTo>
                <a:lnTo>
                  <a:pt x="36896" y="25185"/>
                </a:lnTo>
                <a:lnTo>
                  <a:pt x="38116" y="33707"/>
                </a:lnTo>
                <a:lnTo>
                  <a:pt x="38195" y="37217"/>
                </a:lnTo>
                <a:lnTo>
                  <a:pt x="22502" y="38131"/>
                </a:lnTo>
                <a:lnTo>
                  <a:pt x="51346" y="38131"/>
                </a:lnTo>
                <a:lnTo>
                  <a:pt x="50341" y="29336"/>
                </a:lnTo>
                <a:lnTo>
                  <a:pt x="49648" y="23693"/>
                </a:lnTo>
                <a:lnTo>
                  <a:pt x="48952" y="18627"/>
                </a:lnTo>
                <a:lnTo>
                  <a:pt x="47339" y="13708"/>
                </a:lnTo>
                <a:close/>
              </a:path>
              <a:path w="110490" h="74929">
                <a:moveTo>
                  <a:pt x="105023" y="13852"/>
                </a:moveTo>
                <a:lnTo>
                  <a:pt x="77740" y="13852"/>
                </a:lnTo>
                <a:lnTo>
                  <a:pt x="84622" y="13900"/>
                </a:lnTo>
                <a:lnTo>
                  <a:pt x="93431" y="15490"/>
                </a:lnTo>
                <a:lnTo>
                  <a:pt x="104791" y="16649"/>
                </a:lnTo>
                <a:lnTo>
                  <a:pt x="105023" y="13852"/>
                </a:lnTo>
                <a:close/>
              </a:path>
              <a:path w="110490" h="74929">
                <a:moveTo>
                  <a:pt x="106051" y="1483"/>
                </a:moveTo>
                <a:lnTo>
                  <a:pt x="105901" y="3290"/>
                </a:lnTo>
                <a:lnTo>
                  <a:pt x="109943" y="3798"/>
                </a:lnTo>
                <a:lnTo>
                  <a:pt x="106051" y="1483"/>
                </a:lnTo>
                <a:close/>
              </a:path>
            </a:pathLst>
          </a:custGeom>
          <a:solidFill>
            <a:srgbClr val="008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2377728" y="664400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70" h="31750">
                <a:moveTo>
                  <a:pt x="0" y="31750"/>
                </a:moveTo>
                <a:lnTo>
                  <a:pt x="26442" y="31750"/>
                </a:lnTo>
                <a:lnTo>
                  <a:pt x="26442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2377728" y="655510"/>
            <a:ext cx="109220" cy="0"/>
          </a:xfrm>
          <a:custGeom>
            <a:avLst/>
            <a:gdLst/>
            <a:ahLst/>
            <a:cxnLst/>
            <a:rect l="l" t="t" r="r" b="b"/>
            <a:pathLst>
              <a:path w="109220">
                <a:moveTo>
                  <a:pt x="0" y="0"/>
                </a:moveTo>
                <a:lnTo>
                  <a:pt x="108709" y="0"/>
                </a:lnTo>
              </a:path>
            </a:pathLst>
          </a:custGeom>
          <a:ln w="17780">
            <a:solidFill>
              <a:srgbClr val="008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2459995" y="664326"/>
            <a:ext cx="26670" cy="32384"/>
          </a:xfrm>
          <a:custGeom>
            <a:avLst/>
            <a:gdLst/>
            <a:ahLst/>
            <a:cxnLst/>
            <a:rect l="l" t="t" r="r" b="b"/>
            <a:pathLst>
              <a:path w="26670" h="32384">
                <a:moveTo>
                  <a:pt x="26442" y="0"/>
                </a:moveTo>
                <a:lnTo>
                  <a:pt x="0" y="0"/>
                </a:lnTo>
                <a:lnTo>
                  <a:pt x="0" y="32316"/>
                </a:lnTo>
                <a:lnTo>
                  <a:pt x="26442" y="32316"/>
                </a:lnTo>
                <a:lnTo>
                  <a:pt x="26442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383603" y="594793"/>
            <a:ext cx="98425" cy="43180"/>
          </a:xfrm>
          <a:custGeom>
            <a:avLst/>
            <a:gdLst/>
            <a:ahLst/>
            <a:cxnLst/>
            <a:rect l="l" t="t" r="r" b="b"/>
            <a:pathLst>
              <a:path w="98425" h="43179">
                <a:moveTo>
                  <a:pt x="97938" y="0"/>
                </a:moveTo>
                <a:lnTo>
                  <a:pt x="0" y="0"/>
                </a:lnTo>
                <a:lnTo>
                  <a:pt x="0" y="43091"/>
                </a:lnTo>
                <a:lnTo>
                  <a:pt x="79330" y="43091"/>
                </a:lnTo>
                <a:lnTo>
                  <a:pt x="91771" y="38713"/>
                </a:lnTo>
                <a:lnTo>
                  <a:pt x="96826" y="28399"/>
                </a:lnTo>
                <a:lnTo>
                  <a:pt x="26442" y="28399"/>
                </a:lnTo>
                <a:lnTo>
                  <a:pt x="26442" y="15666"/>
                </a:lnTo>
                <a:lnTo>
                  <a:pt x="98062" y="15666"/>
                </a:lnTo>
                <a:lnTo>
                  <a:pt x="98208" y="13797"/>
                </a:lnTo>
                <a:lnTo>
                  <a:pt x="97938" y="0"/>
                </a:lnTo>
                <a:close/>
              </a:path>
              <a:path w="98425" h="43179">
                <a:moveTo>
                  <a:pt x="98062" y="15666"/>
                </a:moveTo>
                <a:lnTo>
                  <a:pt x="70516" y="15666"/>
                </a:lnTo>
                <a:lnTo>
                  <a:pt x="70516" y="26372"/>
                </a:lnTo>
                <a:lnTo>
                  <a:pt x="68487" y="28399"/>
                </a:lnTo>
                <a:lnTo>
                  <a:pt x="96826" y="28399"/>
                </a:lnTo>
                <a:lnTo>
                  <a:pt x="97108" y="27825"/>
                </a:lnTo>
                <a:lnTo>
                  <a:pt x="98062" y="15666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2371399" y="669222"/>
            <a:ext cx="120014" cy="60325"/>
          </a:xfrm>
          <a:custGeom>
            <a:avLst/>
            <a:gdLst/>
            <a:ahLst/>
            <a:cxnLst/>
            <a:rect l="l" t="t" r="r" b="b"/>
            <a:pathLst>
              <a:path w="120015" h="60325">
                <a:moveTo>
                  <a:pt x="75862" y="0"/>
                </a:moveTo>
                <a:lnTo>
                  <a:pt x="46483" y="0"/>
                </a:lnTo>
                <a:lnTo>
                  <a:pt x="46483" y="12733"/>
                </a:lnTo>
                <a:lnTo>
                  <a:pt x="42512" y="24370"/>
                </a:lnTo>
                <a:lnTo>
                  <a:pt x="32692" y="33126"/>
                </a:lnTo>
                <a:lnTo>
                  <a:pt x="20161" y="39218"/>
                </a:lnTo>
                <a:lnTo>
                  <a:pt x="8060" y="42865"/>
                </a:lnTo>
                <a:lnTo>
                  <a:pt x="1432" y="44392"/>
                </a:lnTo>
                <a:lnTo>
                  <a:pt x="1432" y="59742"/>
                </a:lnTo>
                <a:lnTo>
                  <a:pt x="43973" y="50990"/>
                </a:lnTo>
                <a:lnTo>
                  <a:pt x="58870" y="40716"/>
                </a:lnTo>
                <a:lnTo>
                  <a:pt x="61174" y="39174"/>
                </a:lnTo>
                <a:lnTo>
                  <a:pt x="101860" y="39174"/>
                </a:lnTo>
                <a:lnTo>
                  <a:pt x="93535" y="35662"/>
                </a:lnTo>
                <a:lnTo>
                  <a:pt x="81112" y="25870"/>
                </a:lnTo>
                <a:lnTo>
                  <a:pt x="75862" y="12733"/>
                </a:lnTo>
                <a:lnTo>
                  <a:pt x="75862" y="0"/>
                </a:lnTo>
                <a:close/>
              </a:path>
              <a:path w="120015" h="60325">
                <a:moveTo>
                  <a:pt x="101860" y="39174"/>
                </a:moveTo>
                <a:lnTo>
                  <a:pt x="61174" y="39174"/>
                </a:lnTo>
                <a:lnTo>
                  <a:pt x="64803" y="41605"/>
                </a:lnTo>
                <a:lnTo>
                  <a:pt x="66170" y="43765"/>
                </a:lnTo>
                <a:lnTo>
                  <a:pt x="101913" y="57873"/>
                </a:lnTo>
                <a:lnTo>
                  <a:pt x="119933" y="59742"/>
                </a:lnTo>
                <a:lnTo>
                  <a:pt x="119933" y="44071"/>
                </a:lnTo>
                <a:lnTo>
                  <a:pt x="108140" y="41824"/>
                </a:lnTo>
                <a:lnTo>
                  <a:pt x="101860" y="39174"/>
                </a:lnTo>
                <a:close/>
              </a:path>
              <a:path w="120015" h="60325">
                <a:moveTo>
                  <a:pt x="1432" y="42984"/>
                </a:moveTo>
                <a:lnTo>
                  <a:pt x="0" y="44723"/>
                </a:lnTo>
                <a:lnTo>
                  <a:pt x="1432" y="44392"/>
                </a:lnTo>
                <a:lnTo>
                  <a:pt x="1432" y="42984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2566746" y="640821"/>
            <a:ext cx="41275" cy="40640"/>
          </a:xfrm>
          <a:custGeom>
            <a:avLst/>
            <a:gdLst/>
            <a:ahLst/>
            <a:cxnLst/>
            <a:rect l="l" t="t" r="r" b="b"/>
            <a:pathLst>
              <a:path w="41275" h="40640">
                <a:moveTo>
                  <a:pt x="40453" y="0"/>
                </a:moveTo>
                <a:lnTo>
                  <a:pt x="0" y="0"/>
                </a:lnTo>
                <a:lnTo>
                  <a:pt x="0" y="40154"/>
                </a:lnTo>
                <a:lnTo>
                  <a:pt x="41134" y="40154"/>
                </a:lnTo>
                <a:lnTo>
                  <a:pt x="41134" y="680"/>
                </a:lnTo>
                <a:lnTo>
                  <a:pt x="40453" y="0"/>
                </a:lnTo>
                <a:close/>
              </a:path>
            </a:pathLst>
          </a:custGeom>
          <a:solidFill>
            <a:srgbClr val="008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4120131" y="15943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581" y="0"/>
                </a:moveTo>
                <a:lnTo>
                  <a:pt x="187649" y="7268"/>
                </a:lnTo>
                <a:lnTo>
                  <a:pt x="226789" y="27509"/>
                </a:lnTo>
                <a:lnTo>
                  <a:pt x="257653" y="58374"/>
                </a:lnTo>
                <a:lnTo>
                  <a:pt x="277894" y="97514"/>
                </a:lnTo>
                <a:lnTo>
                  <a:pt x="285163" y="142581"/>
                </a:lnTo>
                <a:lnTo>
                  <a:pt x="277894" y="187648"/>
                </a:lnTo>
                <a:lnTo>
                  <a:pt x="257653" y="226788"/>
                </a:lnTo>
                <a:lnTo>
                  <a:pt x="226789" y="257653"/>
                </a:lnTo>
                <a:lnTo>
                  <a:pt x="187649" y="277894"/>
                </a:lnTo>
                <a:lnTo>
                  <a:pt x="142581" y="285163"/>
                </a:lnTo>
                <a:lnTo>
                  <a:pt x="97514" y="277894"/>
                </a:lnTo>
                <a:lnTo>
                  <a:pt x="58374" y="257653"/>
                </a:lnTo>
                <a:lnTo>
                  <a:pt x="27509" y="226788"/>
                </a:lnTo>
                <a:lnTo>
                  <a:pt x="7268" y="187648"/>
                </a:lnTo>
                <a:lnTo>
                  <a:pt x="0" y="142581"/>
                </a:lnTo>
                <a:lnTo>
                  <a:pt x="7268" y="97514"/>
                </a:lnTo>
                <a:lnTo>
                  <a:pt x="27509" y="58374"/>
                </a:lnTo>
                <a:lnTo>
                  <a:pt x="58374" y="27509"/>
                </a:lnTo>
                <a:lnTo>
                  <a:pt x="97514" y="7268"/>
                </a:lnTo>
                <a:lnTo>
                  <a:pt x="142581" y="0"/>
                </a:lnTo>
                <a:close/>
              </a:path>
            </a:pathLst>
          </a:custGeom>
          <a:ln w="12701">
            <a:solidFill>
              <a:srgbClr val="098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9149610" y="1401977"/>
            <a:ext cx="52539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250" b="1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应⽤项</a:t>
            </a:r>
            <a:r>
              <a:rPr sz="5250" b="1" spc="307" baseline="300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⽬</a:t>
            </a:r>
            <a:r>
              <a:rPr sz="2500" b="1" spc="-490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——</a:t>
            </a:r>
            <a:r>
              <a:rPr sz="2500" b="1" spc="-5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⼈流术后⽉经过</a:t>
            </a:r>
            <a:r>
              <a:rPr sz="2500" b="1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少</a:t>
            </a:r>
            <a:r>
              <a:rPr sz="2500" b="1" spc="215" dirty="0">
                <a:solidFill>
                  <a:srgbClr val="0986C6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75" spc="-15" baseline="17000" dirty="0">
                <a:solidFill>
                  <a:srgbClr val="0986C6"/>
                </a:solidFill>
                <a:latin typeface="Arial" panose="020B0604020202020204"/>
                <a:cs typeface="Arial" panose="020B0604020202020204"/>
              </a:rPr>
              <a:t>54</a:t>
            </a:r>
            <a:endParaRPr sz="2175" baseline="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106107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1" y="0"/>
                </a:moveTo>
                <a:lnTo>
                  <a:pt x="118232" y="48402"/>
                </a:lnTo>
                <a:lnTo>
                  <a:pt x="130372" y="96372"/>
                </a:lnTo>
                <a:lnTo>
                  <a:pt x="140469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37518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679630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4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878298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6" y="0"/>
                </a:moveTo>
                <a:lnTo>
                  <a:pt x="39785" y="48402"/>
                </a:lnTo>
                <a:lnTo>
                  <a:pt x="27646" y="96372"/>
                </a:lnTo>
                <a:lnTo>
                  <a:pt x="17549" y="144199"/>
                </a:lnTo>
                <a:lnTo>
                  <a:pt x="9614" y="192174"/>
                </a:lnTo>
                <a:lnTo>
                  <a:pt x="3964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1" y="1086069"/>
                </a:lnTo>
                <a:lnTo>
                  <a:pt x="154956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8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6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322076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162237" y="5559"/>
                </a:lnTo>
                <a:lnTo>
                  <a:pt x="117929" y="21395"/>
                </a:lnTo>
                <a:lnTo>
                  <a:pt x="78844" y="46244"/>
                </a:lnTo>
                <a:lnTo>
                  <a:pt x="46245" y="78842"/>
                </a:lnTo>
                <a:lnTo>
                  <a:pt x="21395" y="117926"/>
                </a:lnTo>
                <a:lnTo>
                  <a:pt x="5559" y="162233"/>
                </a:lnTo>
                <a:lnTo>
                  <a:pt x="0" y="210498"/>
                </a:lnTo>
                <a:lnTo>
                  <a:pt x="5559" y="258765"/>
                </a:lnTo>
                <a:lnTo>
                  <a:pt x="21395" y="303072"/>
                </a:lnTo>
                <a:lnTo>
                  <a:pt x="46245" y="342157"/>
                </a:lnTo>
                <a:lnTo>
                  <a:pt x="78844" y="374756"/>
                </a:lnTo>
                <a:lnTo>
                  <a:pt x="117929" y="399605"/>
                </a:lnTo>
                <a:lnTo>
                  <a:pt x="162237" y="415441"/>
                </a:lnTo>
                <a:lnTo>
                  <a:pt x="210503" y="421001"/>
                </a:lnTo>
                <a:lnTo>
                  <a:pt x="258768" y="415441"/>
                </a:lnTo>
                <a:lnTo>
                  <a:pt x="303075" y="399605"/>
                </a:lnTo>
                <a:lnTo>
                  <a:pt x="342159" y="374756"/>
                </a:lnTo>
                <a:lnTo>
                  <a:pt x="374758" y="342157"/>
                </a:lnTo>
                <a:lnTo>
                  <a:pt x="399607" y="303072"/>
                </a:lnTo>
                <a:lnTo>
                  <a:pt x="415443" y="258765"/>
                </a:lnTo>
                <a:lnTo>
                  <a:pt x="421002" y="210498"/>
                </a:lnTo>
                <a:lnTo>
                  <a:pt x="415443" y="162233"/>
                </a:lnTo>
                <a:lnTo>
                  <a:pt x="399607" y="117926"/>
                </a:lnTo>
                <a:lnTo>
                  <a:pt x="374758" y="78842"/>
                </a:lnTo>
                <a:lnTo>
                  <a:pt x="342159" y="46244"/>
                </a:lnTo>
                <a:lnTo>
                  <a:pt x="303075" y="21395"/>
                </a:lnTo>
                <a:lnTo>
                  <a:pt x="258768" y="5559"/>
                </a:lnTo>
                <a:lnTo>
                  <a:pt x="210503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855478" y="4090518"/>
            <a:ext cx="421005" cy="421005"/>
          </a:xfrm>
          <a:custGeom>
            <a:avLst/>
            <a:gdLst/>
            <a:ahLst/>
            <a:cxnLst/>
            <a:rect l="l" t="t" r="r" b="b"/>
            <a:pathLst>
              <a:path w="421004" h="421004">
                <a:moveTo>
                  <a:pt x="210503" y="0"/>
                </a:moveTo>
                <a:lnTo>
                  <a:pt x="258768" y="5559"/>
                </a:lnTo>
                <a:lnTo>
                  <a:pt x="303075" y="21395"/>
                </a:lnTo>
                <a:lnTo>
                  <a:pt x="342159" y="46244"/>
                </a:lnTo>
                <a:lnTo>
                  <a:pt x="374758" y="78842"/>
                </a:lnTo>
                <a:lnTo>
                  <a:pt x="399607" y="117926"/>
                </a:lnTo>
                <a:lnTo>
                  <a:pt x="415443" y="162233"/>
                </a:lnTo>
                <a:lnTo>
                  <a:pt x="421002" y="210498"/>
                </a:lnTo>
                <a:lnTo>
                  <a:pt x="415443" y="258765"/>
                </a:lnTo>
                <a:lnTo>
                  <a:pt x="399607" y="303072"/>
                </a:lnTo>
                <a:lnTo>
                  <a:pt x="374758" y="342157"/>
                </a:lnTo>
                <a:lnTo>
                  <a:pt x="342159" y="374756"/>
                </a:lnTo>
                <a:lnTo>
                  <a:pt x="303075" y="399605"/>
                </a:lnTo>
                <a:lnTo>
                  <a:pt x="258768" y="415441"/>
                </a:lnTo>
                <a:lnTo>
                  <a:pt x="210503" y="421001"/>
                </a:lnTo>
                <a:lnTo>
                  <a:pt x="162237" y="415441"/>
                </a:lnTo>
                <a:lnTo>
                  <a:pt x="117929" y="399605"/>
                </a:lnTo>
                <a:lnTo>
                  <a:pt x="78844" y="374756"/>
                </a:lnTo>
                <a:lnTo>
                  <a:pt x="46245" y="342157"/>
                </a:lnTo>
                <a:lnTo>
                  <a:pt x="21395" y="303072"/>
                </a:lnTo>
                <a:lnTo>
                  <a:pt x="5559" y="258765"/>
                </a:lnTo>
                <a:lnTo>
                  <a:pt x="0" y="210498"/>
                </a:lnTo>
                <a:lnTo>
                  <a:pt x="5559" y="162233"/>
                </a:lnTo>
                <a:lnTo>
                  <a:pt x="21395" y="117926"/>
                </a:lnTo>
                <a:lnTo>
                  <a:pt x="46245" y="78842"/>
                </a:lnTo>
                <a:lnTo>
                  <a:pt x="78844" y="46244"/>
                </a:lnTo>
                <a:lnTo>
                  <a:pt x="117929" y="21395"/>
                </a:lnTo>
                <a:lnTo>
                  <a:pt x="162237" y="5559"/>
                </a:lnTo>
                <a:lnTo>
                  <a:pt x="210503" y="0"/>
                </a:lnTo>
                <a:close/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768202" y="3879662"/>
            <a:ext cx="73762" cy="69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717814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8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3" y="279682"/>
                </a:lnTo>
                <a:lnTo>
                  <a:pt x="182794" y="330479"/>
                </a:lnTo>
                <a:lnTo>
                  <a:pt x="185035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49748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2" y="89934"/>
                </a:lnTo>
                <a:lnTo>
                  <a:pt x="319538" y="84890"/>
                </a:lnTo>
                <a:lnTo>
                  <a:pt x="367736" y="74190"/>
                </a:lnTo>
                <a:lnTo>
                  <a:pt x="415227" y="58331"/>
                </a:lnTo>
                <a:lnTo>
                  <a:pt x="462093" y="37807"/>
                </a:lnTo>
                <a:lnTo>
                  <a:pt x="508416" y="13114"/>
                </a:lnTo>
                <a:lnTo>
                  <a:pt x="551293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6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2" y="74502"/>
                </a:lnTo>
                <a:lnTo>
                  <a:pt x="955668" y="52285"/>
                </a:lnTo>
                <a:lnTo>
                  <a:pt x="992979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358165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291309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5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399813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7" y="161573"/>
                </a:lnTo>
                <a:lnTo>
                  <a:pt x="4493" y="95864"/>
                </a:lnTo>
                <a:lnTo>
                  <a:pt x="10877" y="46040"/>
                </a:lnTo>
                <a:lnTo>
                  <a:pt x="15586" y="21545"/>
                </a:lnTo>
                <a:lnTo>
                  <a:pt x="21719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335425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7" y="138479"/>
                </a:lnTo>
                <a:lnTo>
                  <a:pt x="137279" y="174970"/>
                </a:lnTo>
                <a:lnTo>
                  <a:pt x="177807" y="201196"/>
                </a:lnTo>
                <a:lnTo>
                  <a:pt x="220971" y="222919"/>
                </a:lnTo>
                <a:lnTo>
                  <a:pt x="266343" y="240544"/>
                </a:lnTo>
                <a:lnTo>
                  <a:pt x="313497" y="254473"/>
                </a:lnTo>
                <a:lnTo>
                  <a:pt x="362005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919824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5" h="265429">
                <a:moveTo>
                  <a:pt x="362004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7" y="201196"/>
                </a:lnTo>
                <a:lnTo>
                  <a:pt x="141033" y="222919"/>
                </a:lnTo>
                <a:lnTo>
                  <a:pt x="95661" y="240544"/>
                </a:lnTo>
                <a:lnTo>
                  <a:pt x="48507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082130" y="4838504"/>
            <a:ext cx="187325" cy="62865"/>
          </a:xfrm>
          <a:custGeom>
            <a:avLst/>
            <a:gdLst/>
            <a:ahLst/>
            <a:cxnLst/>
            <a:rect l="l" t="t" r="r" b="b"/>
            <a:pathLst>
              <a:path w="187325" h="62864">
                <a:moveTo>
                  <a:pt x="25742" y="0"/>
                </a:moveTo>
                <a:lnTo>
                  <a:pt x="16567" y="792"/>
                </a:lnTo>
                <a:lnTo>
                  <a:pt x="8655" y="4909"/>
                </a:lnTo>
                <a:lnTo>
                  <a:pt x="2851" y="11682"/>
                </a:lnTo>
                <a:lnTo>
                  <a:pt x="0" y="20444"/>
                </a:lnTo>
                <a:lnTo>
                  <a:pt x="790" y="29621"/>
                </a:lnTo>
                <a:lnTo>
                  <a:pt x="4907" y="37534"/>
                </a:lnTo>
                <a:lnTo>
                  <a:pt x="11679" y="43337"/>
                </a:lnTo>
                <a:lnTo>
                  <a:pt x="20436" y="46188"/>
                </a:lnTo>
                <a:lnTo>
                  <a:pt x="161016" y="62334"/>
                </a:lnTo>
                <a:lnTo>
                  <a:pt x="170192" y="61544"/>
                </a:lnTo>
                <a:lnTo>
                  <a:pt x="178105" y="57427"/>
                </a:lnTo>
                <a:lnTo>
                  <a:pt x="183910" y="50655"/>
                </a:lnTo>
                <a:lnTo>
                  <a:pt x="186763" y="41889"/>
                </a:lnTo>
                <a:lnTo>
                  <a:pt x="185971" y="32714"/>
                </a:lnTo>
                <a:lnTo>
                  <a:pt x="181853" y="24802"/>
                </a:lnTo>
                <a:lnTo>
                  <a:pt x="175080" y="18998"/>
                </a:lnTo>
                <a:lnTo>
                  <a:pt x="166323" y="16146"/>
                </a:lnTo>
                <a:lnTo>
                  <a:pt x="25742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972048" y="4511517"/>
            <a:ext cx="110489" cy="347980"/>
          </a:xfrm>
          <a:custGeom>
            <a:avLst/>
            <a:gdLst/>
            <a:ahLst/>
            <a:cxnLst/>
            <a:rect l="l" t="t" r="r" b="b"/>
            <a:pathLst>
              <a:path w="110489" h="347979">
                <a:moveTo>
                  <a:pt x="93933" y="0"/>
                </a:moveTo>
                <a:lnTo>
                  <a:pt x="46855" y="53982"/>
                </a:lnTo>
                <a:lnTo>
                  <a:pt x="26589" y="89706"/>
                </a:lnTo>
                <a:lnTo>
                  <a:pt x="10851" y="129033"/>
                </a:lnTo>
                <a:lnTo>
                  <a:pt x="1401" y="170298"/>
                </a:lnTo>
                <a:lnTo>
                  <a:pt x="0" y="211836"/>
                </a:lnTo>
                <a:lnTo>
                  <a:pt x="8407" y="251983"/>
                </a:lnTo>
                <a:lnTo>
                  <a:pt x="28383" y="289075"/>
                </a:lnTo>
                <a:lnTo>
                  <a:pt x="61688" y="321445"/>
                </a:lnTo>
                <a:lnTo>
                  <a:pt x="110082" y="34743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528760" y="4515815"/>
            <a:ext cx="553720" cy="343535"/>
          </a:xfrm>
          <a:custGeom>
            <a:avLst/>
            <a:gdLst/>
            <a:ahLst/>
            <a:cxnLst/>
            <a:rect l="l" t="t" r="r" b="b"/>
            <a:pathLst>
              <a:path w="553720" h="343535">
                <a:moveTo>
                  <a:pt x="0" y="0"/>
                </a:moveTo>
                <a:lnTo>
                  <a:pt x="25717" y="59240"/>
                </a:lnTo>
                <a:lnTo>
                  <a:pt x="54472" y="110573"/>
                </a:lnTo>
                <a:lnTo>
                  <a:pt x="85930" y="154623"/>
                </a:lnTo>
                <a:lnTo>
                  <a:pt x="119761" y="192018"/>
                </a:lnTo>
                <a:lnTo>
                  <a:pt x="155631" y="223383"/>
                </a:lnTo>
                <a:lnTo>
                  <a:pt x="193209" y="249345"/>
                </a:lnTo>
                <a:lnTo>
                  <a:pt x="232161" y="270529"/>
                </a:lnTo>
                <a:lnTo>
                  <a:pt x="272155" y="287561"/>
                </a:lnTo>
                <a:lnTo>
                  <a:pt x="312859" y="301068"/>
                </a:lnTo>
                <a:lnTo>
                  <a:pt x="353940" y="311675"/>
                </a:lnTo>
                <a:lnTo>
                  <a:pt x="395066" y="320009"/>
                </a:lnTo>
                <a:lnTo>
                  <a:pt x="435905" y="326696"/>
                </a:lnTo>
                <a:lnTo>
                  <a:pt x="476123" y="332361"/>
                </a:lnTo>
                <a:lnTo>
                  <a:pt x="515389" y="337632"/>
                </a:lnTo>
                <a:lnTo>
                  <a:pt x="553370" y="343133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093169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466550" y="4220157"/>
            <a:ext cx="171449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341371" y="4630986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89" h="188595">
                <a:moveTo>
                  <a:pt x="23244" y="0"/>
                </a:moveTo>
                <a:lnTo>
                  <a:pt x="14216" y="1834"/>
                </a:lnTo>
                <a:lnTo>
                  <a:pt x="6825" y="6828"/>
                </a:lnTo>
                <a:lnTo>
                  <a:pt x="1833" y="14220"/>
                </a:lnTo>
                <a:lnTo>
                  <a:pt x="0" y="23244"/>
                </a:lnTo>
                <a:lnTo>
                  <a:pt x="0" y="164750"/>
                </a:lnTo>
                <a:lnTo>
                  <a:pt x="1833" y="173775"/>
                </a:lnTo>
                <a:lnTo>
                  <a:pt x="6825" y="181165"/>
                </a:lnTo>
                <a:lnTo>
                  <a:pt x="14216" y="186158"/>
                </a:lnTo>
                <a:lnTo>
                  <a:pt x="23248" y="187991"/>
                </a:lnTo>
                <a:lnTo>
                  <a:pt x="32273" y="186158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4"/>
                </a:lnTo>
                <a:lnTo>
                  <a:pt x="44659" y="14220"/>
                </a:lnTo>
                <a:lnTo>
                  <a:pt x="39664" y="6828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264619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0"/>
                </a:lnTo>
                <a:lnTo>
                  <a:pt x="73968" y="47230"/>
                </a:lnTo>
                <a:lnTo>
                  <a:pt x="85409" y="87110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365095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0"/>
                </a:lnTo>
                <a:lnTo>
                  <a:pt x="26032" y="47230"/>
                </a:lnTo>
                <a:lnTo>
                  <a:pt x="14591" y="87110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295967" y="4579380"/>
            <a:ext cx="138256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636973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0835641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7" y="0"/>
                </a:moveTo>
                <a:lnTo>
                  <a:pt x="39786" y="48402"/>
                </a:lnTo>
                <a:lnTo>
                  <a:pt x="27647" y="96372"/>
                </a:lnTo>
                <a:lnTo>
                  <a:pt x="17549" y="144199"/>
                </a:lnTo>
                <a:lnTo>
                  <a:pt x="9615" y="192174"/>
                </a:lnTo>
                <a:lnTo>
                  <a:pt x="3965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8" y="978278"/>
                </a:lnTo>
                <a:lnTo>
                  <a:pt x="146339" y="1033037"/>
                </a:lnTo>
                <a:lnTo>
                  <a:pt x="152191" y="1086069"/>
                </a:lnTo>
                <a:lnTo>
                  <a:pt x="154955" y="1136811"/>
                </a:lnTo>
                <a:lnTo>
                  <a:pt x="156093" y="1187891"/>
                </a:lnTo>
                <a:lnTo>
                  <a:pt x="157128" y="1237768"/>
                </a:lnTo>
                <a:lnTo>
                  <a:pt x="157843" y="1286731"/>
                </a:lnTo>
                <a:lnTo>
                  <a:pt x="158018" y="1335072"/>
                </a:lnTo>
                <a:lnTo>
                  <a:pt x="157436" y="1383081"/>
                </a:lnTo>
                <a:lnTo>
                  <a:pt x="155879" y="1431047"/>
                </a:lnTo>
                <a:lnTo>
                  <a:pt x="153127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7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807091" y="4941018"/>
            <a:ext cx="993140" cy="92710"/>
          </a:xfrm>
          <a:custGeom>
            <a:avLst/>
            <a:gdLst/>
            <a:ahLst/>
            <a:cxnLst/>
            <a:rect l="l" t="t" r="r" b="b"/>
            <a:pathLst>
              <a:path w="993140" h="92710">
                <a:moveTo>
                  <a:pt x="0" y="0"/>
                </a:moveTo>
                <a:lnTo>
                  <a:pt x="46818" y="30769"/>
                </a:lnTo>
                <a:lnTo>
                  <a:pt x="88812" y="54133"/>
                </a:lnTo>
                <a:lnTo>
                  <a:pt x="129466" y="70995"/>
                </a:lnTo>
                <a:lnTo>
                  <a:pt x="172267" y="82259"/>
                </a:lnTo>
                <a:lnTo>
                  <a:pt x="220698" y="88830"/>
                </a:lnTo>
                <a:lnTo>
                  <a:pt x="270553" y="89934"/>
                </a:lnTo>
                <a:lnTo>
                  <a:pt x="319539" y="84890"/>
                </a:lnTo>
                <a:lnTo>
                  <a:pt x="367736" y="74190"/>
                </a:lnTo>
                <a:lnTo>
                  <a:pt x="415228" y="58331"/>
                </a:lnTo>
                <a:lnTo>
                  <a:pt x="462094" y="37807"/>
                </a:lnTo>
                <a:lnTo>
                  <a:pt x="508417" y="13114"/>
                </a:lnTo>
                <a:lnTo>
                  <a:pt x="551294" y="33108"/>
                </a:lnTo>
                <a:lnTo>
                  <a:pt x="599490" y="52859"/>
                </a:lnTo>
                <a:lnTo>
                  <a:pt x="651399" y="70509"/>
                </a:lnTo>
                <a:lnTo>
                  <a:pt x="705417" y="84200"/>
                </a:lnTo>
                <a:lnTo>
                  <a:pt x="759937" y="92075"/>
                </a:lnTo>
                <a:lnTo>
                  <a:pt x="813354" y="92278"/>
                </a:lnTo>
                <a:lnTo>
                  <a:pt x="869049" y="86170"/>
                </a:lnTo>
                <a:lnTo>
                  <a:pt x="915423" y="74502"/>
                </a:lnTo>
                <a:lnTo>
                  <a:pt x="955669" y="52285"/>
                </a:lnTo>
                <a:lnTo>
                  <a:pt x="992981" y="14528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0315509" y="4739835"/>
            <a:ext cx="0" cy="214629"/>
          </a:xfrm>
          <a:custGeom>
            <a:avLst/>
            <a:gdLst/>
            <a:ahLst/>
            <a:cxnLst/>
            <a:rect l="l" t="t" r="r" b="b"/>
            <a:pathLst>
              <a:path h="214629">
                <a:moveTo>
                  <a:pt x="0" y="214297"/>
                </a:move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0248652" y="4994895"/>
            <a:ext cx="22225" cy="221615"/>
          </a:xfrm>
          <a:custGeom>
            <a:avLst/>
            <a:gdLst/>
            <a:ahLst/>
            <a:cxnLst/>
            <a:rect l="l" t="t" r="r" b="b"/>
            <a:pathLst>
              <a:path w="22225" h="221614">
                <a:moveTo>
                  <a:pt x="21668" y="221090"/>
                </a:moveTo>
                <a:lnTo>
                  <a:pt x="20942" y="156211"/>
                </a:lnTo>
                <a:lnTo>
                  <a:pt x="17175" y="90500"/>
                </a:lnTo>
                <a:lnTo>
                  <a:pt x="12212" y="45071"/>
                </a:lnTo>
                <a:lnTo>
                  <a:pt x="7696" y="22635"/>
                </a:lnTo>
                <a:lnTo>
                  <a:pt x="0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0357156" y="4985867"/>
            <a:ext cx="22225" cy="226695"/>
          </a:xfrm>
          <a:custGeom>
            <a:avLst/>
            <a:gdLst/>
            <a:ahLst/>
            <a:cxnLst/>
            <a:rect l="l" t="t" r="r" b="b"/>
            <a:pathLst>
              <a:path w="22225" h="226695">
                <a:moveTo>
                  <a:pt x="0" y="226453"/>
                </a:moveTo>
                <a:lnTo>
                  <a:pt x="726" y="161573"/>
                </a:lnTo>
                <a:lnTo>
                  <a:pt x="4491" y="95864"/>
                </a:lnTo>
                <a:lnTo>
                  <a:pt x="10876" y="46040"/>
                </a:lnTo>
                <a:lnTo>
                  <a:pt x="15585" y="21545"/>
                </a:lnTo>
                <a:lnTo>
                  <a:pt x="21718" y="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0050512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0423893" y="4220157"/>
            <a:ext cx="171450" cy="171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0298714" y="4630986"/>
            <a:ext cx="46990" cy="188595"/>
          </a:xfrm>
          <a:custGeom>
            <a:avLst/>
            <a:gdLst/>
            <a:ahLst/>
            <a:cxnLst/>
            <a:rect l="l" t="t" r="r" b="b"/>
            <a:pathLst>
              <a:path w="46990" h="188595">
                <a:moveTo>
                  <a:pt x="23244" y="0"/>
                </a:moveTo>
                <a:lnTo>
                  <a:pt x="14216" y="1834"/>
                </a:lnTo>
                <a:lnTo>
                  <a:pt x="6826" y="6828"/>
                </a:lnTo>
                <a:lnTo>
                  <a:pt x="1833" y="14220"/>
                </a:lnTo>
                <a:lnTo>
                  <a:pt x="0" y="23244"/>
                </a:lnTo>
                <a:lnTo>
                  <a:pt x="0" y="164750"/>
                </a:lnTo>
                <a:lnTo>
                  <a:pt x="1833" y="173775"/>
                </a:lnTo>
                <a:lnTo>
                  <a:pt x="6826" y="181165"/>
                </a:lnTo>
                <a:lnTo>
                  <a:pt x="14216" y="186158"/>
                </a:lnTo>
                <a:lnTo>
                  <a:pt x="23248" y="187991"/>
                </a:lnTo>
                <a:lnTo>
                  <a:pt x="32273" y="186158"/>
                </a:lnTo>
                <a:lnTo>
                  <a:pt x="39664" y="181165"/>
                </a:lnTo>
                <a:lnTo>
                  <a:pt x="44659" y="173775"/>
                </a:lnTo>
                <a:lnTo>
                  <a:pt x="46493" y="164750"/>
                </a:lnTo>
                <a:lnTo>
                  <a:pt x="46493" y="23244"/>
                </a:lnTo>
                <a:lnTo>
                  <a:pt x="44659" y="14220"/>
                </a:lnTo>
                <a:lnTo>
                  <a:pt x="39664" y="6828"/>
                </a:lnTo>
                <a:lnTo>
                  <a:pt x="32273" y="1834"/>
                </a:lnTo>
                <a:lnTo>
                  <a:pt x="23244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0221962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0" y="255"/>
                </a:moveTo>
                <a:lnTo>
                  <a:pt x="45563" y="7560"/>
                </a:lnTo>
                <a:lnTo>
                  <a:pt x="73968" y="47230"/>
                </a:lnTo>
                <a:lnTo>
                  <a:pt x="85409" y="87110"/>
                </a:lnTo>
                <a:lnTo>
                  <a:pt x="94043" y="144624"/>
                </a:lnTo>
                <a:lnTo>
                  <a:pt x="99148" y="222972"/>
                </a:lnTo>
                <a:lnTo>
                  <a:pt x="100001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0322438" y="4305629"/>
            <a:ext cx="100330" cy="325755"/>
          </a:xfrm>
          <a:custGeom>
            <a:avLst/>
            <a:gdLst/>
            <a:ahLst/>
            <a:cxnLst/>
            <a:rect l="l" t="t" r="r" b="b"/>
            <a:pathLst>
              <a:path w="100329" h="325754">
                <a:moveTo>
                  <a:pt x="100001" y="255"/>
                </a:moveTo>
                <a:lnTo>
                  <a:pt x="54437" y="7560"/>
                </a:lnTo>
                <a:lnTo>
                  <a:pt x="26032" y="47230"/>
                </a:lnTo>
                <a:lnTo>
                  <a:pt x="14591" y="87110"/>
                </a:lnTo>
                <a:lnTo>
                  <a:pt x="5957" y="144624"/>
                </a:lnTo>
                <a:lnTo>
                  <a:pt x="852" y="222972"/>
                </a:lnTo>
                <a:lnTo>
                  <a:pt x="0" y="325356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0253311" y="4579380"/>
            <a:ext cx="138254" cy="971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104051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104172" y="0"/>
                </a:moveTo>
                <a:lnTo>
                  <a:pt x="118233" y="48402"/>
                </a:lnTo>
                <a:lnTo>
                  <a:pt x="130372" y="96372"/>
                </a:lnTo>
                <a:lnTo>
                  <a:pt x="140470" y="144199"/>
                </a:lnTo>
                <a:lnTo>
                  <a:pt x="148404" y="192174"/>
                </a:lnTo>
                <a:lnTo>
                  <a:pt x="154054" y="240587"/>
                </a:lnTo>
                <a:lnTo>
                  <a:pt x="157299" y="289729"/>
                </a:lnTo>
                <a:lnTo>
                  <a:pt x="158019" y="339891"/>
                </a:lnTo>
                <a:lnTo>
                  <a:pt x="156091" y="391363"/>
                </a:lnTo>
                <a:lnTo>
                  <a:pt x="146167" y="459542"/>
                </a:lnTo>
                <a:lnTo>
                  <a:pt x="137193" y="500611"/>
                </a:lnTo>
                <a:lnTo>
                  <a:pt x="126167" y="545582"/>
                </a:lnTo>
                <a:lnTo>
                  <a:pt x="113556" y="593893"/>
                </a:lnTo>
                <a:lnTo>
                  <a:pt x="99828" y="644979"/>
                </a:lnTo>
                <a:lnTo>
                  <a:pt x="85449" y="698279"/>
                </a:lnTo>
                <a:lnTo>
                  <a:pt x="70887" y="753230"/>
                </a:lnTo>
                <a:lnTo>
                  <a:pt x="56609" y="809268"/>
                </a:lnTo>
                <a:lnTo>
                  <a:pt x="43082" y="865830"/>
                </a:lnTo>
                <a:lnTo>
                  <a:pt x="30773" y="922355"/>
                </a:lnTo>
                <a:lnTo>
                  <a:pt x="20149" y="978278"/>
                </a:lnTo>
                <a:lnTo>
                  <a:pt x="11678" y="1033037"/>
                </a:lnTo>
                <a:lnTo>
                  <a:pt x="5827" y="1086069"/>
                </a:lnTo>
                <a:lnTo>
                  <a:pt x="3062" y="1136811"/>
                </a:lnTo>
                <a:lnTo>
                  <a:pt x="1925" y="1187891"/>
                </a:lnTo>
                <a:lnTo>
                  <a:pt x="889" y="1237768"/>
                </a:lnTo>
                <a:lnTo>
                  <a:pt x="175" y="1286731"/>
                </a:lnTo>
                <a:lnTo>
                  <a:pt x="0" y="1335072"/>
                </a:lnTo>
                <a:lnTo>
                  <a:pt x="581" y="1383081"/>
                </a:lnTo>
                <a:lnTo>
                  <a:pt x="2139" y="1431047"/>
                </a:lnTo>
                <a:lnTo>
                  <a:pt x="4890" y="1479261"/>
                </a:lnTo>
                <a:lnTo>
                  <a:pt x="9054" y="1528013"/>
                </a:lnTo>
                <a:lnTo>
                  <a:pt x="14848" y="1577593"/>
                </a:lnTo>
                <a:lnTo>
                  <a:pt x="22490" y="1628293"/>
                </a:lnTo>
                <a:lnTo>
                  <a:pt x="32200" y="1680401"/>
                </a:lnTo>
                <a:lnTo>
                  <a:pt x="44194" y="1734208"/>
                </a:lnTo>
                <a:lnTo>
                  <a:pt x="58692" y="1790004"/>
                </a:lnTo>
                <a:lnTo>
                  <a:pt x="75912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9373123" y="3401208"/>
            <a:ext cx="158115" cy="1848485"/>
          </a:xfrm>
          <a:custGeom>
            <a:avLst/>
            <a:gdLst/>
            <a:ahLst/>
            <a:cxnLst/>
            <a:rect l="l" t="t" r="r" b="b"/>
            <a:pathLst>
              <a:path w="158115" h="1848485">
                <a:moveTo>
                  <a:pt x="53847" y="0"/>
                </a:moveTo>
                <a:lnTo>
                  <a:pt x="39786" y="48402"/>
                </a:lnTo>
                <a:lnTo>
                  <a:pt x="27647" y="96372"/>
                </a:lnTo>
                <a:lnTo>
                  <a:pt x="17549" y="144199"/>
                </a:lnTo>
                <a:lnTo>
                  <a:pt x="9615" y="192174"/>
                </a:lnTo>
                <a:lnTo>
                  <a:pt x="3965" y="240587"/>
                </a:lnTo>
                <a:lnTo>
                  <a:pt x="719" y="289729"/>
                </a:lnTo>
                <a:lnTo>
                  <a:pt x="0" y="339891"/>
                </a:lnTo>
                <a:lnTo>
                  <a:pt x="1927" y="391363"/>
                </a:lnTo>
                <a:lnTo>
                  <a:pt x="11851" y="459542"/>
                </a:lnTo>
                <a:lnTo>
                  <a:pt x="20825" y="500611"/>
                </a:lnTo>
                <a:lnTo>
                  <a:pt x="31851" y="545582"/>
                </a:lnTo>
                <a:lnTo>
                  <a:pt x="44462" y="593893"/>
                </a:lnTo>
                <a:lnTo>
                  <a:pt x="58190" y="644979"/>
                </a:lnTo>
                <a:lnTo>
                  <a:pt x="72569" y="698279"/>
                </a:lnTo>
                <a:lnTo>
                  <a:pt x="87131" y="753230"/>
                </a:lnTo>
                <a:lnTo>
                  <a:pt x="101409" y="809268"/>
                </a:lnTo>
                <a:lnTo>
                  <a:pt x="114936" y="865830"/>
                </a:lnTo>
                <a:lnTo>
                  <a:pt x="127245" y="922355"/>
                </a:lnTo>
                <a:lnTo>
                  <a:pt x="137869" y="978278"/>
                </a:lnTo>
                <a:lnTo>
                  <a:pt x="146340" y="1033037"/>
                </a:lnTo>
                <a:lnTo>
                  <a:pt x="152192" y="1086069"/>
                </a:lnTo>
                <a:lnTo>
                  <a:pt x="154957" y="1136811"/>
                </a:lnTo>
                <a:lnTo>
                  <a:pt x="156094" y="1187891"/>
                </a:lnTo>
                <a:lnTo>
                  <a:pt x="157129" y="1237768"/>
                </a:lnTo>
                <a:lnTo>
                  <a:pt x="157843" y="1286731"/>
                </a:lnTo>
                <a:lnTo>
                  <a:pt x="158019" y="1335072"/>
                </a:lnTo>
                <a:lnTo>
                  <a:pt x="157437" y="1383081"/>
                </a:lnTo>
                <a:lnTo>
                  <a:pt x="155879" y="1431047"/>
                </a:lnTo>
                <a:lnTo>
                  <a:pt x="153127" y="1479261"/>
                </a:lnTo>
                <a:lnTo>
                  <a:pt x="148964" y="1528013"/>
                </a:lnTo>
                <a:lnTo>
                  <a:pt x="143170" y="1577593"/>
                </a:lnTo>
                <a:lnTo>
                  <a:pt x="135528" y="1628293"/>
                </a:lnTo>
                <a:lnTo>
                  <a:pt x="125818" y="1680401"/>
                </a:lnTo>
                <a:lnTo>
                  <a:pt x="113824" y="1734208"/>
                </a:lnTo>
                <a:lnTo>
                  <a:pt x="99326" y="1790004"/>
                </a:lnTo>
                <a:lnTo>
                  <a:pt x="82107" y="184808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8766147" y="3879662"/>
            <a:ext cx="73761" cy="69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8715758" y="4874299"/>
            <a:ext cx="185420" cy="375285"/>
          </a:xfrm>
          <a:custGeom>
            <a:avLst/>
            <a:gdLst/>
            <a:ahLst/>
            <a:cxnLst/>
            <a:rect l="l" t="t" r="r" b="b"/>
            <a:pathLst>
              <a:path w="185420" h="375285">
                <a:moveTo>
                  <a:pt x="1303" y="375027"/>
                </a:moveTo>
                <a:lnTo>
                  <a:pt x="454" y="331023"/>
                </a:lnTo>
                <a:lnTo>
                  <a:pt x="0" y="280011"/>
                </a:lnTo>
                <a:lnTo>
                  <a:pt x="854" y="225244"/>
                </a:lnTo>
                <a:lnTo>
                  <a:pt x="3933" y="169976"/>
                </a:lnTo>
                <a:lnTo>
                  <a:pt x="10151" y="117461"/>
                </a:lnTo>
                <a:lnTo>
                  <a:pt x="20424" y="70952"/>
                </a:lnTo>
                <a:lnTo>
                  <a:pt x="35668" y="33703"/>
                </a:lnTo>
                <a:lnTo>
                  <a:pt x="84725" y="0"/>
                </a:lnTo>
                <a:lnTo>
                  <a:pt x="108839" y="8972"/>
                </a:lnTo>
                <a:lnTo>
                  <a:pt x="144729" y="70956"/>
                </a:lnTo>
                <a:lnTo>
                  <a:pt x="157375" y="117439"/>
                </a:lnTo>
                <a:lnTo>
                  <a:pt x="167069" y="169897"/>
                </a:lnTo>
                <a:lnTo>
                  <a:pt x="174247" y="225066"/>
                </a:lnTo>
                <a:lnTo>
                  <a:pt x="179344" y="279682"/>
                </a:lnTo>
                <a:lnTo>
                  <a:pt x="182795" y="330479"/>
                </a:lnTo>
                <a:lnTo>
                  <a:pt x="185036" y="374195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333370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0" y="0"/>
                </a:moveTo>
                <a:lnTo>
                  <a:pt x="28486" y="49155"/>
                </a:lnTo>
                <a:lnTo>
                  <a:pt x="59942" y="95928"/>
                </a:lnTo>
                <a:lnTo>
                  <a:pt x="95746" y="138479"/>
                </a:lnTo>
                <a:lnTo>
                  <a:pt x="137278" y="174970"/>
                </a:lnTo>
                <a:lnTo>
                  <a:pt x="177806" y="201196"/>
                </a:lnTo>
                <a:lnTo>
                  <a:pt x="220969" y="222919"/>
                </a:lnTo>
                <a:lnTo>
                  <a:pt x="266342" y="240544"/>
                </a:lnTo>
                <a:lnTo>
                  <a:pt x="313496" y="254473"/>
                </a:lnTo>
                <a:lnTo>
                  <a:pt x="362004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8917768" y="4509742"/>
            <a:ext cx="362585" cy="265430"/>
          </a:xfrm>
          <a:custGeom>
            <a:avLst/>
            <a:gdLst/>
            <a:ahLst/>
            <a:cxnLst/>
            <a:rect l="l" t="t" r="r" b="b"/>
            <a:pathLst>
              <a:path w="362584" h="265429">
                <a:moveTo>
                  <a:pt x="362005" y="0"/>
                </a:moveTo>
                <a:lnTo>
                  <a:pt x="333518" y="49155"/>
                </a:lnTo>
                <a:lnTo>
                  <a:pt x="302062" y="95928"/>
                </a:lnTo>
                <a:lnTo>
                  <a:pt x="266258" y="138479"/>
                </a:lnTo>
                <a:lnTo>
                  <a:pt x="224726" y="174970"/>
                </a:lnTo>
                <a:lnTo>
                  <a:pt x="184198" y="201196"/>
                </a:lnTo>
                <a:lnTo>
                  <a:pt x="141034" y="222919"/>
                </a:lnTo>
                <a:lnTo>
                  <a:pt x="95662" y="240544"/>
                </a:lnTo>
                <a:lnTo>
                  <a:pt x="48508" y="254473"/>
                </a:lnTo>
                <a:lnTo>
                  <a:pt x="0" y="265111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447191" y="4428201"/>
            <a:ext cx="190432" cy="190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8971451" y="4428201"/>
            <a:ext cx="190433" cy="190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774082" y="5002189"/>
            <a:ext cx="52069" cy="208915"/>
          </a:xfrm>
          <a:custGeom>
            <a:avLst/>
            <a:gdLst/>
            <a:ahLst/>
            <a:cxnLst/>
            <a:rect l="l" t="t" r="r" b="b"/>
            <a:pathLst>
              <a:path w="52070" h="208914">
                <a:moveTo>
                  <a:pt x="25819" y="0"/>
                </a:moveTo>
                <a:lnTo>
                  <a:pt x="15793" y="2037"/>
                </a:lnTo>
                <a:lnTo>
                  <a:pt x="7583" y="7583"/>
                </a:lnTo>
                <a:lnTo>
                  <a:pt x="2037" y="15793"/>
                </a:lnTo>
                <a:lnTo>
                  <a:pt x="0" y="25819"/>
                </a:lnTo>
                <a:lnTo>
                  <a:pt x="0" y="182987"/>
                </a:lnTo>
                <a:lnTo>
                  <a:pt x="2037" y="193013"/>
                </a:lnTo>
                <a:lnTo>
                  <a:pt x="7583" y="201223"/>
                </a:lnTo>
                <a:lnTo>
                  <a:pt x="15793" y="206770"/>
                </a:lnTo>
                <a:lnTo>
                  <a:pt x="25822" y="208807"/>
                </a:lnTo>
                <a:lnTo>
                  <a:pt x="35846" y="206770"/>
                </a:lnTo>
                <a:lnTo>
                  <a:pt x="44055" y="201223"/>
                </a:lnTo>
                <a:lnTo>
                  <a:pt x="49601" y="193013"/>
                </a:lnTo>
                <a:lnTo>
                  <a:pt x="51638" y="182987"/>
                </a:lnTo>
                <a:lnTo>
                  <a:pt x="51638" y="25819"/>
                </a:lnTo>
                <a:lnTo>
                  <a:pt x="49601" y="15793"/>
                </a:lnTo>
                <a:lnTo>
                  <a:pt x="44055" y="7583"/>
                </a:lnTo>
                <a:lnTo>
                  <a:pt x="35846" y="2037"/>
                </a:lnTo>
                <a:lnTo>
                  <a:pt x="25819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637624" y="4523418"/>
            <a:ext cx="158750" cy="502920"/>
          </a:xfrm>
          <a:custGeom>
            <a:avLst/>
            <a:gdLst/>
            <a:ahLst/>
            <a:cxnLst/>
            <a:rect l="l" t="t" r="r" b="b"/>
            <a:pathLst>
              <a:path w="158750" h="502920">
                <a:moveTo>
                  <a:pt x="0" y="0"/>
                </a:moveTo>
                <a:lnTo>
                  <a:pt x="45146" y="24390"/>
                </a:lnTo>
                <a:lnTo>
                  <a:pt x="81032" y="72077"/>
                </a:lnTo>
                <a:lnTo>
                  <a:pt x="98701" y="106907"/>
                </a:lnTo>
                <a:lnTo>
                  <a:pt x="115296" y="149752"/>
                </a:lnTo>
                <a:lnTo>
                  <a:pt x="130146" y="201133"/>
                </a:lnTo>
                <a:lnTo>
                  <a:pt x="142581" y="261567"/>
                </a:lnTo>
                <a:lnTo>
                  <a:pt x="151932" y="331576"/>
                </a:lnTo>
                <a:lnTo>
                  <a:pt x="157529" y="411677"/>
                </a:lnTo>
                <a:lnTo>
                  <a:pt x="158701" y="502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8796325" y="4523418"/>
            <a:ext cx="175260" cy="502920"/>
          </a:xfrm>
          <a:custGeom>
            <a:avLst/>
            <a:gdLst/>
            <a:ahLst/>
            <a:cxnLst/>
            <a:rect l="l" t="t" r="r" b="b"/>
            <a:pathLst>
              <a:path w="175259" h="502920">
                <a:moveTo>
                  <a:pt x="175125" y="0"/>
                </a:moveTo>
                <a:lnTo>
                  <a:pt x="127413" y="24390"/>
                </a:lnTo>
                <a:lnTo>
                  <a:pt x="87915" y="72077"/>
                </a:lnTo>
                <a:lnTo>
                  <a:pt x="68212" y="106907"/>
                </a:lnTo>
                <a:lnTo>
                  <a:pt x="49583" y="149752"/>
                </a:lnTo>
                <a:lnTo>
                  <a:pt x="32813" y="201133"/>
                </a:lnTo>
                <a:lnTo>
                  <a:pt x="18686" y="261567"/>
                </a:lnTo>
                <a:lnTo>
                  <a:pt x="7985" y="331576"/>
                </a:lnTo>
                <a:lnTo>
                  <a:pt x="1495" y="411677"/>
                </a:lnTo>
                <a:lnTo>
                  <a:pt x="0" y="502390"/>
                </a:lnTo>
              </a:path>
            </a:pathLst>
          </a:custGeom>
          <a:ln w="12701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2589674" y="7865489"/>
            <a:ext cx="473075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5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2113255" y="7865489"/>
            <a:ext cx="474980" cy="515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50" spc="114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r>
              <a:rPr sz="3150" spc="5" dirty="0">
                <a:solidFill>
                  <a:srgbClr val="0986C6"/>
                </a:solidFill>
                <a:latin typeface="Impact" panose="020B0806030902050204"/>
                <a:cs typeface="Impact" panose="020B0806030902050204"/>
              </a:rPr>
              <a:t>6</a:t>
            </a:r>
            <a:endParaRPr sz="315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840,&quot;width&quot;:5118}"/>
</p:tagLst>
</file>

<file path=ppt/tags/tag2.xml><?xml version="1.0" encoding="utf-8"?>
<p:tagLst xmlns:p="http://schemas.openxmlformats.org/presentationml/2006/main">
  <p:tag name="KSO_WPP_MARK_KEY" val="965d0899-9c95-4e94-bc11-90d5c1aabda8"/>
  <p:tag name="COMMONDATA" val="eyJoZGlkIjoiNTdlNmIwZmZhYmZlNGU5MmVkNGZiNDBkMTg0ZmQyOTIifQ=="/>
  <p:tag name="commondata" val="eyJoZGlkIjoiNDg1ZThiMjZjNzZhZTM4ODI4OTkzMGFmNmE5M2Q5YW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21166</Words>
  <Application>WPS 演示</Application>
  <PresentationFormat>On-screen Show (4:3)</PresentationFormat>
  <Paragraphs>2173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Cambria</vt:lpstr>
      <vt:lpstr>Impact</vt:lpstr>
      <vt:lpstr>Microsoft JhengHei</vt:lpstr>
      <vt:lpstr>江城律动黑</vt:lpstr>
      <vt:lpstr>黑体</vt:lpstr>
      <vt:lpstr>Arial</vt:lpstr>
      <vt:lpstr>微软雅黑</vt:lpstr>
      <vt:lpstr>Malgun Gothic</vt:lpstr>
      <vt:lpstr>Microsoft JhengHei Light</vt:lpstr>
      <vt:lpstr>Times New Roman</vt:lpstr>
      <vt:lpstr>Arial Black</vt:lpstr>
      <vt:lpstr>Calibri</vt:lpstr>
      <vt:lpstr>Arial Unicode MS</vt:lpstr>
      <vt:lpstr>Office Theme</vt:lpstr>
      <vt:lpstr>PowerPoint 演示文稿</vt:lpstr>
      <vt:lpstr>03</vt:lpstr>
      <vt:lpstr>神经和肌⾁刺激器⽤体表电极介绍</vt:lpstr>
      <vt:lpstr>PowerPoint 演示文稿</vt:lpstr>
      <vt:lpstr>03</vt:lpstr>
      <vt:lpstr>妇产科健康备周孕期期管理应⽤项⽬</vt:lpstr>
      <vt:lpstr>妇产科健康周期管理</vt:lpstr>
      <vt:lpstr>剖宫产康妇复产科时健间康-周项期⽬管理对照表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  <vt:lpstr>神经和肌⾁刺激器⽤体表电极⽚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电极片画册2.cdr</dc:title>
  <dc:creator>liuyili</dc:creator>
  <cp:lastModifiedBy>serenarh</cp:lastModifiedBy>
  <cp:revision>2</cp:revision>
  <dcterms:created xsi:type="dcterms:W3CDTF">2022-12-07T10:13:00Z</dcterms:created>
  <dcterms:modified xsi:type="dcterms:W3CDTF">2024-01-03T06:16:36Z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2021-01-08T16:00:00Z</vt:filetime>
  </property>
  <property fmtid="{D5CDD505-2E9C-101B-9397-08002B2CF9AE}" pid="3" name="Creator">
    <vt:lpwstr>CorelDRAW 2020</vt:lpwstr>
  </property>
  <property fmtid="{D5CDD505-2E9C-101B-9397-08002B2CF9AE}" pid="4" name="LastSaved">
    <vt:filetime>2022-12-07T16:00:00Z</vt:filetime>
  </property>
  <property fmtid="{D5CDD505-2E9C-101B-9397-08002B2CF9AE}" pid="5" name="ICV">
    <vt:lpwstr>180A44E83E25458F961348A34FC414C4_13</vt:lpwstr>
  </property>
  <property fmtid="{D5CDD505-2E9C-101B-9397-08002B2CF9AE}" pid="6" name="KSOProductBuildVer">
    <vt:lpwstr>2052-12.1.0.15712</vt:lpwstr>
  </property>
</Properties>
</file>